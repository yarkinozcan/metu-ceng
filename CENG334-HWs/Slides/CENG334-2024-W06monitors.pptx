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1537" r:id="rId2"/>
    <p:sldId id="1677" r:id="rId3"/>
    <p:sldId id="1619" r:id="rId4"/>
    <p:sldId id="1620" r:id="rId5"/>
    <p:sldId id="1621" r:id="rId6"/>
    <p:sldId id="1622" r:id="rId7"/>
    <p:sldId id="1623" r:id="rId8"/>
    <p:sldId id="1624" r:id="rId9"/>
    <p:sldId id="1625" r:id="rId10"/>
    <p:sldId id="1626" r:id="rId11"/>
    <p:sldId id="1627" r:id="rId12"/>
    <p:sldId id="1701" r:id="rId13"/>
    <p:sldId id="1628" r:id="rId14"/>
    <p:sldId id="1703" r:id="rId15"/>
    <p:sldId id="1629" r:id="rId16"/>
    <p:sldId id="1630" r:id="rId17"/>
    <p:sldId id="1631" r:id="rId18"/>
    <p:sldId id="1632" r:id="rId19"/>
    <p:sldId id="1633" r:id="rId20"/>
    <p:sldId id="1702" r:id="rId21"/>
    <p:sldId id="1634" r:id="rId22"/>
    <p:sldId id="1635" r:id="rId23"/>
    <p:sldId id="1636" r:id="rId24"/>
    <p:sldId id="1637" r:id="rId25"/>
    <p:sldId id="1638" r:id="rId26"/>
    <p:sldId id="1639" r:id="rId27"/>
    <p:sldId id="1640" r:id="rId28"/>
    <p:sldId id="1641" r:id="rId29"/>
    <p:sldId id="1642" r:id="rId30"/>
    <p:sldId id="1643" r:id="rId31"/>
    <p:sldId id="1644" r:id="rId32"/>
    <p:sldId id="1645" r:id="rId33"/>
    <p:sldId id="1678" r:id="rId34"/>
    <p:sldId id="1679" r:id="rId35"/>
    <p:sldId id="1680" r:id="rId36"/>
    <p:sldId id="1681" r:id="rId37"/>
    <p:sldId id="1682" r:id="rId38"/>
    <p:sldId id="1704" r:id="rId39"/>
    <p:sldId id="1705" r:id="rId40"/>
    <p:sldId id="1708" r:id="rId41"/>
    <p:sldId id="1706" r:id="rId42"/>
    <p:sldId id="1707" r:id="rId43"/>
    <p:sldId id="1646" r:id="rId44"/>
    <p:sldId id="1647" r:id="rId45"/>
    <p:sldId id="1648" r:id="rId46"/>
    <p:sldId id="1649" r:id="rId47"/>
    <p:sldId id="1650" r:id="rId48"/>
  </p:sldIdLst>
  <p:sldSz cx="9144000" cy="6858000" type="screen4x3"/>
  <p:notesSz cx="7302500" cy="9586913"/>
  <p:custDataLst>
    <p:tags r:id="rId5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C7C7"/>
    <a:srgbClr val="F6F5BD"/>
    <a:srgbClr val="990000"/>
    <a:srgbClr val="D5F1CF"/>
    <a:srgbClr val="E9E1C9"/>
    <a:srgbClr val="DED8C4"/>
    <a:srgbClr val="E7DDBB"/>
    <a:srgbClr val="DDCE9F"/>
    <a:srgbClr val="E2AC00"/>
    <a:srgbClr val="F8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/>
    <p:restoredTop sz="95373" autoAdjust="0"/>
  </p:normalViewPr>
  <p:slideViewPr>
    <p:cSldViewPr snapToGrid="0">
      <p:cViewPr varScale="1">
        <p:scale>
          <a:sx n="128" d="100"/>
          <a:sy n="128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7:31:04.739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22DC98D-D508-4AFA-842B-00FD8AEDADD4}" emma:medium="tactile" emma:mode="ink">
          <msink:context xmlns:msink="http://schemas.microsoft.com/ink/2010/main" type="writingRegion" rotatedBoundingBox="13785,261 20348,79 20378,1160 13815,1342"/>
        </emma:interpretation>
      </emma:emma>
    </inkml:annotationXML>
    <inkml:traceGroup>
      <inkml:annotationXML>
        <emma:emma xmlns:emma="http://www.w3.org/2003/04/emma" version="1.0">
          <emma:interpretation id="{9E855067-FEEE-4798-AB36-021A717F8895}" emma:medium="tactile" emma:mode="ink">
            <msink:context xmlns:msink="http://schemas.microsoft.com/ink/2010/main" type="paragraph" rotatedBoundingBox="13785,261 20348,79 20378,1160 13815,13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53F99FA-F6FF-48C2-AC24-BE3BC2A29ABE}" emma:medium="tactile" emma:mode="ink">
              <msink:context xmlns:msink="http://schemas.microsoft.com/ink/2010/main" type="line" rotatedBoundingBox="13785,261 20348,79 20378,1160 13815,1342"/>
            </emma:interpretation>
          </emma:emma>
        </inkml:annotationXML>
        <inkml:traceGroup>
          <inkml:annotationXML>
            <emma:emma xmlns:emma="http://www.w3.org/2003/04/emma" version="1.0">
              <emma:interpretation id="{E1CC9E41-88A3-48F6-9DEA-8505D705715C}" emma:medium="tactile" emma:mode="ink">
                <msink:context xmlns:msink="http://schemas.microsoft.com/ink/2010/main" type="inkWord" rotatedBoundingBox="13792,493 16159,427 16182,1236 13814,130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862 154 168 0,'9'-4'66'0,"-14"-7"-52"0,10 4 34 16,-5 7 14-16,0-8-6 16,0 4 0-16,0-3-12 15,0 0-2-15,0-1-24 16,0 5 3-16,-5-5 2 0,1 5-10 16,-4 3-2-1,0 0-5-15,-5 3-1 16,5 5-1-16,-5-1 0 15,1 8 2-15,4 3 3 16,-5 8 2-16,5 7 1 0,-4-7 0 16,3 7-4-1,1 0 0-15,4 0-3 0,0-3 0 16,8-8 5 0,12 0 2-1,5-3-4-15,0-8-3 16,4-4 0-16,-5-11-1 15,1 4-2-15,-4-11 1 16,-1 4 0-16,1-12 1 16,-5 1-2-16,1-4-2 15,-1-8 1-15,-3 1 1 16,-1 7-1-16,-4-8 2 16,0 12-4-16,-4 0 0 0,4 3-1 15,-4 4 0 1,4 3 0-16,-4 8 0 0,5 8 2 15,-1-1 0-15,0 12 0 16,0 3 0-16,4 11 0 16,1-4 0-16,-1 8 2 15,0-4 3-15,-4 0 2 16,0-7 1-16,-4 7-2 16,0-10-1-16,-4 10-1 15,0-8 2-15,-4 5-3 16,0-1 0-16,-5 5 1 15,1-12 2-15,-1 0-3 16,5-4-2-16,0-3-14 0,8-4-6 16,0-11-56-16,0-11-24 15,4-7 51-15,8-5 24 16</inkml:trace>
          <inkml:trace contextRef="#ctx0" brushRef="#br0" timeOffset="480.71">1165 272 184 0,'8'0'68'0,"-4"0"-52"0,5 7 32 0,-5 0 11 16,0 4-3-16,0 4-1 16,0 4-24-16,0 3-11 0,0 0-12 15,-4-4 23-15,0 1 13 0,5-1-9 16,-5-7-5-16,4 0-11 15,-4-4-4-15,0 1 2 16,0-8 3-16,0 0-8 16,4-8-4-16,4 1-5 15,-4-11-3-15,5-1 1 16,3-10 1-16,5-8-1 16,-1-7-1-16,5 0 1 15,0 3-1-15,-1 4-3 16,1 8 2-16,4 7-1 15,-8 3-2-15,3 19 5 16,-3 0-1 0,-5 19 3-16,1 3 2 15,-5 3 2-15,0 12-1 0,-4-4 1 16,1-3 0 0,-1 7-3-16,0-4-1 15,0-7-1 1,0 3-15-16,4-3-6 15,1-8-45-15,3-18-21 16,5 0-95 0,-1-11-42-16,9-3 117 15</inkml:trace>
          <inkml:trace contextRef="#ctx0" brushRef="#br0" timeOffset="-1300.17">87 21 188 0,'0'-4'71'0,"-4"1"-55"0,8 3 17 0,-4 0 5 16,0 0-5-16,0-8 1 15,0 5-8-15,-4 3-4 16,0-4-12-16,4 4 2 0,-4 0 4 0,-1 0-2 16,1 0 2-16,0 0 0 15,0 0-1-15,0 0-3 16,0 0-2-16,0 0-2 15,-1 4 0-15,1-1-4 16,-4 5-1-16,4-1 1 16,0 0 2-16,4 4 1 15,-4-3 1-15,-1 3 0 16,1-7 0-16,4 3-2 16,0 4 1-16,0 4-2 15,9-4 2-15,-5 0-2 16,0 4 2-16,4-8-2 15,0 4 2-15,1 4 0 16,-1-4 1-16,9 15 0 16,-1 3 0-16,-3-11 0 15,-1 5 0-15,1-1 0 16,-9-11-2-16,-4-4 1 16,0 4-2-16,0 0 0 15,0 4-1-15,-4-4 2 16,4 0-3-16,-5 4 0 15,1-8 1-15,-4 4 0 16,0-3-2-16,-1-1 1 16,1 4-2-16,-4-4 2 15,3 4-4-15,-3-7 0 16,4 3 1-16,3 5 0 0,-3 2-5 16,0-10-1-16,4 3-22 15,-5 1-6-15,1-16-60 16,4 5-24-16,4-5 61 15,4 1 29-15</inkml:trace>
          <inkml:trace contextRef="#ctx0" brushRef="#br0" timeOffset="-909.82">336 76 244 0,'0'0'93'0,"4"-7"-72"0,4 14 16 0,-4-7 2 16,0 8-4-16,-4 3 2 16,5 7-5-16,-5 1-2 15,4 3-17-15,-4 3 3 0,0 1 4 0,4 0-7 16,0-4-2-16,-4-3-4 16,4-1 0-16,0 4-2 15,1-11 0-15,-1 0-10 16,0 4-2-16,0-11-51 15,0-8-24 1,-4-3 42-16</inkml:trace>
          <inkml:trace contextRef="#ctx0" brushRef="#br0" timeOffset="-730.21">402 14 260 0,'0'-30'96'0,"4"23"-75"0,0-8 14 15,-4 11 3-15,5-7-13 0,-5 4-3 16,0 7-10-16,0-11-3 16,0 11-5-16,0 0-14 0,0 11-5 15,0 11 7 1</inkml:trace>
          <inkml:trace contextRef="#ctx0" brushRef="#br0" timeOffset="1773.95">1894 154 236 0,'9'-15'88'0,"-9"15"-69"0,4-7 24 16,-4-1 7-16,0 4 3 15,0 1 2-15,-4-1-23 16,-5 4-9-16,5 0-14 16,0 0 7-16,-8 0 6 0,3 4-5 15,-7 11 1-15,-5 3-7 16,0-3-1-16,1 7-2 15,3 4 0-15,0 3 0 16,1-3 2-16,3 3-3 16,5-7 1-16,0 8-5 15,4-12 0-15,4 1 1 16,0-8 2-16,4 4-1 16,4-8 0-16,0 0-3 0,1-3 1 15,3 0-2-15,-4-1 2 16,1-3-2-16,-1 0-1 15,0 0 1-15,1 0 1 16,-1 0-1-16,0-3-1 16,0-1 1-16,1 4 1 15,3 0-1-15,-4-4-1 16,-3 1 1-16,-1-1-1 16,0 0 0-16,4 1 0 15,-4-1 0-15,1 0 0 16,3-11 0-16,-4 4 2 15,0 4-1-15,4-4-1 0,-3 0-2 16,3 0 1-16,-4 4 1 16,4-5 0-16,1 5-3 15,-5-4 2-15,0 4 1 16,0-1 2-16,4-3-3 16,-4 4 0-16,1 0 1 15,-1-1 2-15,0 4-1 16,-4 4-1-16,0-7 1 15,0 3-1-15,4 1-3 16,-4-1 2-16,0 4-1 16,0 0 0-16,0 0 2 15,0 7 0-15,0 4 2 16,0 1 1-16,0-1-1 0,-4 7 1 16,4-3 0-16,-4 3 1 15,4-3-2-15,0 3 1 16,0-3 0-16,0 0 1 15,0-4-2-15,0 0 1 16,0 0-2-16,0-4 2 16,0 8-2-16,0-8 2 15,0-3-2-15,4 0-1 16,0-1 1-16,0 5 1 16,-4-8-1-16,4 0 2 15,0 4-4-15,1-1 0 16,-1 1 1-16,0 3 0 0,0-7 0 15,4 0 0-15,1 0 0 16,-1 0 2-16,-4 0-1 16,4 0-1-16,1 0-2 15,-1 0 1-15,0 0 1 16,5-11 2-16,-5 4-1 16,4-8-1-16,5-7 1 15,0-4-1-15,-5-7 0 16,0-4 2-16,-3-3-3 15,3-5 0-15,1 1 3 16,-5 0 1-16,0 0-4 16,0 7 1-16,1 0 0 15,-5 8 2-15,0-5-3 16,-4 12 0-16,0-7 1 0,0 10 2 16,-4 5-3-16,0-1 0 15,0 4 1-15,-1 7 0 16,1 4-3-16,-4 4 0 15,0 3 2-15,-1 4 0 16,1 4-2-16,-4 4 2 16,3 6 1-16,1 8 2 15,0 1-1-15,4-5 2 16,0-3-2-16,4 18 2 16,0-14 2-16,4 10 2 15,-4-7-1-15,8 4-1 16,0 4-1-16,5-16 0 15,-5-2 0-15,4-5 0 16,1-3-2-16,8-1-2 0,-5 1 1 16,5-11 1-16,-5 3-12 15,9 4-6-15,4-3-71 16,-12-16-32-16,0 1 65 16,-5-4 32-16</inkml:trace>
        </inkml:traceGroup>
        <inkml:traceGroup>
          <inkml:annotationXML>
            <emma:emma xmlns:emma="http://www.w3.org/2003/04/emma" version="1.0">
              <emma:interpretation id="{D8081FF4-A58E-4525-BD40-506FFCA976BB}" emma:medium="tactile" emma:mode="ink">
                <msink:context xmlns:msink="http://schemas.microsoft.com/ink/2010/main" type="inkWord" rotatedBoundingBox="16646,182 19573,101 19599,1019 16672,110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5531.37">4626 125 356 0,'13'-11'134'0,"-13"11"-104"0,21-7 20 0,-17 7 2 15,8 0-12-15,-3 0 2 16,11-4-13-16,-7 0-5 15,8 1-14-15,-1 3-4 0,10-8 0 16,-10 8-3-16,9 0-2 16,-4 0-3-16,5 0 1 15,3 8-41-15,-12-8-19 16,-5 3-121 0,1 1-52-16,-5 0 121 0</inkml:trace>
          <inkml:trace contextRef="#ctx0" brushRef="#br0" timeOffset="5256.11">4809-215 208 0,'5'-15'77'0,"-5"15"-60"0,0-11 30 0,0 11 10 16,0 0-14-16,0 0-2 15,0 7-13-15,0-7-3 16,0 8-14-16,0 3 13 0,0 7 6 16,0 1 2-16,0-1 1 15,0 1-7-15,-5 7-4 16,5-4-4-16,0 15 1 16,0-4-6-16,0 8 0 0,0-8-4 15,0 12 2 1,0-16-4-16,0 8-2 0,0-4 0 15,0-3-1-15,0-4-2 16,0 0 1-16,0-8-11 16,0 1-2-16,0-1-55 15,0 1-21-15,0-8 43 16,-4-4 24-16</inkml:trace>
          <inkml:trace contextRef="#ctx0" brushRef="#br0" timeOffset="5931.89">5067-41 300 0,'4'-30'112'0,"-4"30"-87"0,9-7 0 0,-9 7-5 16,4 0-8-16,-4 0 1 16,4 0-10-16,-4 0-1 15,0 0-2-15,0 0-40 0,4 7-15 0,0 4 27 16,-4 8 14-16</inkml:trace>
          <inkml:trace contextRef="#ctx0" brushRef="#br0" timeOffset="5726.84">5117 18 264 0,'4'4'101'0,"-4"-4"-78"0,5 11 15 16,-5-11 4-16,4 11-5 15,0-4 2-15,0 8-17 16,-4-4-8-16,0 8-8 15,0-1-5-15,0 4 0 0,0-3-41 16,-4 3-15-16,4-4 27 0,-4 1 16 16</inkml:trace>
          <inkml:trace contextRef="#ctx0" brushRef="#br0" timeOffset="6688.14">5363 151 360 0,'4'-37'134'0,"-4"37"-104"0,16-18 7 0,-11 18-5 16,3-12-5-16,0 9 1 15,1-1-13-15,-1-3-4 16,4 3-7-16,1 0-5 0,4 4-2 16,-1 0-31-16,5 4-15 15,-4 0-83-15,-1 3-35 0,1-3 87 16,4 3 41-16</inkml:trace>
          <inkml:trace contextRef="#ctx0" brushRef="#br0" timeOffset="6472.45">5696-97 208 0,'20'-18'79'0,"-20"18"-61"0,17-22 23 0,-13 18 7 16,4-7-5-16,-3 3 1 15,3-18-13-15,-4 8-4 16,0-8-16-16,0 4 13 0,-4-4 8 15,0-4-3-15,-4 5-2 16,4-5-13-16,-4 4-6 16,0 4-5-16,-4 3 0 15,3 5-2-15,-3 6 2 16,0-3-2-16,-5 11 2 16,5 0 2-16,-9 19 2 15,5-5 3-15,-5 20 1 0,1-8 6 16,-5 11 1-1,4-8-1-15,1 8 0 16,3-4-3-16,1 8-1 0,-1-8-1 16,1 12 0-16,3-8-4 15,1 18 0-15,0-10-3 16,3 10 0-16,1-18-3 16,0 11 1-16,0-7 0 15,4-1 1-15,0-6-5 16,-4 3 1-16,0-15-11 15,0 11-5-15,-1-11-58 16,-3-3-24-16,0-1 50 16,-5-7 27-16</inkml:trace>
          <inkml:trace contextRef="#ctx0" brushRef="#br0" timeOffset="3410.3">2869 522 208 0,'-5'0'77'0,"5"0"-60"0,5 0 28 0,-5 0 9 0,0 0-11 15,4 4 0-15,4-4-13 16,0 0-6-16,1 3-14 16,-1-3 13-16,4 0 9 0,5-3-1 15,4 6-1-15,-1-3-10 16,1 0-2-16,-4 0-7 15,7 0 1-15,-3 0-5 16,8-3-2-16,-4-1-2 16,4 4-3-16,-4-7 1 15,0 3 1-15,-4 0-14 16,-1 4-7-16,-3 0-76 16,-5 0-33-16,1 0 66 15,-9 8 31-15</inkml:trace>
          <inkml:trace contextRef="#ctx0" brushRef="#br0" timeOffset="3065.15">2881 301 176 0,'0'11'66'0,"-4"-11"-52"16,4 4 34-16,0-4 14 0,8 3-10 15,0 1-3-15,1-4-8 16,3 0-1-16,5 0-22 16,3-4 9-16,1 4 6 0,4-3-6 15,-4 3-1-15,-5 0-11 16,5-4-2-16,0 4-5 15,4-7 0-15,-5 3-5 16,5 0 0-16,-4 1-1 16,0-1 1-16,-5 0-2 15,1 4-1-15,-5 0-6 16,-3 0-1-16,-1 0-10 16,-4 4-4-16,0 0-33 15,-8 3-15-15,0 4-90 16,-13-4-39-1,5 5 103-15</inkml:trace>
          <inkml:trace contextRef="#ctx0" brushRef="#br0" timeOffset="2628.89">2902 62 152 0,'-9'0'57'0,"5"0"-44"0,4-4 25 0,0 4 10 16,0 0-9-16,0 0 0 15,0 0-7-15,-4 0 0 16,4 0-18-16,-4 0 3 0,4 0 3 15,0 0-2-15,0 0-1 16,0 0 4-16,8 0 3 16,5-8 1-16,3 8 2 0,5 0-6 15,0 0-1-15,4 0-5 16,-5 0 1-16,-3 0-5 16,8 0 1-16,-5 0-7 15,9 0-3-15,-8 0 3 16,4 0 4-16,-4 0-5 15,0 0-2-15,-1 0-8 16,-3 0-1-16,-5 0-21 16,-3 0-9-16,-1 0-45 15,-8 8-20-15,-8-8 51 16,-1 7 27-16</inkml:trace>
          <inkml:trace contextRef="#ctx0" brushRef="#br0" timeOffset="4368.25">3699 198 184 0,'-5'-4'68'0,"5"-7"-52"0,5 7-3 0,-1 4-3 15,0 0 10-15,4 0 10 16,1 0 4-16,-1 0 1 16,0 4-18-16,0 7-1 0,1-3 0 15,-5 6 3-15,-4 5 1 16,0 3 8-16,0 7 5 0,-4-10-20 16,0 7-6-1,-1-8 3-15,1 4 2 0,0-7 3 16,0 3 1-16,0-10-2 15,-4-1 1-15,3 0-6 16,-3-7-1-16,4 0-2 16,0-7 1-1,0-4-2-15,-1-4-3 16,5-7-1-16,0-7 0 16,5-1-1-16,3-7 0 15,4 0 2-15,1 1-3 16,3 2 0-16,1 5-1 15,0 3 0-15,-1 8 2 16,1 3 0-16,-4 11 0 0,-1-3 0 16,0 7 2-16,1 7 1 15,-1 4 1-15,1 4 0 16,4 3 2-16,-5 1 1 16,1 3 1-16,-1 0 2 15,-4 0-3-15,1-3 1 16,-1-1-3-16,-4 1 0 15,0-1-1-15,0-3 0 16,5 3-7-16,-5-7-2 16,0 0-47-16,0-3-20 15,9 3 37-15</inkml:trace>
          <inkml:trace contextRef="#ctx0" brushRef="#br0" timeOffset="4851.2">4181 150 208 0,'-4'7'79'0,"0"1"-61"0,4 6 15 0,0 1 3 15,0-4 6-15,-4 8 4 16,0 6-7-16,-1 1-4 16,5 0-19-16,0 4 10 15,0-5 4-15,0 5-2 0,0-8-2 16,5 0-8-16,3-4-3 16,4 1-5-16,5-8 1 15,4-4 0-15,4 1 3 16,0-8-3-16,-5 0 1 15,1 0-1-15,4-8 1 16,-4 1 0-16,4-12 0 16,-4 8-2-16,-5-18-1 15,1 14-3-15,-9-18 1 16,1 11-4-16,-9-15 0 16,0 4-1-16,-9 3 1 0,1-3-4 15,-4 11-2-15,-1-4-12 16,1 8-5-1,-9 0-18-15,4 6-6 0,5 9-56 16,-1 3-25-16,9 0 60 16,8 3 32-16</inkml:trace>
        </inkml:traceGroup>
        <inkml:traceGroup>
          <inkml:annotationXML>
            <emma:emma xmlns:emma="http://www.w3.org/2003/04/emma" version="1.0">
              <emma:interpretation id="{B61FB4A2-F7C2-4E0E-943F-144C21DC4D1F}" emma:medium="tactile" emma:mode="ink">
                <msink:context xmlns:msink="http://schemas.microsoft.com/ink/2010/main" type="inkWord" rotatedBoundingBox="19611,595 20362,574 20378,1160 19627,1181"/>
              </emma:interpretation>
              <emma:one-of disjunction-type="recognition" id="oneOf2">
                <emma:interpretation id="interp2" emma:lang="" emma:confidence="1">
                  <emma:literal>y</emma:literal>
                </emma:interpretation>
                <emma:interpretation id="interp3" emma:lang="" emma:confidence="0">
                  <emma:literal>z</emma:literal>
                </emma:interpretation>
                <emma:interpretation id="interp4" emma:lang="" emma:confidence="0">
                  <emma:literal>Y</emma:literal>
                </emma:interpretation>
                <emma:interpretation id="interp5" emma:lang="" emma:confidence="0">
                  <emma:literal>Z</emma:literal>
                </emma:interpretation>
                <emma:interpretation id="interp6" emma:lang="" emma:confidence="0">
                  <emma:literal>V</emma:literal>
                </emma:interpretation>
              </emma:one-of>
            </emma:emma>
          </inkml:annotationXML>
          <inkml:trace contextRef="#ctx0" brushRef="#br0" timeOffset="7372.04">5804 40 196 0,'8'-7'74'0,"-8"7"-58"0,4-4 40 15,-4 4 16-15,0 0-22 16,0 0-5-16,0 0-14 15,0 0-5-15,4 11-14 16,-4-4 8-16,4 12 3 0,1-4 2 16,-1 7 2-16,0-4-4 15,4 5 0-15,1-5-3 16,3-3-1-16,1 3-1 0,3-10-2 16,1 3-2-16,4-11 1 15,-5 0-6-15,5-11-1 16,-4 3-2-16,-1-6-1 15,-3 2-3-15,-1-6-2 16,1 0 1-16,3-1-1 16,-3 1 0-16,-1-1 0 15,1 1-3-15,-1 6 0 16,-3 5-1-16,-1 0 3 16,0 3-2-16,1 15 1 15,-5-7 2-15,4 14 2 16,-4-3-1-16,5 22-1 15,-1-15 1-15,0 19-1 16,-4-15 2-16,5 11 1 0,-5-8 1 16,0 5 2-16,0-5-1 15,-4 1 0-15,0-4-1 16,-8 3 2-16,4-7-1 16,-17 8 0-16,4-8-3 15,-3 4 1-15,3-7-2 16,-4-1 2-16,4-3-2 15,1 3-1-15,3-7 1 16,1-3 1-16,-1-4-1 16,5-8-1-16,4 4 1 15,4-19 1-15,0 8-1 16,17-11-1-16,-5 4 1 16,21-12-1-16,-4-3 0 0,13-8 0 15,-9 8 0-15,13-8 0 16,-9 8-3-16,9-4 2 15,-8 7-12-15,-1-3-7 16,-4 7-33-16,5 4-16 16,-9 3-48-16,-4-3-21 15,-4 4 71-15,4 7 36 16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0:23:40.723"/>
    </inkml:context>
    <inkml:brush xml:id="br0">
      <inkml:brushProperty name="width" value="0.09333" units="cm"/>
      <inkml:brushProperty name="height" value="0.09333" units="cm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207AA0BD-021D-45BC-8A03-668FF18BA484}" emma:medium="tactile" emma:mode="ink">
          <msink:context xmlns:msink="http://schemas.microsoft.com/ink/2010/main" type="writingRegion" rotatedBoundingBox="2942,8425 9974,8449 9963,11824 2931,11800"/>
        </emma:interpretation>
      </emma:emma>
    </inkml:annotationXML>
    <inkml:traceGroup>
      <inkml:annotationXML>
        <emma:emma xmlns:emma="http://www.w3.org/2003/04/emma" version="1.0">
          <emma:interpretation id="{454DE05F-972F-4D1A-A007-D87B726BBB93}" emma:medium="tactile" emma:mode="ink">
            <msink:context xmlns:msink="http://schemas.microsoft.com/ink/2010/main" type="paragraph" rotatedBoundingBox="2942,8425 9974,8449 9971,9437 2939,94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41FFA8A-4D11-4821-ABA1-9BCBE140C68A}" emma:medium="tactile" emma:mode="ink">
              <msink:context xmlns:msink="http://schemas.microsoft.com/ink/2010/main" type="line" rotatedBoundingBox="2942,8425 9974,8449 9971,9437 2939,9413"/>
            </emma:interpretation>
          </emma:emma>
        </inkml:annotationXML>
        <inkml:traceGroup>
          <inkml:annotationXML>
            <emma:emma xmlns:emma="http://www.w3.org/2003/04/emma" version="1.0">
              <emma:interpretation id="{F17E7C3F-ADA7-44C9-8403-365BE32974DF}" emma:medium="tactile" emma:mode="ink">
                <msink:context xmlns:msink="http://schemas.microsoft.com/ink/2010/main" type="inkWord" rotatedBoundingBox="2942,8627 3819,8631 3817,9258 2939,9255"/>
              </emma:interpretation>
            </emma:emma>
          </inkml:annotationXML>
          <inkml:trace contextRef="#ctx0" brushRef="#br0">-59-1672 204 0,'0'-15'77'0,"0"4"-60"0,0 4 15 0,0 3 2 15,0-3 0-15,0-1 2 16,0 1-2-16,0 0 1 16,4-1-19-16,1-3-5 0,-1 4 0 15,0-1 15-15,0 1 10 0,0 0-7 16,-4 3-2-16,0 0-7 16,4 0-1-16,-4 4-4 15,0 0-1-15,4 4-2 16,-4-4 0-16,5 11-2 15,-5 0-1-15,4 8-1 16,0-1 2-16,4 5-1 16,-4-1 2-16,5 7-2 15,-1-3 0-15,0-4-1 16,5 1 0-16,-1-1 0 16,1 0 0-16,-1 0 0 15,1 0 0-15,-1-3 0 16,5-4 0-16,4-1-2 0,-5-3-1 15,1-7-1-15,0 0 0 16,-1-8 0-16,1-3 0 16,-5-1-2-16,1-3 1 15,-1-4-2-15,1-3-1 16,-5-4 1-16,0-4-1 16,-3-4 0-16,-1 1 2 15,0 3-3-15,0 4 0 16,0 3 1-16,0 8 0 15,-4 4 0-15,0 7 0 16,5 7 4-16,-1 4 2 16,4 8-9-16,0-1-5 0,1 1 4 15,3-1 1-15,5 1 5 16,4-1 1-16,-1-3-4 16,5-4 1-16,5 0 0 15,-1-3 2-15,4-5-6 16,0-3-1-16,1 0 15 15,-1-3 10-15,-4-5-8 16,0 1-1-16,-4-8-5 16,0-4 1-16,-4-6-2 15,-5-9 0-15,-3-6-3 16,-1-8 1-16,-3-4-2 16,-5 4 2-16,-4-4-2 15,4 11-1-15,-4 4-2 16,0 4 1-16,-4 3-6 15,4 8-3-15,0 7-232 16,0 4 132-16,0 4-86 16,0 7 116-16</inkml:trace>
        </inkml:traceGroup>
        <inkml:traceGroup>
          <inkml:annotationXML>
            <emma:emma xmlns:emma="http://www.w3.org/2003/04/emma" version="1.0">
              <emma:interpretation id="{5F13E6F1-EF12-437A-B0C2-4BAD961AE477}" emma:medium="tactile" emma:mode="ink">
                <msink:context xmlns:msink="http://schemas.microsoft.com/ink/2010/main" type="inkWord" rotatedBoundingBox="6508,8437 9974,8449 9971,9437 6505,942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 timeOffset="13631.78">3536-1827 212 0,'-9'-4'79'0,"5"-3"-61"0,4 3 32 16,0 4 13-16,0 0-7 15,0 0 2-15,0 0-19 16,0 0-9-16,0 0-17 15,0 11 5-15,0 0 2 0,0 4 1 0,0 4-1 16,4 6-2-16,-4-2 1 16,0 6-4-16,0-3-1 15,5 0 0-15,-5 0 2 16,4-4-5-16,-4 0 1 16,0-3-3-16,0-4 0 15,0-1-1-15,0 1 0 16,0-4-4-16,0-3-1 15,0-1 1-15,0-7 0 16,0 0 0-16,0 0 2 16,-4 0-1-16,-1-4 0 15,1-3-6-15,0-4 1 16,0-4 0-16,0-7 2 16,0-8-3-16,4-3 0 15,0-8 1-15,0-7 2 16,4-4-3-16,0 1-2 0,4-5-1 15,5 8 0-15,-1 4 0 16,1 3 0-16,3 8 3 16,1 3 0-16,4 4 1 15,-5 12 0-15,-3 2-3 16,8 1 0-16,-5 0-1 16,9 8 3-16,-4-1 0 15,0 8 1-15,4 7 0 16,-8 0 0-16,-5 0 2 15,-8 11 1-15,0-4-4 16,-8 12 1-16,-8 14 2 16,-1-10 1-16,5-8-1 0,-13 7 1 15,-8 8 0-15,4-4 1 16,0-8-2-16,4 1-2 16,5-4-2-16,-1-4 1 15,4 0 1-15,9-7 0 16,0 0 0-16,0-1 0 15,4 5 0-15,0-4 0 16,4-1-3-16,4 1 2 16,1-4 1-16,3 0 0 15,1 1 0-15,-5-5 2 16,0 0-3-16,5 1 0 16,-5-1 3-16,5 1 1 15,-1-1-1-15,-4 0 1 0,1-3-4 16,-1 0 0-16,0 3-1 15,1-3-2-15,-1-1-37 16,-4 1-15-16,5 0-71 16,-1-4-31-16,-4 7 83 15,0 1 39-15</inkml:trace>
          <inkml:trace contextRef="#ctx0" brushRef="#br0" timeOffset="13933.84">3964-1520 324 0,'0'-4'123'0,"0"8"-95"0,4 3 16 0,-4-7 2 16,5 8-5-16,-1-1 2 15,0 0-8-15,0 1-4 16,0 3-17-16,5 4 0 0,-1-1 2 16,0 1-8-16,-4-4-2 15,0 0-4-15,1 1 1 16,-1-1-9-16,0-4-1 16,0-3-69-16,4-4-31 15,9-4 56 1</inkml:trace>
          <inkml:trace contextRef="#ctx0" brushRef="#br0" timeOffset="14758.37">4468-1849 276 0,'4'40'104'0,"0"-14"-81"0,0 8 20 0,-4-27 6 16,4 8-7-16,-4 0 0 16,4 3-4-16,1-3-1 15,-1 3-20-15,-4-3 1 0,0 0 2 16,0-4-2-16,0-4-1 15,0 1-3-15,0-1 1 16,0 1-6-16,-4-8-3 16,4 0-3-16,-5-4 0 15,-3-4-2-15,4-6 2 16,0 3-2-16,0-12 2 16,-1 5-2-16,5-19-1 15,0 4-2-15,0-12 1 16,9-18-4-16,-1 23 1 0,-4 6-3 15,9-6 0-15,8-8-1 16,-5 0 2-16,5 7 4 16,-9 11 1-16,1 4-2 15,4 1 2-15,-5 2 1 16,9 5 0-16,-4 3 0 16,3 8 0-16,-3-1 4 15,0 16 2-15,-5-1 2 16,1 12 0-16,-5-5 0 15,-4 16 0-15,-8 14-2 16,0-3 1-16,0-8-4 16,-9 15 0-16,1-7 3 15,-5 3 3-15,0-7-2 16,1 0-2-16,3 0 0 0,1-7-1 16,3-8-2-16,1-3 1 15,4-5-2-15,4-2-1 16,0-1 1-16,8 0-1 15,-4-4-3-15,9 0 2 16,-5 1 1-16,5 3 0 16,-1 0 0-16,1 4 0 15,3 3 0-15,-3-7 2 16,-1 1-1-16,1-1 2 16,-1 0-2-16,1-4 2 15,-1 1 2-15,1-1 2 16,-5 0-3-16,0-3-3 15,1 0-5-15,-1-1 0 0,-4 1-36 16,0 0-15-16,0 0-82 16,1-4-37-16,3 3 91 15,0 1 43-15</inkml:trace>
          <inkml:trace contextRef="#ctx0" brushRef="#br0" timeOffset="15222.71">4929-1594 232 0,'0'-11'88'0,"0"11"-69"0,9-11 22 0,-9 7 21 15,4 4-35-15,0-4 23 16,4 1-30-16,1-5 18 16,3 4-22-16,1-3 21 15,3 7-22-15,-3-4 17 16,3 4-18-16,-3 0 17 15,4 4-18-15,-5 0 15 16,5 7-15-16,-5-4 12 16,1 4-14-16,-1 0 6 15,1 1-10-15,-5-1 0 16,0 0-4-16,1 0 3 16,3 0-4-16,1-4-3 15,-1 4 0-15,1-3-41 16,3-1 23-16,-3-3-197 15,3 3 119-15,1-3-119 16,0 0 124-16</inkml:trace>
          <inkml:trace contextRef="#ctx0" brushRef="#br0" timeOffset="16183.6">5795-1890 220 0,'4'-7'82'0,"-4"7"-64"0,4 0 7 16,-4 0-1-16,4 7 11 15,-4 0 10-15,0 8 1 16,0-4-1-16,4 19-24 15,-4-8 1-15,5 8 1 0,-5-4 3 16,4 3 4-16,-4-3-5 16,4 0-3-16,0-4-1 15,-4 0 1-15,0-7 10 32,0 4-18-32,0-8 5 0,0 0-12 0,0-8 4 15,0 5-6-15,-4-8 0 16,4 4-3-16,-4-8 1 15,0 0-2-15,-5-11-1 16,9 4 1-16,-8-15-1 16,8 4 0-16,-4-19 0 15,8 8 0-15,0-15 0 16,9 7 0-16,-1-10-3 16,1 10 2-16,3-3-1 15,5 10 0-15,-4-3 0 16,3 8 0-16,1-5 0 15,0 12 0-15,0 0 2 16,4 11 0-16,-4 4-3 16,-1 7 2-16,-3 3 3 15,0 5-1-15,-9 7 2 16,0 7-2-16,-8 7 4 16,0 5-3-16,-8 3 6 15,0 0-5-15,-5 0 6 16,1-4-6-16,-9 0 1 15,4 0-2-15,-4-7-2 0,1 0 1 16,3-4-1-16,0 1 0 16,5-5 0-16,4-3 0 15,-1-4-3-15,9 4 2 0,0-4 1 16,9 0 0-16,-1 0 0 16,9 0 0-16,-5 0-3 15,9 0 2-15,-5 0 1 16,9 0 2-16,9 1-1 0,-9-5 2 15,-5 0-2-15,10 1 2 16,-5-5 0-16,0 1 1 16,-5 0 0-16,1 0 0 15,-4-1-7-15,4-3 0 16,-1 0-43-16,-7 0-19 16,-5 0-119-16,1-3-53 15,-1-1 123-15,-4 0 58 16</inkml:trace>
          <inkml:trace contextRef="#ctx0" brushRef="#br0" timeOffset="16784.72">6431-1572 324 0,'0'-7'121'0,"0"7"-95"0,0-15 16 15,0 15 1-15,4-4-15 16,1 0-1-16,3-3-7 16,0 0-3-16,9-1-9 15,-5 1 4-15,9-1 3 0,-4 1 2 16,8 3 1-16,8 4 0 0,-12 0-2 15,0 0 0-15,0 8 0 16,-1-5-4-16,-3 9 0 16,0-5-1-16,-5 4 1 15,-4 0 7 1,1 4-11-16,-9-4-1 16,4 0-5-16,-8-3 1 15,4 3-2-15,-4-4 2 16,4 0-2-16,0-3-3 15,8 4 1-15,0-5 1 16,5 1 0-16,3-4 0 16,1 0 0-16,4 0 0 15,4 4 0-15,-4-1 0 16,-1 5 0-16,-3-1 2 16,0 0-1-16,-1 1 4 15,1 3-3-15,-5 0 8 16,1 4-6-16,-9 0 5 15,0-1-5-15,-12 1 7 16,4 4-7-16,-17-1-3 16,0 1-2-16,-8-4-56 15,4-1 30-15,-8 1-210 16,8 0 130-16,-4-4-125 16,8 0 134-16</inkml:trace>
        </inkml:traceGroup>
      </inkml:traceGroup>
    </inkml:traceGroup>
    <inkml:traceGroup>
      <inkml:annotationXML>
        <emma:emma xmlns:emma="http://www.w3.org/2003/04/emma" version="1.0">
          <emma:interpretation id="{3EEC2751-0534-41B0-9B54-D9258943364E}" emma:medium="tactile" emma:mode="ink">
            <msink:context xmlns:msink="http://schemas.microsoft.com/ink/2010/main" type="paragraph" rotatedBoundingBox="2860,9762 8628,9325 8808,11693 3039,1212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E842669-1D50-464A-8796-A79EA1F516B0}" emma:medium="tactile" emma:mode="ink">
              <msink:context xmlns:msink="http://schemas.microsoft.com/ink/2010/main" type="inkBullet" rotatedBoundingBox="2860,9762 4046,9672 4204,11753 3017,11843"/>
            </emma:interpretation>
          </emma:emma>
        </inkml:annotationXML>
        <inkml:trace contextRef="#ctx0" brushRef="#br0" timeOffset="-9503.88">92-4 140 0,'0'0'55'0,"4"-4"-43"0,-4 4 21 0,0 0 8 15,0 0-11-15,0 0-5 16,0 0-6-16,0 0 0 16,0 0-10-16,0 0 6 0,0 4 4 15,0 0-1-15,0 3-1 16,0 1-3-16,0-1 1 15,0 0 1-15,0 1 2 16,0 3 1-16,0 0 3 16,-4 0-8-16,4 0-3 15,-4 8 0-15,0-5 3 16,-1 1-4-16,1 0 2 16,0 0-3-16,4 0 0 15,0 3-3-15,0 1 1 16,-4 3 0-16,4-4 1 0,0 1-2 15,-4-1 1-15,4 1-2 16,-4-1 2-16,0 1-2 16,-1-5 0-16,5 5-1 15,0-1 2-15,0 1-1 16,0-1 0-16,0 5-1 16,0-1 0-16,0 4 0 15,0 0 0-15,5-1 0 16,-5 1 2-16,0 4-3 15,0-4 0-15,0 3 1 16,0-3 0-16,0 4-2 0,0-4 1 16,-5 0 0-1,5 0 1-15,0-8 0 16,0 4-2-16,0-7 1 16,0 0-2-16,0-4-1 15,0 4 1-15,0-8-1 16,0 0 2-16,0 1 1 15,-4-1-8-15,0-3-4 16,-4 0-50-16,-1-4-22 16,-3-4 33-16,-1-3 18 15</inkml:trace>
        <inkml:trace contextRef="#ctx0" brushRef="#br0" timeOffset="-1802.72">474-884 124 0,'0'-8'46'0,"4"8"-35"0,-4-3 29 0,0 3 12 16,0 0-6-16,0-4 0 15,0 0-6-15,4 1-3 16,0-1-20-16,-4-3 1 0,4 3 2 15,1 0-2-15,-5 1 1 16,0-1-8-16,0-4-4 16,0 5 11-16,0-5 7 15,0 5-3-15,0-5-3 16,0 5 2-16,0-1 3 16,0 4-3-16,0-4-1 15,0 4-5-15,0-4 1 16,0 4-7-16,0 0-1 15,0 8-4-15,0-8-3 0,0 7 6 16,0 4 5 0,0 4-4-1,0 0-2-15,0 3-1 16,0-3-1-16,4 4 0 16,-4-1 2-16,4 4-1 15,0 1 0-15,0 2-1 16,0 5 2-16,0 3-3 15,1 1 0-15,-1-1 1 16,0 4 2-16,4-4-3 16,-4 0 0-16,1-3 1 15,3-4 2-15,-4 0-1 16,0 0 0-16,0 0-1 16,1-4 0-16,-5-4-5 0,0 1-1 15,0-1 3-15,0-3 1 16,0 0 0-16,4 0 1 15,-4-1-2-15,4-3 2 16,-4 1-2-16,4-5 2 16,0 0-2-16,0-3-1 15,-4-4 1-15,0 0 1 16,0 0-6-16,0 0-1 16,0 0-45-16,0 0-16 15,-4 0-62-15,-4 0-26 16,-5 7 82-16,1 5 37 15</inkml:trace>
        <inkml:trace contextRef="#ctx0" brushRef="#br0" timeOffset="-8001.54">-12-89 184 0,'4'-4'68'0,"0"4"-52"0,0 0 21 0,-4 0 9 0,9 0-6 16,-1 0-1-16,0 0-9 15,5 0-2-15,-1 0-15 16,1 0 1-16,3-3 2 0,5 3-2 16,8 0 2-16,-4 0-3 15,0-4 2-15,4 4-4 16,1-4-1-16,3 0 0 16,4-3 1-16,5 0-1 15,-5 3-1-15,-8 0-3 16,17 1 1-16,-8-1-2 15,7 0 0-15,14 1-1 16,-5-1 0-16,-8 0-2 16,-1 4-2-16,-7 0 1 15,-5 0-1-15,0-4 0 0,-4 4 0 16,-4-3 0-16,0 3 2 16,-4 0 1-16,0 0 1 15,-4 0-2-15,-5 3-2 16,1 1 1-16,-5 4 1 15,0-1-3-15,1 4 0 16,-1 4 1-16,0 3 2 16,-4 8 1-16,0 7 3 15,-4 4-3-15,0 0 0 16,0 4 1-16,0 3 2 16,0-3-1-16,-4-4 2 15,0 0 0-15,0-4 1 16,4 1-2-16,0-5 1 0,0 5-2 15,0-1 0-15,0 0-1 16,4 4 0-16,0 4-2 16,0-1 1-16,5 5-2 15,-1-5 2-15,0 5-2 16,1-8 2-16,-1 4-2 16,0-8-1-16,1 0 3 15,3-7 0-15,1 0-1 16,-5-4 1-16,0-3 0 15,1-1 3-15,-1-3-1 16,0 0 0-16,-4-1 1 16,1-6 1-16,-5-1-3 15,0 1-3-15,-5 3 2 0,1-4 2 16,-4 0-2-16,0 1-2 16,-5-4 0-16,-3 3 1 15,-5-3-1-15,-4-1 2 16,-4 5-2-16,0-1-1 15,-1-3 1-15,-3 0 1 16,0-4-3-16,0 0 0 16,-1 0 1-16,1-4 0 15,0 0 0-15,-5 0 2 16,1 1-3-16,-1-1 0 16,-3 4-1-16,3 0 0 15,1 0 2-15,4 0 0 16,-1 0-3-16,5 4 2 0,4-1 1 15,4-3 0 1,1 0 0-16,-1 0 0 0,4 4-3 16,1-4 2-16,-1 0 1 15,0 0 0-15,5 0 0 16,-1 0 0-16,1 0 0 16,-5 0 0-16,1 0 0 15,-1 0 2-15,0 0-3 16,1 0 0-16,-1 0 1 15,4 0 0-15,1 0 0 16,0 0 0-16,-1 0-3 16,5 0 2-16,-1 0 1 15,-3 0 0-15,8-4 0 16,0 4 0-16,-1 0 0 0,1 0 0 16,0 0 0-16,4 0 2 15,0 0-3-15,0 0 0 16,0 0-1-16,0 0-2 15,0 0-13-15,0 0-4 16,0 0-57-16,0 0-24 16,0 4 52-16,-4 4 28 15</inkml:trace>
        <inkml:trace contextRef="#ctx0" brushRef="#br0" timeOffset="-1261.01">353-263 180 0,'4'-7'68'0,"-4"7"-52"0,4 0 23 0,-4 0 8 15,0 0-11-15,0 0-3 16,5 3 3-16,-1 1 3 15,-4-4-20-15,8 4 7 0,0 3 4 16,1 1-1-16,-1-1 1 16,4 0-2-16,1 1 2 15,4-1-10-15,3 1-2 16,1-1-1-16,4-3 1 16,0-1-4-16,0-3 0 15,0 0-2-15,0 0 0 16,0 0-2-16,-4-3-1 15,0-1-1-15,-1-3 0 16,-3-1 0-16,0 1 0 16,-5-1 0-16,1 1 2 15,-1-4-3-15,1 4-2 0,-5-5-2 16,0 5 0-16,-4-4 0 16,5 4 1-16,-5-1-5 15,0 1 1-15,0-1 0 16,-4 5 0-16,0 3-38 15,0 0-14-15,0 0-78 16,0 0-33-16,-16-4 82 16</inkml:trace>
        <inkml:trace contextRef="#ctx0" brushRef="#br1" timeOffset="52126.31">345 429 160 0,'0'-4'60'0,"-4"4"-47"0,8-4 28 0,-4 4 8 0,0 0-7 16,0 0 1-16,0 0-8 16,0 0 1-16,0 0-20 15,0 0 4-15,4 0 3 0,-4-3-1 16,0 3-1-16,4 0-5 16,-4 0 0-16,0 0-3 15,0 0 2-15,0 0-2 16,0 0 0-16,4 3-1 15,-4 5 0-15,4-1-4 16,-4 0 0-16,5 5 1 0,-1-1 2 16,0 3-3-16,0 1 0 15,4 4 1-15,-3 3 2 16,3 4-1-16,0 0-1 16,0 0-3-16,1-1 1 15,-1 5 0-15,0-8 1 16,1 0 2-1,-1 1-3-15,-4-5 1 16,5-3-3-16,-5-4 2 16,0-4-2-16,4-3 0 15,-4-4-3-15,5-4 1 16,-5 1 0-16,0-5 1 0,4-3-2 16,1-4-2-16,-1 1 1 15,0-12 1-15,1 0 1 16,3-4 1-16,1-3-2 15,-1 0-2-15,1-1 1 16,-1 1-1-16,0 4 0 16,5 3 2-16,-4 0-1 15,3 4 2-15,-3 3-2 16,-1 1 2-16,1 3-4 16,-1 0 0-16,-4 0 1 15,1 4 2-15,-1 0-1 16,0 0-1-16,-3 4-2 15,3-1-1-15,4 4-14 16,-7-3-4-16,-1 3-68 0,4-3-29 16,0 0 66-16,1-5 36 15</inkml:trace>
      </inkml:traceGroup>
      <inkml:traceGroup>
        <inkml:annotationXML>
          <emma:emma xmlns:emma="http://www.w3.org/2003/04/emma" version="1.0">
            <emma:interpretation id="{BA14A33F-C738-42C8-B758-550DEE42723C}" emma:medium="tactile" emma:mode="ink">
              <msink:context xmlns:msink="http://schemas.microsoft.com/ink/2010/main" type="line" rotatedBoundingBox="6544,9502 8630,9344 8808,11693 6721,11851"/>
            </emma:interpretation>
          </emma:emma>
        </inkml:annotationXML>
        <inkml:traceGroup>
          <inkml:annotationXML>
            <emma:emma xmlns:emma="http://www.w3.org/2003/04/emma" version="1.0">
              <emma:interpretation id="{C2AEBB8D-523D-457B-B78C-A88758ADDDD5}" emma:medium="tactile" emma:mode="ink">
                <msink:context xmlns:msink="http://schemas.microsoft.com/ink/2010/main" type="inkWord" rotatedBoundingBox="6544,9502 8630,9344 8808,11693 6721,1185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9188.2">3690-1021 108 0,'4'-7'44'0,"0"3"-35"0,0-7 9 16,0 7 2-16,-4 0 3 15,0 1 3-15,4-1-2 16,-4 0-1-16,5 1-12 16,-5-5 4-16,4 5 5 0,-4-1 2 15,0 0 4-15,0 0 1 16,4 4 1-16,-4-3-2 15,0 3 1-15,0 0-6 16,0 0-3-16,0 0-4 16,0 0-1-16,0 0 1 15,4 7 4-15,-4 1-4 16,4-1 2-16,0 4-3 16,1 0 2-16,-1 0-2 0,0 4 2 15,4 0-4-15,1 3-1 16,-5 1 0-16,0-4 1 15,0 3-1-15,0 1 1 16,0-1-2-16,1 1 0 16,3 3-3-16,0 0 1 15,0 4-2-15,-3 0 0 16,3 3-3-16,-4 1 1 16,4 3 0-16,-3 0 3 15,-1 4-1-15,-4-3 0 16,4 6-1-16,-4-10 0 15,4 0 0-15,-4-5 0 0,4-2 0 16,0-1 0-16,1 0 0 16,-1 0 0-16,0-3-2 15,4-1 1-15,-4 1-2 16,1-5 2-16,-5 1 0 16,4 0 1-16,-4-4-2 15,4 0-2-15,0 0 1 16,0 0 1-16,0 1-1 15,0-5-1-15,-4 0 1 16,5 1 1-16,-5-1-1 16,4 1 2-16,-4-8-2 15,0 7-1-15,0-7-4 16,0 4-2-16,0-4-37 16,0 0-14-16,0 3-59 0,-4-3-26 15,-5 4 72-15,1 3 37 16</inkml:trace>
          <inkml:trace contextRef="#ctx0" brushRef="#br0" timeOffset="10914.55">4426-267 240 0,'-8'0'90'0,"4"0"-70"0,4 4 24 0,0-4 4 15,0 0 1-15,0 0 3 16,8 0-17-16,0 4-7 15,1 0-16-15,-1-1 8 16,0 1 3-16,0 3 0 0,1 1-2 16,3 3-5-16,-3-4 0 15,3 4-3-15,5-3 2 16,-1 3-2-16,1-4 2 16,4-3-2-16,-5-4 0 15,1-4-5-15,4 1 0 16,-4-1-3-16,-1 0 0 15,1-3-1-15,-5-1 0 16,1 1-5-16,-5 3 1 0,0 4-9 16,-3-3-4-16,-1-1-37 15,0 0-18-15,0 0-50 16,0 1-23-16,0 3 72 16,5 0 37-16</inkml:trace>
          <inkml:trace contextRef="#ctx0" brushRef="#br0" timeOffset="9667.56">3702-311 256 0,'0'-4'96'0,"4"4"-75"0,5 0 17 16,-5 0 3-16,4 4 0 15,0 0 5-15,5-1-8 16,-1 1 0-16,1 4-22 15,-1-1 2-15,1 4 0 0,3 0-2 16,1 4 1-16,0 0-1 16,-1 0 3-16,1-1-5 15,0-3 2-15,-1 1 8 16,1-1-8-16,-5-4-2 16,1-3-4-16,-1-4-1 15,1 0-3-15,-1-4 1 16,1 0-2-16,-1-3 0 15,-3-4-3-15,3 0 1 16,-4-4-2-16,1 0-1 16,-1 0-4-16,0-3 0 15,1 3-16-15,-1-3-6 16,0-8-64-16,1 4-27 16,-1-1 61-16,4 5 28 15</inkml:trace>
          <inkml:trace contextRef="#ctx0" brushRef="#br0" timeOffset="10523.34">4501-1250 160 0,'0'-4'63'0,"0"0"-49"0,4 1 22 0,-4 3 10 0,0 0-9 15,0 0-1-15,4 7 4 16,5 0 1-16,-5 5-21 16,0 2 6-16,0 9 4 0,0 6-5 15,-4 4-2-15,0-3 0 16,4 7 0-16,1-4-1 15,-1 1-2-15,0-1-4 16,0 0 0-16,0 0-3 16,-4 1 0-16,4 3-3 15,0 0 1-15,1 7-4 16,-1 0 1-16,0 1-3 16,-4-5 2-16,4 5-2 0,0-1 0 15,0-3-1 1,-4-8 0-16,5 4 0 0,-5-7 0 15,0-4 0-15,0-4 2 16,0 0-3-16,0-4 0 16,0 1 1-16,0-4 0 15,0 0 2-15,-5-1 1 16,5 1-1-16,0-4-1 16,0 0-3-16,0 0 1 15,0 1-4-15,0-5 0 16,0 0 3-16,5 1 1 15,-5-5-4-15,0-3 1 16,0 0-2-16,0 0 0 16,0 0-36-16,4 0-16 0,-4-3-75 15,-4-5-29-15,-1 5 82 16,-7 6 40-16</inkml:trace>
          <inkml:trace contextRef="#ctx0" brushRef="#br0" timeOffset="12010.63">5641-1206 244 0,'-4'-4'93'0,"4"4"-72"0,0 0 11 0,0 0 3 16,0 4-8-16,0-4 1 15,0 8 9-15,0 3 4 16,-4 3-22-16,-1-2-13 0,-3 10-5 0,-9 11 12 16,5 0 6-16,-5 1 4 15,1-5 1-15,-1 4-2 16,-4-3 1-16,0 3-4 15,1 1 0-15,-1-1-4 16,0 0-1-16,0 8-6 16,-4 0-3-16,4 3 2 15,1-3 0-15,-1 7-1 16,0-8-1-16,0 5-1 16,0-8 2-16,5-8-1 15,-1 5 0-15,1-5-1 16,-1-3 2-16,0-4-3 15,1-3 0-15,3-1-1 0,1 1-2 16,-1-1 3-16,-4-3 0 16,5 3-1-16,-5 1 1 15,5-1-4-15,-1 1 0 16,1-4 1-16,-1 0 0 16,1-1 0-16,4-3 2 15,-1 0 1-15,1-3 1 16,4-4-5-16,0-1 1 15,4-3-9-15,0-3-2 16,4-9-40-16,0 1-19 16,4-3-59-16,1-1-25 15,-5 4 81-15,-4 7 38 16</inkml:trace>
          <inkml:trace contextRef="#ctx0" brushRef="#br0" timeOffset="12445.61">5075-322 228 0,'0'0'85'0,"0"0"-66"0,-4-4 21 15,0 1 24 1,4 6-36-16,-4-3 20 15,4 0-28-15,-5 0 15 16,5 4-20-16,-4 0 19 0,4 3-20 0,-8 0 17 16,8 5-17-16,-4-1 14 15,4 0-15-15,-4 0 12 16,-1 4-14-16,-3-1 15 16,8 5-16-16,0-4 9 15,4 3-11-15,0-3 4 16,9 0-7-16,4-8 9 15,3 4-8-15,5-7 3 16,4 3-5-16,1-7 0 16,-1 4-2-16,-4-4 1 15,0 0-2-15,-5 0-5 16,1 0 2-16,-4-4-43 16,0 4 25-16,-9-3-144 15,4 6 91-15,-12-6-83 16,4 3 90-16</inkml:trace>
          <inkml:trace contextRef="#ctx0" brushRef="#br0" timeOffset="4368.35">3636-22 108 0,'0'-4'44'0,"4"4"-35"0,0-4 29 0,-4 4 10 16,4 0-6-16,0-4 1 0,-4 1-8 16,0-1-1-1,0 4-19-15,0 0 0 0,0 0-1 0,0 0-1 16,4 7 2-16,-4 5 3 16,0 2 3-16,0 5 2 15,0 3 1-15,0 0-7 16,0 8-2-16,0 7-1 15,0-4 4-15,0 0-1 16,0 1-1-16,0-1-2 16,0-4-1-16,5 5-3 15,-1-5 1-15,0 5-2 16,0-1 2-16,0 4-2 16,0 4 0-16,0-1-3 0,1 1-1 15,-1 3-1-15,-4-3 2 16,0 0-1-16,0-15 0 15,0-1 1-15,0 5 1 16,4 7-3-16,-4-11-3 16,4 0 2-16,0-4 0 15,0 0-4-15,1-7 1 16,-1 0 2-16,-4-4 1 16,4 4-1-16,-4-8-2 15,4 4 1-15,-4-7 1 16,0-4-3-16,0 0 0 15,0 7-12-15,0-7-7 16,0 0-60-16,0-3-25 16,-4-9 54-16,0-2 26 15</inkml:trace>
          <inkml:trace contextRef="#ctx0" brushRef="#br1" timeOffset="53492.18">4047 443 248 0,'-4'-7'93'0,"0"7"-72"0,8-4 14 0,-4 4 2 16,4 0-6-16,-4 0-1 16,5-3-8-16,-1 3-1 15,-4 0-12-15,0 0 3 0,8 3 2 16,-4 1 4-16,0 3 3 0,1 5-2 15,-1 2-2-15,0 5-3 16,0 3 1-16,0 8 1 16,0-1-1-16,1 5-1 15,-1-5 1-15,0 4-2 16,0-7 0-16,0 0 1 16,0 0-3-1,0-7-1-15,1-1-2 16,-1-7 0-16,0-3-4 15,0-1-1-15,0 0 1 16,-4-7 2-16,0 0-3 16,0 0-2-16,9 4 0 15,-1-4 1-15,-4 0 1 0,4-4 1 16,1-3 0-16,3-4 0 16,1 0 0-16,-1-8 2 15,5 1-1-15,-1-12 0 16,5 1-1-16,0-8 0 15,4 0 0-15,0 0 0 16,0 0-2-16,4 0 1 16,0 3-2-16,0 5-1 15,0-1 1-15,5 4-1 16,-13 4 0-16,-1 4 2 16,-3-1-1-16,-5 4-1 15,-3 4 1-15,-1 4-1 16,0 3-5-16,-3 0-1 0,3 8-37 15,-8 0-16-15,-4 7-138 16,-5 4-58 0,-3 3 131-16</inkml:trace>
          <inkml:trace contextRef="#ctx0" brushRef="#br0" timeOffset="5704.74">3640-45 176 0,'4'-3'68'0,"0"-1"-52"0,0 0 19 0,0 4 7 16,5 0-3-16,-1-3-1 16,4-1-6-16,1 0-2 0,-1 0-17 15,1 1 1-15,4 3 0 0,3 0-1 16,5 0 2-16,4 0-4 16,5 3-1-16,-1-3-11 15,-4 4-4-15,-4-4 14 16,13 0 5-16,11 0-4 15,1 0-1-15,4 0-3 16,-12 0-1-16,-9 0-3 16,13 4 1-16,-8 0-2 15,3-1 2-15,-3 1-2 16,3-4 2-16,-7 0 0 16,11 0 3-16,-3 0-3 15,-1 0 0-15,-7 0-1 0,-1-4-2 16,-4 1 1-16,0-1 1 15,-4 0-1-15,-4 4-1 16,0 0 1-16,-4 0 1 16,-5 0-1-16,0 0 2 15,1 0-2-15,-1 4 2 16,5 0-2-16,-9-1-1 16,1 1-2-16,-1 3 1 15,0 1 3-15,1 3 1 16,-1 7-1-16,-4 1 1 15,0-4 0-15,0 10 3 16,1-6-1-16,-1 14 0 16,0 8 1-16,0-4 1 15,-4 0 1-15,0-4 0 16,0 0-2-16,0 1 1 0,0-1-2 16,0-3 2-16,0-8-2 15,0 15 0-15,0 15-1 16,0-4 0-16,4 0 0 15,0-4 2-15,5 0-3 16,-5-14 0-16,0 0-1 16,4-1 1-16,1-7-2 15,3 4 2-15,-3-4 0 16,3 1 1-16,-4-5 0 16,5 1 2-16,-5-5-3 15,0 1-2-15,1 0 2 16,-5-4 2-16,0 0-2 0,0 0 0 15,-4-3 1-15,-4-1 2 16,0 1-1-16,-4-1 0 16,-1 0-3-16,-7 1 1 15,-9-1-2-15,-4 0 2 16,-1 1-2-16,-3-1 2 16,0 1-2-16,0-1-1 15,-5 0 1-15,-3 1-1 16,-1-4 0-16,-4-1 0 15,0 1 0-15,9 0 0 16,8-1 0-16,-21 1 0 16,-8 0 0-16,-1-1 2 15,5 1-3-15,9 4 0 16,3-5 1-16,0 1 2 0,5-4-3 16,-1 0 0-16,5 0 1 15,0-4 2-15,0 1-3 16,4-1 0-16,-1 0 1 15,5 0 0-15,0 1 0 16,9 3 0-16,3 0 0 16,-3-4 0-16,3 4-3 15,-3 0 2-15,-1-4-4 16,0 4 1-16,5 0-7 16,-1 0-1-16,5 0-28 15,0 0-14-15,4 0-54 16,4 0-23-16,0 0 69 0,0 0 32 15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0:24:54.452"/>
    </inkml:context>
    <inkml:brush xml:id="br0">
      <inkml:brushProperty name="width" value="0.09333" units="cm"/>
      <inkml:brushProperty name="height" value="0.09333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D466768-1C44-4511-A6D8-FB34F495FEC4}" emma:medium="tactile" emma:mode="ink">
          <msink:context xmlns:msink="http://schemas.microsoft.com/ink/2010/main" type="inkDrawing" rotatedBoundingBox="10811,8368 11599,16696 11404,16714 10616,8387" semanticType="callout" shapeName="Other"/>
        </emma:interpretation>
      </emma:emma>
    </inkml:annotationXML>
    <inkml:trace contextRef="#ctx0" brushRef="#br0">-1-3 152 0,'4'0'57'0,"-4"3"-44"0,0 1 14 0,0-4 3 16,0 0-6-16,0 0-2 16,0 4-1-16,0 0-1 15,0-1-11-15,0 5 3 0,0-1 4 16,0 0 1-16,4 1-1 16,-4-1-4-16,0 1 0 15,0-1-5-15,4 4 1 16,-4 0-3-16,0 4 0 15,0 3-1-15,0-3 0 16,0-4 2-16,4 4 1 0,0-4-1 16,0 8 1-16,1-4-2 15,-1 3 2-15,0-3-2 16,-4 7 0-16,0-4-1 16,0 12 0-16,0-8-2 15,0 15 1-15,0-7 2 16,0 7 2-16,0-4-6 15,0 11 0-15,0-10-6 16,4 6 1-16,-4-6 8 16,4 3 7-16,0-8-3 15,1 5-2-15,-5-5-1 16,0 8 1-16,0-7-3 16,4 10 0-16,0-6 3 0,-4 10 1 15,0-7-3-15,0 11-1 16,0-7 1-16,0 11 0 15,0-8-2-15,0 0-2 16,0-7-2-16,0 4 1 16,0-4 1-16,4 4 2 15,-4-4 1-15,4 7 3 16,0-7-3-16,5 15 0 16,-9-12-1-16,4 16 1 15,-4-12-2-15,4 12 2 16,0-8-2-16,0 0 2 15,1-7-2-15,-1 7 2 16,0-11-2-16,0 11 2 0,0-8-2 16,0 16 2-16,-4-12 0 15,4 12 1-15,1-8 0 16,-1 11 0-16,-4-7 0 16,4 7 0-16,0-15-2 15,0 4 1-15,0-7-2 16,1 7 2-16,-1-7 0 15,0 11 1-15,4 18 0 16,1-4 2-16,-1 1 1 16,0-4 1-16,1 0-7 15,-1-8 0-15,0-3-3 16,-4-8 0-16,5 1 6 16,-1-5 5-16,0 1-5 0,1 3-2 15,-1 8-1-15,0 0 1 16,1 7-1-16,-1-3 2 15,4 18-2-15,-3-12-1 16,3-2 1-16,1-12-1 16,-1 0 0-16,-4 0 0 15,5 0-3-15,-5 4 2 16,5 7 3-16,-5 0 1 16,5 4-4-16,-5-4 1 15,0 0 0-15,1-3 2 16,-1-8-3-16,0-4 0 15,0 1 1-15,1-1 2 0,3 4-1 16,-3 4-1 0,3 11-2-16,-4-1 1 0,5 1 1 15,-5-4 2-15,1 1-3 16,-5-5 0-16,0-7 3 16,0-3 1-16,0-5-1 15,0 1-2-15,0 3-2 16,-4 1 1-16,5 3 1 15,-1 0 0-15,0 7 0 16,0-3 0-16,4 4 0 16,-3-8 0-16,-1 3 0 15,-4-6 2-15,0-5-1 16,0-3 2-16,0 0-4 16,0 4 0-16,0 0 1 15,-4-1 2-15,4 5-1 0,-5-1-1 16,5 4 1-16,0-3-1 15,0-1 0-15,0-7 2 16,0 4-1-16,0-4 2 16,0 3-2-16,0-10-1 15,0 3 1-15,0-7 1 16,0 4-3-16,0-4 0 16,0-1 1-16,0 1 2 15,0 0-1-15,0 0-1 16,5 4 3-16,-1-1 0 15,0 5-4-15,-4-1 1 16,4 0 0-16,0 0 2 16,0 4-1-16,1-3 2 0,-1 3-4 15,-4-8 0-15,4 1 3 16,-4-1 1-16,4 1-1 16,0-8 1-16,-4 4-2 15,4 0 2 1,1 0 0-16,-1 0-1 15,-4-4-2-15,4 4 3 16,0 0 0-16,4 0 1 16,-4-1 0-16,1-6-2 15,-1 11 1-15,-4-1 0 16,4 1 1-16,0-4-2 16,0 0 1-16,0 3-4 15,1-3 0-15,-5 0 3 0,4 0 3 16,-8-4 0-16,8 4 0 15,-4-4-1-15,4 4 0 16,-4-8-2-16,4 1-2 16,-4-4 3-16,4 3 0 15,-4-3-4-15,0 0 1 16,0 0 0-16,4-1 2 16,-4 1-1-16,5-4-1 15,-1 0 1-15,0 4-1 16,-4-4 0-16,0 0 0 15,0 0 0-15,0 0 2 16,0 1-1-16,0-1 2 16,0 0-4-16,0 0 0 0,-4 0 1 15,4 0 2-15,-4 4-1 16,4 0-1-16,-5-1 1 16,5 1-1-16,-4 0 0 15,4 4 0-15,0-1 0 16,0-3 0-16,0 0 0 15,0-1 0-15,0 1 0 16,0 0 2-16,-4 0-1 16,4 0-1-16,0-1 1 15,0 1 1-15,0 0-3 16,0 0 0-16,-4 0 1 16,4-1 0-16,-4-3 2 15,4 8 1-15,0-8-1 16,0 0-2-16,0 0 1 0,0 0-1 15,-4 0-3-15,4 0 2 16,0 1 1-16,0-1 0 16,0 0 0-16,0-4 0 15,0 1 0-15,0-1 2 16,0 0-1-16,0 1-1 16,0-1 1-16,0-7-1 15,0 4 0-15,0-4 0 16,4 7-25-16,-4-7-8 15,-4 0-56-15,-1-7-25 16,-3-4 60-16,-17-23 27 16</inkml:trace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0:24:03.437"/>
    </inkml:context>
    <inkml:brush xml:id="br0">
      <inkml:brushProperty name="width" value="0.09333" units="cm"/>
      <inkml:brushProperty name="height" value="0.09333" units="cm"/>
      <inkml:brushProperty name="fitToCurve" value="1"/>
    </inkml:brush>
    <inkml:brush xml:id="br1">
      <inkml:brushProperty name="width" value="0.13333" units="cm"/>
      <inkml:brushProperty name="height" value="0.13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277FEAF-99B2-4D32-A381-ED9AD18861C6}" emma:medium="tactile" emma:mode="ink">
          <msink:context xmlns:msink="http://schemas.microsoft.com/ink/2010/main" type="writingRegion" rotatedBoundingBox="12216,13754 11887,8261 17668,7915 17997,13407"/>
        </emma:interpretation>
      </emma:emma>
    </inkml:annotationXML>
    <inkml:traceGroup>
      <inkml:annotationXML>
        <emma:emma xmlns:emma="http://www.w3.org/2003/04/emma" version="1.0">
          <emma:interpretation id="{D9D904EA-9B9F-49D2-BAD6-325349ABCE21}" emma:medium="tactile" emma:mode="ink">
            <msink:context xmlns:msink="http://schemas.microsoft.com/ink/2010/main" type="paragraph" rotatedBoundingBox="12216,13754 11887,8261 13212,8182 13541,136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508BCE4-5AD4-43D3-8592-30C487BF3A76}" emma:medium="tactile" emma:mode="ink">
              <msink:context xmlns:msink="http://schemas.microsoft.com/ink/2010/main" type="line" rotatedBoundingBox="12216,13754 11887,8261 13212,8182 13541,13674"/>
            </emma:interpretation>
          </emma:emma>
        </inkml:annotationXML>
        <inkml:traceGroup>
          <inkml:annotationXML>
            <emma:emma xmlns:emma="http://www.w3.org/2003/04/emma" version="1.0">
              <emma:interpretation id="{F37D618F-A47F-4328-AD36-B709F93E9AC3}" emma:medium="tactile" emma:mode="ink">
                <msink:context xmlns:msink="http://schemas.microsoft.com/ink/2010/main" type="inkWord" rotatedBoundingBox="12216,13754 11950,9314 13275,9235 13541,1367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9081 203 152 0,'-4'-11'57'0,"4"11"-44"0,9-7 23 0,-9 7 9 16,4-4-8-16,0 0-1 15,0 1-5-15,0-1 0 16,5 0-17-16,-1 0 7 0,4-3 3 15,-3 3 5-15,12-3 2 16,-5 0-16-16,13-5-7 0,-4 1 1 16,17-3 4-1,-5-1 4-15,17 4 2 0,-8 0-4 16,17-1-1 0,-14 5-4-16,14-4 1 0,-13 4-6 15,12-4-1-15,-8 3-2 16,9 1 1-16,-13-1 0 15,4 5 3-15,-9-1-3 16,5 4 0-16,-12 0 1 16,-1 0 2-16,-8 0-1 15,1 7 0-15,-6 1-6 16,-3 7 1-16,-4-4 6 16,0 7 4-16,-5-3-3 15,1 7 1-15,-5 0-3 16,0 8 2-16,0-4-2 15,1 3-3-15,-1 1 4 16,0-1-4-16,1 1 4 16,-1 0-4-16,0 3 4 15,1 0-4 1,-1 8 4-16,0-4-4 0,1 4 1 16,-1-1-1-16,0 1 1 15,1 0-2-15,-5-1 2 16,4 1-2-16,-4 0 4 15,0-4-3-15,1-8 4 16,-1 1-4-16,-4-4 4 16,0-4-4-16,0-4 4 15,0 1-4-15,0-4 1 16,0-1-1-16,0-2-2 16,0-1 1-16,-4-4 1 15,4 4-1-15,-9-3 2 16,5-1-2-16,-8 0 2 15,-1 1-2-15,-8-5 2 16,5 1-2-16,-13 0-1 16,4-1 1-16,-17 1 1 15,9 0-1-15,-13 0 2 16,4 3-2-16,-12-3-1 16,13-1 1-16,-22 1-1 15,18 0 0-15,-18-4 0 16,9 0 0-16,-13 0 2 0,13 3-1 15,-12 1-1-15,16 0 1 16,-8 0-4-16,12-1 2 16,-4 1 1-16,8 0 0 0,1-4 2 15,7 3-1-15,-3-3-3 16,12 0 1-16,0 0 1 16,0 0-5-16,4 0-1 15,5 0-26-15,3 0-9 16,1-3 21-16,-1-1-76 0,9-3-29 15,4-5 64-15,8 1 32 16</inkml:trace>
          <inkml:trace contextRef="#ctx0" brushRef="#br0" timeOffset="7897.69">9905 2440 160 0,'0'4'63'0,"0"-4"-49"0,0 0 14 0,0 0 4 15,0 0-7-15,0 0 0 16,0 0 1-16,0 0 1 16,0 0-14-16,0 0 8 0,4 0 2 15,1-4 0-15,-5 1 0 16,0-5 1-16,0 1 2 15,0-4-8-15,0 0-3 16,4-4 0-16,-4 0 3 16,0-3-4-16,0-1 2 15,0-3-3-15,0 0 0 16,0-8-3-16,0 1-1 16,0-8-3-16,-4-4-1 15,4-7-3-15,-5-4 1 16,1-3-2-16,0 3 2 15,0 4-2-15,0 0 2 0,4 7-2 16,-4 0-1-16,4 8 3 16,-5 0 0-16,1 3-4 15,0 1 1-15,4 3 0 16,-4-4 0-16,4 8 0 16,-4-4 0-16,0 4 0 15,-1 0 0-15,1 3 0 16,0-3 0-1,0 4 0-15,4 3 0 16,-4-4 0-16,0 5 0 16,-1-5 0-16,1 4 0 15,4 0 0-15,-4 4 0 16,0 0 0-16,0 0 0 16,0 4 0-16,0-1 0 15,-1 5 0-15,-3-1 0 16,0 4-3-16,-1 0 2 15,1 7 1-15,0 4 0 16,-1 4 0-16,-3 0 0 16,-1 7 0-16,1 0 0 15,0-3 0-15,-1-4 0 16,5 3 0-16,-1-7 0 16,1 0 0-16,4-3 0 15,0-1 0-15,4-7 2 16,8 0-1-16,0-7-1 0,9-4 1 15,0-8-1-15,-1 1-3 16,1-4 2-16,0-1 1 16,-1 5 2-16,1 3-3 15,0 4-2-15,-5 4 2 16,0 3 0-16,1 4 1 16,-1 0 0-16,1 7 0 15,-5 1 0-15,1 3 0 16,-1-4 0-16,0 8-5 15,1-4 1-15,-1 4-53 16,0 0-22-16,0 3 40 16,1 1 19-16</inkml:trace>
          <inkml:trace contextRef="#ctx0" brushRef="#br0" timeOffset="8949.31">9431 2736 236 0,'-8'-18'90'0,"8"18"-70"0,-5-11 13 0,1 7 14 16,8 4-27-16,-4-4 19 15,0 4-23-15,0 0 7 0,0 0-4 16,0 0 11 0,0 8-16-16,0-1 10 15,5 8-14-15,-5 0 10 16,4-1-11-16,0 5 13 16,4-1-13-16,-4 5 14 15,5-1-14-15,-1 0 5 16,5 4-9-16,-1-8 7 15,5 1-8-15,-1-8 10 16,5 4-8-16,0-12 1 16,0 5-4-16,0-16 3 15,3 5-4-15,-3-8 1 16,4 0-1-16,-4-8-2 0,0 8 1 0,-5-7-4 31,1 6 2-31,-4-2-1 0,-1 6 0 0,-4 1 2 16,1 3 0-16,-1 4 2 15,5 8-1-15,-5 3 2 16,4 3-2-16,1 9 4 16,-1-1-3-16,5 0 4 15,0 4-4-15,3-8 8 16,5 1-6-16,0-8 14 16,4-4-10-16,5-10 9 15,-5-1-9-15,0-15 0 16,4 5-5-16,-4-12 3 15,0 7-4-15,-8-10 1 16,0 3-1-16,-8-7-4 16,3 3 1-16,-3-7-15 15,-1 11 9-15,1-3-10 0,-5 3-70 16,0 3-29-16,1-2 58 16,-1 2 30-16</inkml:trace>
          <inkml:trace contextRef="#ctx0" brushRef="#br0" timeOffset="-1066.17">9165 140 216 0,'0'-3'82'0,"0"3"-64"0,0-4 13 0,0 4 1 0,0 0-2 16,0 0 4-16,0 0-7 15,0 0-4-15,0 0-13 16,0 0 2-16,0 4 2 0,0-4-3 15,0 7 1-15,0 0 4 16,0 4 4-16,0-3-1 16,0 7-2-16,0-4-5 15,0 7 0-15,0 1-1 16,0 3 1-16,0-4 0 16,0 5 2-16,0 10 2 15,0-7-1-15,0-4-3 0,4 8 0 16,0 14-5-16,0-11 1 15,-4-3-1-15,4 10 1 16,0 12-2-16,1-7 1 16,-1 3-2-16,0-15 0 15,-4-7-1-15,4 0 0 16,0-4 0-16,-4 0 0 16,0-3-5-1,0-1 1-15,0-3 2 16,0 3-1-16,0-3-3 15,0 0 1-15,-4 0-6 16,4 0 4-16,-4 3-5 16,0-3-44-16,0 0-18 0,-1-8-64 15,1 0-25-15,0-7 84 16,0 0 39-16,4-14 28 0</inkml:trace>
          <inkml:trace contextRef="#ctx0" brushRef="#br1" timeOffset="23481.19">9922 325 60 0,'4'0'24'0,"-4"0"-18"0,4-4 24 0,-4 1 30 16,0 6-32-16,0-6 20 15,4 3-28-15,0-4 15 16,1 4-20-16,-1-4 14 16,0 4-16-16,-4-7 10 15,4 7-13-15,-4 0 4 0,0 0 0 16,0 0 4-16,0 0-1 16,0 0 1-16,-4 0-9 15,0 4 6-15,0-1 2 0,-1 5-3 16,-3-1 0-16,0 1 5 15,-5 3 2-15,1 0 1 16,-1 4 1-16,1-1-7 0,-5 5 1 16,-4 3-6-16,1 4-1 15,-1 3 0-15,0 5 1 16,0 3-1-16,-4 0 1 16,5 3 0-16,-5 1 1 15,0 0-4-15,-5-4 0 16,6-4-3-16,-1-3 2 15,0-5-2-15,0-2 2 16,4-5-4-16,0 1 0 16,4-1-3-16,1-7-1 15,3 0 3-15,1 0 1 16,-1 1-12-16,5-5-4 0,0 0-14 16,-1 1-5-16,5-5-52 15,0 1-22-15,0-4 55 16,4-4 26-16</inkml:trace>
          <inkml:trace contextRef="#ctx0" brushRef="#br1" timeOffset="24007.43">9352 414 196 0,'-4'-7'74'0,"4"7"-58"0,0-4 20 0,0 4 5 15,0 0-1-15,0 0 3 16,0 0-7-16,0 0 1 15,4-4-21-15,0 0 4 0,0 4 3 16,5 0-1-16,-1 0-1 16,4 0-3-16,5 4-1 15,0 4-3-15,8 3-1 16,-5 0 19 0,5 7-18-16,0 1 5 15,4 3-11-15,1 7 6 16,3 1-8-16,4 3 10 15,-3 1-9-15,3-1 3 16,-4-4-6-16,5 1 2 16,-1 0-3-16,1-8 7 15,-5 0-6-15,0-3 5 16,-4-1-5-16,-4-3 2 16,-4 0-3-16,-4-8 0 15,-5 4-1-15,-3-4-2 0,-1-3-15 16,-4 0-5-16,0 0-54 15,0-1-24-15,-4-3 48 16,9-11 26-16</inkml:trace>
          <inkml:trace contextRef="#ctx0" brushRef="#br0" timeOffset="1697.64">9248-267 244 0,'-8'-3'90'0,"8"3"-70"0,0 0 10 0,0 0 2 15,0 0-3-15,0 0 3 16,0 0-2-16,8 3-1 16,0 1-16-16,1 0 14 0,-1 0 7 15,0 3-10-15,0 0-1 16,1 1-4-16,-1 3-1 15,5 0-3-15,-5 0 1 16,0-4 0-16,5 5 2 16,-1-1-1-16,9 0-1 15,-4-4-2-15,8-3-1 16,-5 0-3-16,5-4 1 16,-4 0-6-16,4-4-1 15,-4 0 0-15,0-3 2 0,-5-1-1 16,1-3 0-16,0-4-6 15,-9 4 1-15,0 4 0 16,-4-4 2-16,1 3-8 16,-5 1-3-16,0 0-35 15,0-1-14-15,0 1-47 16,0-4-19-16,0 3 66 16,-9-6 30-16</inkml:trace>
          <inkml:trace contextRef="#ctx0" brushRef="#br0" timeOffset="1201.27">9448-1387 208 0,'0'-11'77'0,"0"11"-60"0,0-8 19 0,0 8 7 15,0 0-4-15,0 0 1 16,0 0-13-16,0 0-5 15,0 0-12-15,0 0 9 0,0 8 4 16,0-1-9-16,0 8-3 16,0-4 4-16,0 11 2 15,0-3 0-15,0 14 2 16,0-7-1-16,0 11 0 16,0 0 0-16,0 4-2 15,0-8-4-15,4 4 0 0,-4-8-5 16,4 5-2-16,0-8 0 15,0 3 1-15,-4-3-1 16,4 4 2-16,1-4-4 16,-1 7 0-16,-4-4 1 15,4 8 0-15,0-7-2 16,0 7 1-16,0-4-2 16,1 4 2-16,-1-7 0 15,0 3 1-15,4 19-2 16,-4-23 1-16,0-6 0 15,1 3 1-15,3 7-2 16,-4-7 1-16,-4-8-2 0,4 4 2 16,0-3-2-1,1-4 2-15,-1-4-2 0,0 4 2 16,0 3-2 0,0-7-1-16,-4 0 1 0,0 0 1 15,0 0 1-15,4 1 1 16,1 2-2-16,-1-3-2 15,-4-3 1-15,4-1 1 16,-4 1-1-16,4-1-1 16,-4 0-2-16,0 1-1 15,0-4-7-15,0-4-4 16,0 0-54-16,0-4-25 16,-4-4 48-16,0 1 22 15</inkml:trace>
        </inkml:traceGroup>
        <inkml:traceGroup>
          <inkml:annotationXML>
            <emma:emma xmlns:emma="http://www.w3.org/2003/04/emma" version="1.0">
              <emma:interpretation id="{BA16AE7A-6C79-431F-933F-04BBAE3E63E1}" emma:medium="tactile" emma:mode="ink">
                <msink:context xmlns:msink="http://schemas.microsoft.com/ink/2010/main" type="inkWord" rotatedBoundingBox="12226,8751 12195,8243 12997,8195 13027,8703"/>
              </emma:interpretation>
            </emma:emma>
          </inkml:annotationXML>
          <inkml:trace contextRef="#ctx0" brushRef="#br0" timeOffset="2717.99">9215-2127 256 0,'0'-11'96'0,"0"11"-75"0,0-11 19 15,0 11 4-15,0 0-10 16,0-4 0-16,4 1-4 16,-4-1 1-16,4 0-17 0,-4 4 3 0,4 0 3 15,-4 0-7-15,0 0 0 16,0 0-1-16,4 8 0 16,0 3 0-16,-4 0 0 15,5 4 5-15,-1 3 1 16,0 4-5-16,4 1 0 15,1-1-2-15,-1 0 1 16,4 0-2-16,1-7-1 16,-1-4-1-16,9-4 2 15,-4 1-3-15,8-8 1 16,-5 0-3-16,5-8 0 16,-4 5-3-16,4-8 1 15,-4 0-2-15,0-4 2 0,-5 0-2 16,1-4 2-16,-4 5-2 15,-1-9-1-15,1 5-2 16,-1-4 1-16,-4 3-1 16,1 5 0-16,-1-1 2 15,0 4 2-15,-4 3-3 16,5 5-2-16,-5-1 2 16,4 8 0-16,1-1 1 15,3 8 0-15,-4 0 0 16,9 8 2-16,-4-4-1 15,3 3 2-15,-3-3 9 32,-1 0-7-32,1-4 10 0,3 4-9 15,-3-12 3 1,3 5-5-16,1-8 0 0,4 0-2 16,-5-8 5-16,5 1-4 0,-4-8 6 15,4 8-6-15,-9-12 1 16,5 8-2-16,-5-15 1 15,1 8-2-15,-9-19-1 16,4 7 1-16,-4-10-1 16,1 6 0-16,-5-6-9 15,4 6 5-15,-4 1-49 16,0 7 29-16,0 4-32 16,0 3-51-16,0 5-26 15,0-1 69-15,0 8 33 16</inkml:trace>
        </inkml:traceGroup>
      </inkml:traceGroup>
    </inkml:traceGroup>
    <inkml:traceGroup>
      <inkml:annotationXML>
        <emma:emma xmlns:emma="http://www.w3.org/2003/04/emma" version="1.0">
          <emma:interpretation id="{E35503CB-7C0B-4820-963B-2956D3352648}" emma:medium="tactile" emma:mode="ink">
            <msink:context xmlns:msink="http://schemas.microsoft.com/ink/2010/main" type="paragraph" rotatedBoundingBox="17234,8020 18029,13189 16541,13417 15746,824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2D89AD4-D6AC-4BE9-A832-AB9919CE891F}" emma:medium="tactile" emma:mode="ink">
              <msink:context xmlns:msink="http://schemas.microsoft.com/ink/2010/main" type="line" rotatedBoundingBox="17234,8020 18029,13189 16541,13417 15746,8249"/>
            </emma:interpretation>
          </emma:emma>
        </inkml:annotationXML>
        <inkml:traceGroup>
          <inkml:annotationXML>
            <emma:emma xmlns:emma="http://www.w3.org/2003/04/emma" version="1.0">
              <emma:interpretation id="{C17EE6A9-1804-4403-BA59-8A14B61C5040}" emma:medium="tactile" emma:mode="ink">
                <msink:context xmlns:msink="http://schemas.microsoft.com/ink/2010/main" type="inkWord" rotatedBoundingBox="17234,8020 18029,13189 16541,13417 15746,824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0945.77">13200-26 204 0,'4'-19'77'0,"-4"19"-60"0,5-11 6 0,-5 8 10 31,4 3-20-31,-4-8 20 0,0 4-19 0,0-3 20 16,0 3-20-16,0-3 13 16,0 3-16-16,0 1 8 15,0 3-11-15,0 0 6 16,0 7-7-16,0 0 11 16,0 8-10-16,0 4 14 15,0-1-13-15,0 8 11 16,0 4-11-16,0 3 13 15,0 4-13-15,0 0 11 16,0 0-11-16,0 0 8 16,0-4-9-16,0 0 0 15,0 1-5-15,0 3 7 16,0-4-6-16,0 0 16 16,4 0-11-16,0 4 3 15,0-3-8-15,0-1 0 0,0 8 0 16,1-8 0-16,-1 4-2 15,0-7 1-15,-4-1-2 16,0-3-1-16,0-4 1 0,0-3-1 16,4-4 2-16,-4-1-6 15,0-3-1-15,0-3-45 16,0-8-16-16,0 0 31 16,0-11 17-16</inkml:trace>
          <inkml:trace contextRef="#ctx0" brushRef="#br0" timeOffset="11951.91">13129-67 184 0,'0'-11'71'0,"5"4"-55"0,3-4 15 15,-4 7 3-15,4 0-8 16,5-3-1-16,-1-1 1 15,5 1 1-15,-4 3-14 16,-1 1 5-16,13-1 5 0,12-3 3 16,-3 3 4-16,-9 0-12 15,16 4-5-15,-7 0-2 16,11-4 0-16,-7 1-1 16,12-1-1-16,-9 0-1 15,13 1 2-15,-8-1-1 16,12 4 0-16,-8 0-3 0,4 0 1 15,13 0 0-15,-13 0 3 16,-4 4-3-16,-17-1-2 16,-4 1 0-16,0 3-1 15,-4-3 0-15,-4 7 2 16,-4-3-1-16,0 6 0 16,-5-3-3-16,0 8 1 15,1-4 0-15,-5 7 1 16,1-4 0-16,-1 12 2 15,0-4-3-15,1 11 0 16,-5-4 1-16,0 8 0 16,0-8-2-16,0 4 1 15,0-7 0-15,1 7 3 0,-1 11-1 16,0-15 0-16,0-3-1 16,0 10 0-16,0-6 0 15,1 10 0-15,-1-7-2 16,0 4 1-16,0 10-2 15,0-17 2-15,0-8-2 16,0 3-1-16,-4-3 3 16,0 0 0-16,0-8-1 15,0 5 1-15,0-5 0 16,-4 1 1-16,0-5-2 16,-4 1-2-16,4-4 1 15,-9 0 1-15,5 0 1 16,-13 1 1-16,4-1-5 15,-16-4 1-15,4 0 0 16,-17 1 2-16,9-4-1 0,-17-1-1 16,8 1 1-16,-12 3 1 15,12 1-3-15,-12-1 0 16,12 1 1-16,-8-5 0 16,8 1 2-16,-4-4 1 15,9 0-1-15,-5 0-2 16,8 0-2-16,1 0 1 15,4 0 1-15,-1 0 2 16,5 0-3-16,4 0 0 16,-4-4-1-16,4 4-2 15,0 0-8-15,13-3-5 16,3-1-60-16,9 0-26 16,0 0 50-16,13-10 28 0</inkml:trace>
          <inkml:trace contextRef="#ctx0" brushRef="#br0" timeOffset="13258.01">13466-1435 160 0,'0'-4'60'0,"0"4"-47"0,0-4 28 0,0 4 10 0,0 0-7 15,0 0-2-15,5-3-8 16,-1-1-4-16,-4 0-16 15,0 4 2-15,0-3 4 0,0 3-7 16,4 0 0-16,0 0 2 16,-4 0 0-16,0 0-4 15,0 3-1-15,0-3 0 16,0 8 1-16,0-1 1 16,0 8 2-16,0-4-1 15,0 11 2-15,0 12-2 16,4-5 0-16,-4-7-3 15,4 12 1-15,1 17-2 16,-1-10 2-16,-4-11-2 16,4 7 0-16,0 14-3 0,0-6-1 15,5-5-1-15,-5-14 0 16,0-3 0-16,0 6 2 16,0-7-1-16,0 8 0 15,1-4-3-15,-1 7 1 16,0-7 0-16,0 7 1 15,0-7-2-15,-4 7-2 16,0-7 3-16,4 4 0 16,-4-4-1-16,0 3 1 15,0-3-2-15,4 0 2 16,-4-4-2-16,5 4 2 16,-5-4-2-16,4 1-1 15,-4-1 3-15,0-4 0 0,0-3-4 16,0 0 1-16,0-4 0 15,0 4 2-15,0-4-1 16,0 0-1-16,0-4 1 16,0 4 1-16,0-3-1 15,0-1-1-15,0 1 1 16,0-1 1-16,0-3-3 16,0-4 0-16,0 0-1 15,4 3-2-15,0 1-15 16,-4-4-5-16,0 0-61 15,4-4-24-15,0-3 56 16,1 0 27-16</inkml:trace>
          <inkml:trace contextRef="#ctx0" brushRef="#br0" timeOffset="13768.37">13313-329 252 0,'0'-4'93'0,"0"4"-72"0,4 0 14 0,-4 0 0 0,0 0 2 15,0 0 4-15,4 0-5 16,0 0-1-16,0 4-20 16,0-4 2-16,5 7 1 0,-5-3 1 15,4 3 1-15,0 0-3 16,5 5 0-16,-5-5-1 16,5 4 0-16,-1 0 0 15,5 0 3-15,-5 0-5 16,5 0 0-16,0 1-4 15,-1-1 1-15,1-4-4 16,0-3 1-16,3-1-1 16,-3-3 1-16,-5 0-2 15,1-3 1-15,-1-1-4 0,1-3-2 16,-5 3 0-16,5-3 1 16,-5-1-6-16,0-3 1 15,-3 0-17-15,-1 0-4 16,0 0-45-16,-4-4-20 15,0-7-75 1,0 0-33-16,0-4 104 16</inkml:trace>
          <inkml:trace contextRef="#ctx0" brushRef="#br0" timeOffset="15074.41">13296-2190 196 0,'0'-3'74'0,"0"3"-58"0,0-15 31 16,0 15 12-16,4 0-8 15,-4 0-2-15,0 0-22 16,0 0-8-16,4 4-12 15,5-4 17-15,-1 7 9 0,0 0-6 16,5 5-3-16,-5-1-6 16,9 7 1-16,-1 8 1 15,-3-7 0-15,-1-1-3 16,1 4 2-16,-5-3-4 0,0 3 1 16,1-4-3-16,-1 1 0 15,0-4-3-15,-4-4-1 16,1-4-1-16,-5-3 0 15,0 0-2-15,-5-4 1 16,5 0-4-16,-4-12 0 16,0 5-1-16,-4-8-2 15,0 0-2-15,-1-7 1 16,1 4 1-16,0-8 2 16,-1 4-3-16,5-12 0 15,0 5-1-15,4-16-2 16,0 8-2-16,8-11 1 15,1 8-2-15,3-8 2 0,1 11 1 16,7-4-1-16,-3 8 4 16,8-1 0-16,-4 9-2 15,8 6 0-15,-4 1-1 16,4 14 3-16,-4 4 0 16,0 18 1-16,-4 1 0 15,-1 18 2-15,-3-4-1 16,-9 4 2-16,-3-4 0 15,-10 4 1-15,1-7 0 16,-8 0 0-16,3-5 0 16,-11 1 2-16,3-4-3 15,-8-3-2-15,4-4 0 0,-4-4 1 16,4 0-3 0,1 0-2-16,3-4 2 0,0 1 0 15,5-4 1-15,8 3 0 16,0-3-3-16,8-1 2 15,0 1 1-15,13 3 2 16,-1 1-6 0,1-1 3-16,4 4 0 15,-1 0 1-15,5 0 6 16,5 4-3-16,-1 0 6 16,4 4-6-16,0-5 3 15,5 5-3-15,-1-4 3 16,-4-1-4-16,1-2-1 15,-5-1 0-15,-4-4-1 16,0 0 0-16,-4 1 2 16,-1-1-6-16,-3 1-1 0,-5-1-16 15,1-3-6-15,-5 3 14 16,1-3-88-16,-9 3-39 0,-9 1 72 16,1-5 33-16</inkml:trace>
          <inkml:trace contextRef="#ctx0" brushRef="#br0" timeOffset="16725.41">13891 2381 164 0,'0'0'63'0,"0"0"-49"0,4-7 38 16,-4 3 31-1,4 4-45-15,0-4 15 16,0 4-32-16,-4-7 10 16,0 3-18-16,0-3 17 15,0 3-17-15,0-3 15 16,0 3-15-16,-4-3 8 0,4 3-12 0,-4-7 11 15,0 7-12-15,-4-7 9 16,8 4-9-16,-9-8 2 16,9 8-6-16,-8-16 2 15,8 9-3-15,-8-16 0 16,8 8-1-16,-9-19 1 16,9 8-2-16,-8-19-1 15,8 4 1-15,-4-7 1 16,4 10-1-16,-4-7 4 15,8 12-3-15,-4-5 1 16,0 8-1-16,0-3-2 16,0 10 1-16,0-7-1 15,0 8 0-15,0-8-3 16,0 11 2-16,0-4-1 16,0 8 0-16,0-4 2 15,0 8 0-15,0-1 2 16,0 8-1-16,-4-4-1 15,4 8 1-15,-4-8-1 16,4 11 0-16,-5-3 0 16,1 3 0-16,-4-3 0 15,4 3 0-15,-5-3 0 16,5 7 0-16,-4-8-3 16,4 8 2-16,-9-7-1 15,9 7 0-15,-8-4 2 16,8 8 0-16,-9-4 2 0,9 0-1 0,-9 0 4 15,5 0-3 1,-4 0-5-16,7 0 1 0,-7 0 3 16,8 4 0-16,-9-1-1 15,9 5 1-15,-8-1-1 16,8 4 0-16,-9 4 6 16,9 4-3-16,-9-5-1 15,9 5-1-15,-4-4 3 16,4 3-2-16,-5-3 4 15,9 0-4-15,-4-8 1 16,4 4-1-16,0-11 3 16,9 0-3-16,-1-11 1 15,9 0-1-15,-1-11-2 16,1 0 1-16,4-8-1 16,-1 4 0-16,1-11 0 15,0 11 0-15,-4-3 0 16,3 10 0-16,-3 1 0 15,0 10 0-15,-5 5 0 16,1 6 0-16,-1 1 0 16,5 7 0-16,-9-4-3 15,5 5 2-15,-5 2 1 16,4 5 0-16,-7-8-7 16,3 4 4-16,-4-4-87 15,0 4 50-15,0 3-64 16,5 1 60-16</inkml:trace>
          <inkml:trace contextRef="#ctx0" brushRef="#br0" timeOffset="17686.5">14149 2241 188 0,'4'-8'71'0,"-4"8"-55"0,0-7 33 0,0 3 21 16,0 8-37-16,0-4 10 15,0 4-27-15,0-1 15 16,0 5-17-16,0 3 19 15,0 4-19-15,0 7 11 16,0 0-4-16,4 0 2 16,0 4-1-16,5 4-2 15,-1-4-10-15,4-1 2 0,-3-2 4 16,3-1 1-16,1-7 1 16,3-4-3-16,1-8-1 15,0-6-6-15,-1-5 0 0,1-3-3 16,4-7 0-16,-1-1-3 15,-3-3-2-15,0 0 1 16,-1 0-1-16,1-1 2 31,-4 9-1-31,-5-1-3 16,4 4 1-16,-3 0 1 16,-1 7 0-16,0 4 2 15,1 7-1-15,-1 8 2 16,4 7-2-16,1 4 2 15,-1 0-2-15,5 0 4 0,0 4-3 16,-1-4 10-16,5-4-6 0,0-7 8 16,0-1-8-16,-1-6 5 15,5-5-6-15,0-10 4 16,0 0-5-16,-4-12 2 16,4 1-3-16,-4-16 0 15,0 8-1-15,-5-7 1 16,1 4-2-16,-4-8 2 15,-1 3-2-15,-4-10-5 16,5 7 2-16,-5-11-52 16,0 11 30-16,1 0-171 15,-1 7 108-15,0 1-94 16,5 7 105-16</inkml:trace>
          <inkml:trace contextRef="#ctx0" brushRef="#br1" timeOffset="25373">13412 185 192 0,'5'-15'74'0,"-5"15"-58"0,8-4 23 15,-8 4 4-15,4 0-1 16,0 0 1-16,5 0-3 16,-1 0-3-16,4 4-20 15,-3 0 3-15,7 7 1 0,-3 0 0 0,8 7-1 16,-5 1 3-16,13 3 2 16,-4-4-2-16,9 5-2 15,-5-5 0-15,4 4-1 16,-4-3-5-16,9 7 1 15,-5 0 6 1,0-1-12-16,0 5 4 16,-3 0-9-16,-1-1 4 15,0 1-5-15,0-1 2 16,-4-3-3-16,0 0-2 16,-4 0 0-16,-5-4-12 15,5 0 6-15,-8-3-84 16,3 3 49-16,-8-3-58 15,5-1 56-15</inkml:trace>
          <inkml:trace contextRef="#ctx0" brushRef="#br1" timeOffset="24938.1">13928 144 208 0,'9'-11'77'0,"-9"11"-60"0,4-8 19 15,-4 8 7-15,4 0-7 16,-4 0-1-16,0 0-4 16,0 0-2-16,0 0-16 15,0 0-3-15,-4 4-3 0,0 0 21 16,-5 3 11-16,5 1-9 15,-8 6-3-15,3 1-9 16,-7 7-1-16,3-3 1 16,-8 3 1-16,-8 11-2 15,4-7 0-15,4-7-3 0,1 7-1 16,-1-4-1-16,-4 7 0 16,4-3-6-1,0 4-2-15,5-4 0 0,-5 3 0 16,4-3-2-16,-4 0-2 15,5-4 1-15,-1 4-1 16,5-7-11-16,-1 3-3 16,1-4-15-16,-1-7-4 15,5 1-45-15,0-9-19 16,-1 1 51-16,5-19 23 16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0:25:17.708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BEA259F-6A7D-4ADF-9BC1-CDC2D590DDDF}" emma:medium="tactile" emma:mode="ink">
          <msink:context xmlns:msink="http://schemas.microsoft.com/ink/2010/main" type="writingRegion" rotatedBoundingBox="13705,14851 20299,14862 20297,15984 13703,15973"/>
        </emma:interpretation>
      </emma:emma>
    </inkml:annotationXML>
    <inkml:traceGroup>
      <inkml:annotationXML>
        <emma:emma xmlns:emma="http://www.w3.org/2003/04/emma" version="1.0">
          <emma:interpretation id="{857C0A84-916C-449C-B265-53DC636726D7}" emma:medium="tactile" emma:mode="ink">
            <msink:context xmlns:msink="http://schemas.microsoft.com/ink/2010/main" type="paragraph" rotatedBoundingBox="13705,14851 20299,14862 20297,15984 13703,159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5F9E1B5-94DD-4D51-B8D5-F73541EC8610}" emma:medium="tactile" emma:mode="ink">
              <msink:context xmlns:msink="http://schemas.microsoft.com/ink/2010/main" type="line" rotatedBoundingBox="13705,14851 20299,14862 20297,15984 13703,15973"/>
            </emma:interpretation>
          </emma:emma>
        </inkml:annotationXML>
        <inkml:traceGroup>
          <inkml:annotationXML>
            <emma:emma xmlns:emma="http://www.w3.org/2003/04/emma" version="1.0">
              <emma:interpretation id="{2F4CB076-8E62-4D4D-8CB2-AFB26A3D2818}" emma:medium="tactile" emma:mode="ink">
                <msink:context xmlns:msink="http://schemas.microsoft.com/ink/2010/main" type="inkWord" rotatedBoundingBox="13705,15005 15456,15008 15455,15976 13703,1597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11603 4918 160 0,'0'-15'60'0,"0"8"-47"0,-5 0 13 0,5 3 3 16,0 0 0-16,-4 4 5 15,0-4-1-15,0 4 2 16,-4 0-19-16,-1 0 2 0,1 4 2 15,0 4 0-15,-5 6 3 16,1 5-9-16,-1 7-1 16,1 7-3-16,3 4 1 15,5 4-2-15,0-1 2 0,4-3-2 16,4 0 0 0,5-3 1-16,3-5 4 0,5-7 3 15,-1-7 4-15,5-4 2 16,4-11 1-16,0 0-5 15,0-15 1-15,0-7-7 16,-4-11-3-16,0 0-1 16,-5-12-1-16,-3 1-2 15,-5-4 1-15,-4 7-4 16,-4 1 0-16,-4 6-1 16,-4 5 1-16,-1 3-4 15,-7 4 0-15,-1 7-4 16,1 4-1-16,-5 7-15 0,0 4-6 15,0 7-48 1,4 8-19-16,1 4 49 0,-1 3 23 16</inkml:trace>
          <inkml:trace contextRef="#ctx0" brushRef="#br0" timeOffset="798.67">11981 4837 208 0,'9'-8'79'0,"-5"1"-61"0,4 3 19 16,0 4 4-16,1-3 5 15,3-1 5-15,5 0-4 16,4 4-2-16,4 0-24 15,4 0 1-15,4 4 1 0,0-4-8 16,5 4-3-16,-9-1-7 0,0 1-4 16,0-4-9-16,0 4-3 15,-4-1-62-15,0 1-27 16,4 0 49-16,5 0 25 16</inkml:trace>
          <inkml:trace contextRef="#ctx0" brushRef="#br0" timeOffset="423.44">12123 4338 252 0,'-4'-8'96'0,"4"8"-75"0,4 4 8 16,-4-4-1-16,4 11-4 15,0 7 1-15,4 8 1 16,1 8 3-16,-1 10-15 16,4 4 7-16,1 0 3 0,-1 4-1 15,5-4 0-15,-4 4-6 16,-1 0 0-16,0-1-8 15,1 1-1-15,-1 0-2 16,-3-8-1-16,-1-3-1 0,0-4 2 16,-3-4-5-16,-5-7-3 15,0-4-48-15,-5-3-21 16,1-8 33-16,-8-11 20 16</inkml:trace>
          <inkml:trace contextRef="#ctx0" brushRef="#br0" timeOffset="-660.74">10729 4689 128 0,'4'-15'49'0,"0"15"-38"0,0-7 23 16,1 3 8-16,-1 0 0 15,0-3-1-15,-4 3-5 16,0 1-2-16,0-1-19 16,0 0 2-16,0 4 1 0,0 0-2 15,-4 8 1-15,0 3-3 16,-1 0 1-16,1 7-4 16,0 4 1-16,0 4 2 15,0 11 3-15,0 8-3 16,-1 10 0-16,1 1-6 0,0-1 0 15,0 1-3-15,4-8 2 16,0-11 0-16,0-4 3 16,0-7 1-16,0-4 1 15,0-4-2-15,0-10 1 16,0-8-2-16,4-8 0 16,-4-10-5-16,0-8-1 15,0-7-1-15,0-12 1 16,0-3-2-16,0 0-1 15,0 4 1-15,0-1-1 16,0 5 0-16,0-1 2 16,4 4-1-16,5-7-1 0,-1 7-2 15,0 4-1-15,1 7-1 16,-1 3 3-16,4 9-2 16,-3 6 1-16,3 12 0 15,1 7 0-15,3 8 0 16,-3-1 0-16,3 8 2 15,1 3 2-15,0 5-3 16,4 3 0-16,-1 3 1 16,1-3 2-16,0 0 1 15,0-7 3-15,0-4 1 16,-5-8 3-16,1-7 1 16,-1-7 1-16,1-8 0 15,0-10 2-15,-1-9-3 16,1-6 1-16,-4-4-3 0,-1-4 0 15,-4-4-5-15,-4-7-1 16,-4-4-1-16,-4-7 1 16,0-4-2-16,0-4-1 15,0 12 1-15,0 7-1 16,4 11-5-16,0 7-1 16,0 8-50-16,0 7-23 15,4 15-32-15,4 8-12 16,0 10 67-16,1 8 30 15</inkml:trace>
        </inkml:traceGroup>
        <inkml:traceGroup>
          <inkml:annotationXML>
            <emma:emma xmlns:emma="http://www.w3.org/2003/04/emma" version="1.0">
              <emma:interpretation id="{C4EC5F8B-F42F-4206-8577-BAA6F01F847C}" emma:medium="tactile" emma:mode="ink">
                <msink:context xmlns:msink="http://schemas.microsoft.com/ink/2010/main" type="inkWord" rotatedBoundingBox="16659,14971 19420,14975 19419,15916 16657,1591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1440.17">14369 4330 260 0,'4'-11'99'0,"1"15"-77"0,-1-1 4 0,0 5-2 0,0 3-5 16,0 7 3-16,0 8 14 16,9 8 7-16,-5 3-22 15,1 3-5-15,3 5-4 0,0 3 1 16,1-8 5-16,-5-6-8 15,5 17-3-15,-1 1-2 16,1 4 1-16,-5 3-3 16,0-4 0-16,1-3-1 15,-1 0-2-15,0-4-8 16,1-11-5-16,-1-11-51 16,0-8-22-16,1-10 44 15,-1-19 23-15</inkml:trace>
          <inkml:trace contextRef="#ctx0" brushRef="#br0" timeOffset="11740.48">14694 4304 248 0,'4'-22'93'0,"4"22"-72"0,1 4-4 0,-9-4-7 15,4 11 5-15,0 4 5 32,-4 11 7-17,0 7 6-15,0 8-18 0,4 7 9 0,0 3 4 16,0-3-13-16,5 4-3 0,-1-4-2 0,0-3 4 0,1-1-6 16,-1 0 0-1,0-7-2-15,1 0-1 0,-1-3-3 16,-4-5 1-16,0-3-37 15,5-7-17-15,-5-5 26 16</inkml:trace>
          <inkml:trace contextRef="#ctx0" brushRef="#br0" timeOffset="12146.22">15039 4792 168 0,'-8'4'63'0,"8"0"-49"0,-9 3 25 0,9 1 7 16,-4 3-8-16,0 0 0 16,0 7-6-16,0 4-2 15,0 8-17-15,4 3 3 0,0 1 2 16,4-1 1-16,4-3 3 15,5-8-1-15,3-4-1 16,5-7 5-16,0-7 4 16,4-8-3-16,4-11 2 15,0-3-10-15,-4-8 0 16,-4-3-7-16,-9-5 1 16,-8 1-5-16,-8-4-2 0,-4 4 0 15,-9-4-1-15,-3 11-5 16,-5 0 1-16,4 7-7 15,-4 5 0-15,0 6-26 16,4 12-8-16,4 7-76 16,1 8-31-16,3 3 74 15,9 4 38-15</inkml:trace>
          <inkml:trace contextRef="#ctx0" brushRef="#br0" timeOffset="12761.99">15501 4778 192 0,'-8'3'71'0,"12"1"-55"0,-4 3 15 0,0-7 5 16,0 8-3-16,0-1 1 16,0 4-6-16,0 0 0 15,-4 4-16-15,4 4 6 0,0 3 5 16,4 4-8-16,0 0-1 16,4 0 1-16,-4-1 2 0,5-2 2 15,-1-1 1-15,4-7 4 16,1-8 5-16,4-3-7 15,-1-8-1-15,1-3-8 16,-5-8 0-16,1 0-6 16,-1-7 1-16,-3 0-5 15,-1-1 0-15,0 5-3 16,-4 3-1-16,1 4-1 16,-5 4-2-16,0 7 0 15,4 11 3-15,0 11-5 16,4 8 0-16,1 3 0 15,3 0 4-15,1 0 5 16,3-3 6-16,1-4-12 16,4-8-4-16,4-3 18 0,0-15 9 15,0-4-1-15,-1-10 2 16,1-5-10-16,-4-10-2 16,-4-5-5-16,-5-3-1 15,1 0-6-15,-5 0 0 16,5 4-10-16,-5-4-2 15,0 8-19-15,-4 3-5 16,1 3-75-16,-5 9-32 16,0 10 75-16,-5 8 36 15</inkml:trace>
          <inkml:trace contextRef="#ctx0" brushRef="#br0" timeOffset="13241.29">16208 4911 256 0,'8'-4'96'0,"1"4"-75"0,-1-4 14 16,-4 4 1-16,5 0-2 15,-1-3 2-15,4-1-2 16,1-3-1-16,4-1-18 16,3-3 4-16,1 0 2 0,0-4-7 15,0 4-1-15,-5 0-5 0,-3 0 0 16,-5 0-3-16,-4 0 2 16,-4 0-4-16,-4 3 0 15,-4 1-1-15,-5 3 1 16,-7 4-4-16,-1 0 0 15,-4 4 1-15,0 3 0 16,4 1 0-16,0 3 0 16,0 4 0-16,1 3 2 15,-1 4-1-15,0 4 2 16,4 4-2-16,5 3-1 16,4 0 1-16,-1 4 1 15,9 0-1-15,4 0-1 0,9-7-10 16,4 3-4-16,7-7-61 15,14-8-28-15,8-6 53 16,4-9 25-16</inkml:trace>
          <inkml:trace contextRef="#ctx0" brushRef="#br0" timeOffset="11097.39">13662 4959 276 0,'-4'-22'104'0,"4"11"-81"0,8-4 16 15,0 7 1-15,5 1-7 16,8-4 3-16,4 0-11 16,8 0-6-16,4 0-10 15,1 0 5-15,4 3 3 0,-1 1-5 16,1 3-2-16,-5 0-5 16,1 4-4-16,-5 4-9 15,-4 0-5-15,-4-1-48 16,0 1-20-16,-4 0 41 15,0 0 20-15</inkml:trace>
          <inkml:trace contextRef="#ctx0" brushRef="#br0" timeOffset="10855.33">13858 4541 192 0,'0'-7'71'0,"0"3"-55"0,0 4 13 0,0 0 4 15,0 0-13-15,0 7-1 16,0 1-2-16,0 3 1 16,0 7-10-16,-5 8 7 0,1 0 2 15,0 4-1-15,-4 7 1 16,-1 7-7-16,-3 11-4 16,-1 8-1-16,1 0 1 15,-1 0 6-15,5-7 2 16,0-8 4-16,0-8 1 15,3-6 1-15,1-9 0 16,0-6-5-16,0-1 1 16,4-25 2-1,0-4-10-15,4-11-2 0,0-12-4 16,0-6-2-16,5-8 3 16,-1-4 0-16,0 0-1 15,1 0-2-15,-5 4 1 16,0 0-1-1,0 0 0-15,4 0 0 0,1 0 0 16,-1 4 0-16,0-1 0 16,5 12 0-16,-1 3 0 15,1 8 0-15,-1 4 0 16,1 3 0-16,-1 8 0 16,1 10 0-16,3 8-3 15,-3 8 0-15,4 7 4 16,-1 3 1-16,1 5 4 15,-1 6 3-15,1-3-2 0,-4 4-2 16,-1 0 0-16,1 3 1 16,-1 0-1-16,1 1 0 15,-1 3-1-15,-4-4 0 16,1 1 0-16,-5-8 0 16,4-1-2-16,-8-6 1 15,0-4-15-15,0-8-5 16,0-3-51-16,-8-7-20 15,-5-12 45-15,-3 0 22 16</inkml:trace>
        </inkml:traceGroup>
        <inkml:traceGroup>
          <inkml:annotationXML>
            <emma:emma xmlns:emma="http://www.w3.org/2003/04/emma" version="1.0">
              <emma:interpretation id="{5DF7CD02-D7A1-48E4-B2EA-371075A4F02F}" emma:medium="tactile" emma:mode="ink">
                <msink:context xmlns:msink="http://schemas.microsoft.com/ink/2010/main" type="inkWord" rotatedBoundingBox="19775,14861 20299,14862 20297,15890 19773,15889"/>
              </emma:interpretation>
              <emma:one-of disjunction-type="recognition" id="oneOf2">
                <emma:interpretation id="interp2" emma:lang="" emma:confidence="1">
                  <emma:literal>d</emma:literal>
                </emma:interpretation>
                <emma:interpretation id="interp3" emma:lang="" emma:confidence="0">
                  <emma:literal>I</emma:literal>
                </emma:interpretation>
                <emma:interpretation id="interp4" emma:lang="" emma:confidence="0">
                  <emma:literal>•</emma:literal>
                </emma:interpretation>
                <emma:interpretation id="interp5" emma:lang="" emma:confidence="0">
                  <emma:literal>l</emma:literal>
                </emma:interpretation>
                <emma:interpretation id="interp6" emma:lang="" emma:confidence="0">
                  <emma:literal>U</emma:literal>
                </emma:interpretation>
              </emma:one-of>
            </emma:emma>
          </inkml:annotationXML>
          <inkml:trace contextRef="#ctx0" brushRef="#br0" timeOffset="13819.77">17011 4852 264 0,'-25'-11'101'0,"13"11"-78"0,-9 3-11 16,8 5-9-16,-3-1-5 15,-1 4 1-15,-4 4 20 16,0 3 10-16,5 1-14 0,-5 7 9 0,4 3 6 16,1 1-12-16,7 3-4 15,1 0 2-15,4 1 1 16,4-1-6-16,8-7-2 15,5-8 1-15,3-6 1 16,5-9 6-16,8-6 1 16,5-9-7-16,3-6-2 15,5-12-5-15,-5-7-1 16,1-7-1-16,-5-8 1 16,-4 0-2-16,-4-3-1 15,-4-4 1-15,-5-11 1 16,1-8-1-16,-5-7 2 0,1 0 2 15,-5 11 4-15,1 7 0 16,-1 8 0-16,0 11-3 16,-4 7 1-16,1 12-6 15,-1 7-1-15,-4 14-5 16,-4 16 5 0,-1 14 2-16,1 22 4 15,-4 19 3-15,4 11 5 16,0-4 3-16,-1-3-3 15,1-1 0-15,4-3 0 16,0 0 4-16,4 0-6 16,1 0-2-16,-1-4-5 15,0-7-2-15,0-4-1 16,4-7 1-16,1-1-53 0,-1-7-21 16,5-7 34-1,3-18 18-15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0-03-22T10:25:38.188"/>
    </inkml:context>
    <inkml:brush xml:id="br0">
      <inkml:brushProperty name="width" value="0.09333" units="cm"/>
      <inkml:brushProperty name="height" value="0.09333" units="cm"/>
      <inkml:brushProperty name="color" value="#177D36"/>
      <inkml:brushProperty name="fitToCurve" value="1"/>
    </inkml:brush>
  </inkml:definitions>
  <inkml:traceGroup>
    <inkml:annotationXML>
      <emma:emma xmlns:emma="http://www.w3.org/2003/04/emma" version="1.0">
        <emma:interpretation id="{CB6DEBC5-9355-4603-B1F8-EEE5AD64AB5B}" emma:medium="tactile" emma:mode="ink">
          <msink:context xmlns:msink="http://schemas.microsoft.com/ink/2010/main" type="writingRegion" rotatedBoundingBox="3250,14428 7867,14751 7772,16100 3155,15777"/>
        </emma:interpretation>
      </emma:emma>
    </inkml:annotationXML>
    <inkml:traceGroup>
      <inkml:annotationXML>
        <emma:emma xmlns:emma="http://www.w3.org/2003/04/emma" version="1.0">
          <emma:interpretation id="{5E5808FD-F4DC-4056-8FEF-1612F67CD943}" emma:medium="tactile" emma:mode="ink">
            <msink:context xmlns:msink="http://schemas.microsoft.com/ink/2010/main" type="paragraph" rotatedBoundingBox="3250,14428 7867,14751 7772,16100 3155,157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3E41680-B230-4EE4-9B73-3142A2FDB0F5}" emma:medium="tactile" emma:mode="ink">
              <msink:context xmlns:msink="http://schemas.microsoft.com/ink/2010/main" type="line" rotatedBoundingBox="3250,14428 7867,14751 7772,16100 3155,15777"/>
            </emma:interpretation>
          </emma:emma>
        </inkml:annotationXML>
        <inkml:traceGroup>
          <inkml:annotationXML>
            <emma:emma xmlns:emma="http://www.w3.org/2003/04/emma" version="1.0">
              <emma:interpretation id="{23769AD4-028E-4D8F-903C-EE5505321517}" emma:medium="tactile" emma:mode="ink">
                <msink:context xmlns:msink="http://schemas.microsoft.com/ink/2010/main" type="inkWord" rotatedBoundingBox="3241,14552 5344,14699 5259,15924 3155,1577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1040 3990 220 0,'0'-4'85'0,"4"12"-66"0,0 10 12 0,0-10 3 16,0 6-3-16,0 5 2 15,5 10-5-15,-1 12-3 16,0 18-13-16,1 19-3 0,-1 3 1 16,0-3 5-16,5-4 3 15,-1-4-12-15,1 8-5 16,-1-4-6-16,5 0-2 16,-5-8 1-16,5-7 2 15,4-7 4-15,-5-15 2 16,1-7-47-16,0-15-19 15,-5-15 32-15,5-15 16 16</inkml:trace>
          <inkml:trace contextRef="#ctx0" brushRef="#br0" timeOffset="314.58">1497 4023 200 0,'-8'-37'74'0,"4"19"-58"0,12 3 12 16,-8 11-1-16,4 4 2 15,-4 0 5-15,8 11-2 16,-8 8 1-16,9 7-18 16,-5 3 2-16,4 8 1 0,-4 11-2 0,5 12 3 15,-5 14-15-15,4-1-6 16,1 1 8-16,-1-7 8 15,-4-8-5-15,4 0 0 16,-3-7-3-16,3 0-1 16,0-4-21-16,0-4-7 15,1-7-56-15,3-7-26 16,5-12 54-16,4-7 26 16</inkml:trace>
          <inkml:trace contextRef="#ctx0" brushRef="#br0" timeOffset="704.12">2055 4741 160 0,'0'7'63'0,"-5"0"-49"0,5 12 14 15,0-8 4-15,0 4 6 16,5 3 6-16,-1 5-1 15,0 6 0-15,4 1-23 16,1 3 2-16,-1-3 1 0,4-5-3 16,1 1-2-16,4-3-2 15,-1-5 3-15,1-11 0 16,-1-7 1-16,5-11 4 16,0-11 2-16,0-7-7 15,-4-8-1-15,-1 3-7 16,-8-3-1-16,-8 4-4 0,-4 0 1 15,-4 3-2-15,-9-3 0 16,1 7-6-16,-9-7-1 16,4 7-8-16,-8 4-2 15,4 7-13-15,0 7-6 16,4 12-53-16,0 7-20 16,5 4 52-16,7 4 26 15</inkml:trace>
          <inkml:trace contextRef="#ctx0" brushRef="#br0" timeOffset="-706.59">245 4256 132 0,'4'-22'52'0,"-4"15"-41"0,0-8 13 0,0 11 5 15,0 0-2-15,0-3 4 16,0 3 0-16,0 1 1 16,0-1-17-16,-4 0 4 0,4 1 4 15,0-1-6-15,0 4-2 16,-4 7-6-16,0 8-1 16,-1 7 1-16,1 15 2 15,-4 15-1-15,4 15 1 16,-5 3-4-16,1 0 1 15,0 0-5-15,4 1 0 0,-1-1 3 16,1 0 1-16,0-3 1 16,4-8 0-16,0-7-2 15,0-8-1-15,0-11 1 16,0-7 1-16,4-15 8 16,0-14-7-1,1-12 1-15,-1-7-3 16,0-12-1-16,4-6-3 15,1-5-2-15,-1-3 1 16,0 0-1-16,1-7-3 16,-1-8 2-16,-4-7 1 15,4-8 0-15,1 8-3 16,-1 3 2-16,0 8-1 0,1 3 0 16,3 8 2-16,1 8 0 15,-1 6-3-15,1 5 0 16,-1 3 2-16,5 7 0 15,-1 8 1-15,1 4 0 16,4 7-3-16,0 7 2 16,4 8 1-16,4 11 2 15,0 15 1-15,4 14 1 16,-4 8 0-16,0 4 2 16,-4-1-1-16,0 1 2 15,-4-1-4-15,0 5 0 16,-5-20-1-16,5 23 1 0,-8-7 0 15,3-4 3 1,-3-12-8-16,-1-6-3 0,1-8-39 16,-1-8-19-16,-7-10 33 15,3-15 14-15</inkml:trace>
          <inkml:trace contextRef="#ctx0" brushRef="#br0" timeOffset="-361.76">270 4689 248 0,'-4'-11'93'0,"4"3"-72"0,4 5 14 0,0-1 2 16,4 0-4-16,1 1 1 16,3-5-11-16,5 1-3 15,8-1-12-15,4 1 8 0,8 0 4 16,5 3-10-16,4 0-3 16,-1 1-3-16,1-1 0 15,0 0-5-15,-4-3 1 16,-5 3-11-16,-4-3-5 15,-4-4-98-15,1-1-44 0,-1 1 81 16,0-7 38-16</inkml:trace>
        </inkml:traceGroup>
        <inkml:traceGroup>
          <inkml:annotationXML>
            <emma:emma xmlns:emma="http://www.w3.org/2003/04/emma" version="1.0">
              <emma:interpretation id="{793076C2-391F-4868-9E3B-50F8D181ACB8}" emma:medium="tactile" emma:mode="ink">
                <msink:context xmlns:msink="http://schemas.microsoft.com/ink/2010/main" type="inkWord" rotatedBoundingBox="5671,14597 7867,14751 7783,15950 5587,15796"/>
              </emma:interpretation>
              <emma:one-of disjunction-type="recognition" id="oneOf1">
                <emma:interpretation id="interp1" emma:lang="" emma:confidence="1">
                  <emma:literal>wed</emma:literal>
                </emma:interpretation>
                <emma:interpretation id="interp2" emma:lang="" emma:confidence="1">
                  <emma:literal>we L</emma:literal>
                </emma:interpretation>
                <emma:interpretation id="interp3" emma:lang="" emma:confidence="0">
                  <emma:literal>w L</emma:literal>
                </emma:interpretation>
                <emma:interpretation id="interp4" emma:lang="" emma:confidence="0">
                  <emma:literal>We L</emma:literal>
                </emma:interpretation>
                <emma:interpretation id="interp5" emma:lang="" emma:confidence="0">
                  <emma:literal>woe L</emma:literal>
                </emma:interpretation>
              </emma:one-of>
            </emma:emma>
          </inkml:annotationXML>
          <inkml:trace contextRef="#ctx0" brushRef="#br0" timeOffset="1364.53">2620 4645 232 0,'0'-8'88'0,"0"16"-69"0,5-1 0 16,-5 0-7-16,4 4-2 0,0 4 1 15,0 4 14-15,-4 3 7 16,4 11-17-1,0 4 5-15,5 11 3 0,-1 4-6 0,0 0 1 16,5-8-11-16,-1-3-2 16,5-8 14-16,0-7 10 15,-1-8-2-15,1-10-1 16,4-12-6-16,-5-11-2 16,1-11-10-16,0-7-3 15,-1-7-1-15,-3-1 2 16,-5 0-3-16,0 4-2 15,-3 8 0-15,-1 3-1 16,0 7-5-16,-4 4 1 16,4 8-3-16,0 3 2 0,0 12-2 15,5 7 2-15,3 7 1 16,1 4 2-16,3 3 1 16,5-3 3-16,4-4 5 15,4-3 4-15,4-8 7 16,1-11 3-16,-1-8-2 15,-4-6 1-15,4-9-7 16,-8-2 0-16,5-1-6 16,-14 0-2-16,1-4 0 15,-9 1-1-15,0-1-2 16,-8-11 1-16,5 4-11 16,-10-3-4-16,5 6-12 15,-4 1-5-15,4 15-59 16,4 7-25-16,1 3 58 15,3 4 28-15</inkml:trace>
          <inkml:trace contextRef="#ctx0" brushRef="#br0" timeOffset="1920.25">3536 4774 252 0,'-4'-4'93'0,"8"1"-72"0,4-1-2 16,0 4-6-16,1 0-5 15,3-4 2-15,1 0 10 16,3-3 7-16,5 0-14 16,0-4 8-16,4-1 6 0,-4 1-13 15,-1-3-5-15,-3-1 12 16,-4 0 6-16,-5-3-10 16,-8-1-2-16,-4 1-3 15,-5 3 0-15,-7 4-6 16,-1 0-2-16,-4 11-2 15,1 3-2-15,-5 8 1 0,4 0-1 16,0 1-3-16,4 6 2 16,1 1 1-16,3 3 2 15,1 4 1-15,-1 3 1 16,5 4 0-16,4 4 2 16,0 4-1-16,4 3 0 15,8 1-3-15,4-4 1 16,5-1 0-16,4-6 1 15,8-5 0-15,4-3 2 16,5-8-14-16,3-3-5 16,1-7-57-16,4-8-26 15,8-15 49-15,0-7 23 16</inkml:trace>
          <inkml:trace contextRef="#ctx0" brushRef="#br0" timeOffset="2520.08">4451 4034 192 0,'-4'-3'71'0,"0"6"-55"0,8 12 28 16,0-7 10-16,0 3-11 15,0 7-2-15,0 8-10 16,5 7-5-16,-1 15-14 0,-4 12 1 0,0 6 3 16,1 4-6-16,-1-3-3 15,0-8 2-15,0-7 2 16,0 0-2-16,5-8 2 16,-9-3-2-16,4-8 2 15,-4-3-2-15,0-8 0 16,0-4-1-16,0-3 0 15,-4-8-2-15,-5-3 1 16,1-8-4-16,-5-3 0 16,1 0-1-16,-5-4-2 15,-3-1 1-15,-1 1 1 16,0 4-1-16,-4 0-1 0,-4 3-4 16,0 4 0-16,-5 4 2 15,5 3 1-15,0 4 1 16,0 0 0-16,4 4-3 15,4 3 0-15,5 1 2 16,3 3 0-16,5 8 3 16,4 3 1-16,4 0 1 15,8 1 2-15,4-1 1 16,9-4 1-16,8 1 0 16,5-12 2-16,11 1 1 15,5-12 3-15,9-3-5 16,-1-11-1-16,4-1-4 15,1-7-3-15,-1-3-47 16,1-4-21-16,3-4 31 0,-4 4 19 16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82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128003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31C026F9-4CD8-9D47-B833-04E0A829089B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</a:t>
            </a:fld>
            <a:endParaRPr lang="en-GB" altLang="en-US" sz="1100"/>
          </a:p>
        </p:txBody>
      </p:sp>
      <p:sp>
        <p:nvSpPr>
          <p:cNvPr id="128004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128005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835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1143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1843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6BBFBFEA-DB90-9C4C-9CFF-3E1B16E62BF5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3</a:t>
            </a:fld>
            <a:endParaRPr lang="en-GB" altLang="en-US" sz="1100"/>
          </a:p>
        </p:txBody>
      </p:sp>
      <p:sp>
        <p:nvSpPr>
          <p:cNvPr id="18436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8214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20483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C63687C-3740-0644-8321-E18E829A2C14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4</a:t>
            </a:fld>
            <a:endParaRPr lang="en-GB" altLang="en-US" sz="1100"/>
          </a:p>
        </p:txBody>
      </p:sp>
      <p:sp>
        <p:nvSpPr>
          <p:cNvPr id="20484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9098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2253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88E84827-43C1-BD4D-83FF-0E697241356C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5</a:t>
            </a:fld>
            <a:endParaRPr lang="en-GB" altLang="en-US" sz="1100"/>
          </a:p>
        </p:txBody>
      </p:sp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485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2457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E6EA07A4-F19E-C94B-9BDC-0D5CD8A9B00B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6</a:t>
            </a:fld>
            <a:endParaRPr lang="en-GB" altLang="en-US" sz="1100"/>
          </a:p>
        </p:txBody>
      </p:sp>
      <p:sp>
        <p:nvSpPr>
          <p:cNvPr id="24580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3520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26627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C614EC42-DA56-FF44-AF2C-F0EB7C7A5E64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7</a:t>
            </a:fld>
            <a:endParaRPr lang="en-GB" altLang="en-US" sz="1100"/>
          </a:p>
        </p:txBody>
      </p:sp>
      <p:sp>
        <p:nvSpPr>
          <p:cNvPr id="26628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6118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2867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69C6DA72-BFA6-524F-9966-D71A47FE4378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8</a:t>
            </a:fld>
            <a:endParaRPr lang="en-GB" altLang="en-US" sz="1100"/>
          </a:p>
        </p:txBody>
      </p:sp>
      <p:sp>
        <p:nvSpPr>
          <p:cNvPr id="28676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6888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30723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8BF4109C-D9BB-1F44-A85B-1E05E96AD902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9</a:t>
            </a:fld>
            <a:endParaRPr lang="en-GB" altLang="en-US" sz="1100"/>
          </a:p>
        </p:txBody>
      </p:sp>
      <p:sp>
        <p:nvSpPr>
          <p:cNvPr id="30724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7621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3277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57519783-CDC3-1B4E-831F-B0354E9BF559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10</a:t>
            </a:fld>
            <a:endParaRPr lang="en-GB" altLang="en-US" sz="1100"/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5100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3481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F9B0226F-989B-3740-887F-3553DC788653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11</a:t>
            </a:fld>
            <a:endParaRPr lang="en-GB" altLang="en-US" sz="11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694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3686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9FAEE05-0F0E-B848-9493-0F612405965A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13</a:t>
            </a:fld>
            <a:endParaRPr lang="en-GB" altLang="en-US" sz="11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765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3891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E01A3AD-6954-C143-BB78-929A2F10998B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15</a:t>
            </a:fld>
            <a:endParaRPr lang="en-GB" altLang="en-US" sz="1100"/>
          </a:p>
        </p:txBody>
      </p:sp>
      <p:sp>
        <p:nvSpPr>
          <p:cNvPr id="38916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1924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40963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E5BD2037-1B5D-804F-AA98-68D1B358169F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16</a:t>
            </a:fld>
            <a:endParaRPr lang="en-GB" altLang="en-US" sz="1100"/>
          </a:p>
        </p:txBody>
      </p:sp>
      <p:sp>
        <p:nvSpPr>
          <p:cNvPr id="40964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3205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4301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4374BF6-88BA-8549-B0A3-A304550CDE98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17</a:t>
            </a:fld>
            <a:endParaRPr lang="en-GB" altLang="en-US" sz="1100"/>
          </a:p>
        </p:txBody>
      </p:sp>
      <p:sp>
        <p:nvSpPr>
          <p:cNvPr id="43012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43013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616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4505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DE2329F2-B1A1-F142-B4E2-074DFBC0BCAA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18</a:t>
            </a:fld>
            <a:endParaRPr lang="en-GB" altLang="en-US" sz="1100"/>
          </a:p>
        </p:txBody>
      </p:sp>
      <p:sp>
        <p:nvSpPr>
          <p:cNvPr id="45060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1609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4710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2553433D-1C41-D145-B876-7795C1CB2BC3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19</a:t>
            </a:fld>
            <a:endParaRPr lang="en-GB" altLang="en-US" sz="11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717550"/>
            <a:ext cx="4805362" cy="3603625"/>
          </a:xfrm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227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660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4915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565EC32D-E72A-DF4A-A9D2-E1560F2571D0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20</a:t>
            </a:fld>
            <a:endParaRPr lang="en-GB" altLang="en-US" sz="11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717550"/>
            <a:ext cx="4805362" cy="3603625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227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7527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4915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565EC32D-E72A-DF4A-A9D2-E1560F2571D0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21</a:t>
            </a:fld>
            <a:endParaRPr lang="en-GB" altLang="en-US" sz="110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5713" y="717550"/>
            <a:ext cx="4805362" cy="3603625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0" y="4560888"/>
            <a:ext cx="5359400" cy="43227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1256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5120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861E8853-6BEB-084F-B17C-5984B93685B2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22</a:t>
            </a:fld>
            <a:endParaRPr lang="en-GB" altLang="en-US" sz="110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12447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5325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FB507506-9894-5A44-A82B-DD7E9BED2F7A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23</a:t>
            </a:fld>
            <a:endParaRPr lang="en-GB" altLang="en-US" sz="110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3912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5529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DE1B70CD-669B-9A43-B0DC-3C9179DAEC59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24</a:t>
            </a:fld>
            <a:endParaRPr lang="en-GB" altLang="en-US" sz="110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4114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5734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2CDFC88-A4C9-2C4D-B05C-5375ADDCCB09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25</a:t>
            </a:fld>
            <a:endParaRPr lang="en-GB" altLang="en-US" sz="11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6653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5939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088F20A6-AB42-094B-B73C-2095A4C99797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26</a:t>
            </a:fld>
            <a:endParaRPr lang="en-GB" altLang="en-US" sz="110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589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6144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1766D8AA-6CA5-9E4C-9FC9-C03330DBCD4D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27</a:t>
            </a:fld>
            <a:endParaRPr lang="en-GB" altLang="en-US" sz="11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1410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63490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7D6035D1-EDE6-E343-ABB2-F87C3BDB996E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28</a:t>
            </a:fld>
            <a:endParaRPr lang="en-GB" altLang="en-US" sz="11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2976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6553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20813A76-0847-DC44-9F15-ABF0A62FA3CC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29</a:t>
            </a:fld>
            <a:endParaRPr lang="en-GB" altLang="en-US" sz="110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14161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6758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5A0D6737-2A53-6A45-A6C7-5156C5238643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30</a:t>
            </a:fld>
            <a:endParaRPr lang="en-GB" altLang="en-US" sz="110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70246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6963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0DD9B35-28DF-C742-B02C-C6F864A8A944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31</a:t>
            </a:fld>
            <a:endParaRPr lang="en-GB" altLang="en-US" sz="110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78812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71682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B4C25C50-E39A-504F-AE3D-D098DDBD68F6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32</a:t>
            </a:fld>
            <a:endParaRPr lang="en-GB" altLang="en-US" sz="110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9124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36866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99FAEE05-0F0E-B848-9493-0F612405965A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35</a:t>
            </a:fld>
            <a:endParaRPr lang="en-GB" altLang="en-US" sz="110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51525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65667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8"/>
          <p:cNvSpPr>
            <a:spLocks noGrp="1" noChangeArrowheads="1"/>
          </p:cNvSpPr>
          <p:nvPr>
            <p:ph type="dt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r>
              <a:rPr lang="en-GB" altLang="en-US" sz="1100"/>
              <a:t>18/02/08</a:t>
            </a:r>
          </a:p>
        </p:txBody>
      </p:sp>
      <p:sp>
        <p:nvSpPr>
          <p:cNvPr id="7373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charset="2"/>
              <a:buNone/>
            </a:pPr>
            <a:fld id="{F60A6AD0-0F8B-8F4C-8083-FD2D56DF55C4}" type="slidenum">
              <a:rPr lang="en-GB" altLang="en-US" sz="1100"/>
              <a:pPr>
                <a:spcBef>
                  <a:spcPct val="0"/>
                </a:spcBef>
                <a:buSzPct val="45000"/>
                <a:buFont typeface="Wingdings" charset="2"/>
                <a:buNone/>
              </a:pPr>
              <a:t>43</a:t>
            </a:fld>
            <a:endParaRPr lang="en-GB" altLang="en-US" sz="1100"/>
          </a:p>
        </p:txBody>
      </p:sp>
      <p:sp>
        <p:nvSpPr>
          <p:cNvPr id="73732" name="Text Box 2"/>
          <p:cNvSpPr txBox="1">
            <a:spLocks noChangeArrowheads="1"/>
          </p:cNvSpPr>
          <p:nvPr/>
        </p:nvSpPr>
        <p:spPr bwMode="auto">
          <a:xfrm>
            <a:off x="1493838" y="960438"/>
            <a:ext cx="4325937" cy="32908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defRPr sz="120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buSzPct val="45000"/>
              <a:buFont typeface="Wingdings" charset="2"/>
              <a:buNone/>
            </a:pPr>
            <a:endParaRPr lang="tr-TR" altLang="en-US" sz="2400">
              <a:solidFill>
                <a:schemeClr val="bg1"/>
              </a:solidFill>
              <a:latin typeface="Bitstream Vera Serif" charset="0"/>
            </a:endParaRPr>
          </a:p>
        </p:txBody>
      </p:sp>
      <p:sp>
        <p:nvSpPr>
          <p:cNvPr id="73733" name="Rectangle 3"/>
          <p:cNvSpPr>
            <a:spLocks noGrp="1" noChangeArrowheads="1"/>
          </p:cNvSpPr>
          <p:nvPr>
            <p:ph type="body"/>
          </p:nvPr>
        </p:nvSpPr>
        <p:spPr>
          <a:xfrm>
            <a:off x="731838" y="4559300"/>
            <a:ext cx="5842000" cy="43211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none" lIns="86749" tIns="43375" rIns="86749" bIns="43375" anchor="ctr"/>
          <a:lstStyle/>
          <a:p>
            <a:endParaRPr lang="en-US" altLang="en-US">
              <a:latin typeface="Times New Roman" charset="0"/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6060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en/d/db/Monitor_(synchronization)-SU.pn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emf"/><Relationship Id="rId5" Type="http://schemas.openxmlformats.org/officeDocument/2006/relationships/customXml" Target="../ink/ink1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upload.wikimedia.org/wikipedia/en/1/15/Monitor_(synchronization)-Mesa.p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12" Type="http://schemas.openxmlformats.org/officeDocument/2006/relationships/image" Target="../media/image2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emf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26.emf"/><Relationship Id="rId4" Type="http://schemas.openxmlformats.org/officeDocument/2006/relationships/image" Target="../media/image18.emf"/><Relationship Id="rId9" Type="http://schemas.openxmlformats.org/officeDocument/2006/relationships/customXml" Target="../ink/ink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Synchronization</a:t>
            </a:r>
            <a:br>
              <a:rPr lang="en-US" dirty="0"/>
            </a:br>
            <a:r>
              <a:rPr lang="en-US" dirty="0"/>
              <a:t>	Condition Variables and Monitors</a:t>
            </a:r>
            <a:endParaRPr lang="en-US" sz="2000" b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6400800"/>
            <a:ext cx="7678738" cy="3810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Some of the slides are adapted from Matt Welsh’s.</a:t>
            </a:r>
          </a:p>
        </p:txBody>
      </p:sp>
    </p:spTree>
    <p:extLst>
      <p:ext uri="{BB962C8B-B14F-4D97-AF65-F5344CB8AC3E}">
        <p14:creationId xmlns:p14="http://schemas.microsoft.com/office/powerpoint/2010/main" val="13868377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tabLst>
                <a:tab pos="0" algn="l"/>
                <a:tab pos="414726" algn="l"/>
                <a:tab pos="828013" algn="l"/>
                <a:tab pos="1244178" algn="l"/>
                <a:tab pos="1658904" algn="l"/>
                <a:tab pos="2073631" algn="l"/>
                <a:tab pos="2486917" algn="l"/>
                <a:tab pos="2903083" algn="l"/>
                <a:tab pos="3317809" algn="l"/>
                <a:tab pos="3732535" algn="l"/>
                <a:tab pos="4145822" algn="l"/>
                <a:tab pos="4561987" algn="l"/>
                <a:tab pos="4976713" algn="l"/>
                <a:tab pos="5390000" algn="l"/>
                <a:tab pos="5804726" algn="l"/>
                <a:tab pos="6220892" algn="l"/>
                <a:tab pos="6635618" algn="l"/>
                <a:tab pos="7048904" algn="l"/>
                <a:tab pos="7463631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Issues with Semaphores</a:t>
            </a:r>
          </a:p>
        </p:txBody>
      </p:sp>
      <p:sp>
        <p:nvSpPr>
          <p:cNvPr id="1269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37941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en-GB" altLang="en-US" dirty="0">
                <a:ea typeface="ＭＳ Ｐゴシック" charset="-128"/>
              </a:rPr>
              <a:t>Much of the power of semaphores derives from calls to</a:t>
            </a:r>
            <a:br>
              <a:rPr lang="en-GB" altLang="en-US" dirty="0">
                <a:ea typeface="ＭＳ Ｐゴシック" charset="-128"/>
              </a:rPr>
            </a:br>
            <a:r>
              <a:rPr lang="en-GB" altLang="en-US" dirty="0">
                <a:latin typeface="Courier" charset="0"/>
                <a:ea typeface="Courier" charset="0"/>
                <a:cs typeface="Courier" charset="0"/>
              </a:rPr>
              <a:t>wait() </a:t>
            </a:r>
            <a:r>
              <a:rPr lang="en-GB" altLang="en-US" dirty="0">
                <a:ea typeface="ＭＳ Ｐゴシック" charset="-128"/>
              </a:rPr>
              <a:t>and </a:t>
            </a:r>
            <a:r>
              <a:rPr lang="en-GB" altLang="en-US" dirty="0">
                <a:latin typeface="Courier" charset="0"/>
                <a:ea typeface="Courier" charset="0"/>
                <a:cs typeface="Courier" charset="0"/>
              </a:rPr>
              <a:t>signal() </a:t>
            </a:r>
            <a:r>
              <a:rPr lang="en-GB" altLang="en-US" dirty="0">
                <a:ea typeface="ＭＳ Ｐゴシック" charset="-128"/>
              </a:rPr>
              <a:t>that are </a:t>
            </a:r>
            <a:r>
              <a:rPr lang="en-GB" altLang="en-US" b="1" dirty="0">
                <a:solidFill>
                  <a:srgbClr val="993333"/>
                </a:solidFill>
                <a:ea typeface="ＭＳ Ｐゴシック" charset="-128"/>
              </a:rPr>
              <a:t>unmatched</a:t>
            </a:r>
          </a:p>
          <a:p>
            <a:pPr marL="739720" lvl="1" indent="-342900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en-GB" altLang="en-US" dirty="0">
                <a:ea typeface="ＭＳ Ｐゴシック" charset="-128"/>
              </a:rPr>
              <a:t>E.g. barrier example!</a:t>
            </a:r>
          </a:p>
          <a:p>
            <a:pPr marL="437941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en-GB" altLang="en-US" dirty="0">
                <a:ea typeface="ＭＳ Ｐゴシック" charset="-128"/>
              </a:rPr>
              <a:t>Unlike locks, </a:t>
            </a:r>
            <a:r>
              <a:rPr lang="en-GB" altLang="en-US" dirty="0">
                <a:latin typeface="Courier" charset="0"/>
                <a:ea typeface="Courier" charset="0"/>
                <a:cs typeface="Courier" charset="0"/>
              </a:rPr>
              <a:t>acquire() </a:t>
            </a:r>
            <a:r>
              <a:rPr lang="en-GB" altLang="en-US" dirty="0">
                <a:ea typeface="ＭＳ Ｐゴシック" charset="-128"/>
              </a:rPr>
              <a:t>and </a:t>
            </a:r>
            <a:r>
              <a:rPr lang="en-GB" altLang="en-US" dirty="0">
                <a:latin typeface="Courier" charset="0"/>
                <a:ea typeface="Courier" charset="0"/>
                <a:cs typeface="Courier" charset="0"/>
              </a:rPr>
              <a:t>release() </a:t>
            </a:r>
            <a:r>
              <a:rPr lang="en-GB" altLang="en-US" dirty="0">
                <a:ea typeface="ＭＳ Ｐゴシック" charset="-128"/>
              </a:rPr>
              <a:t>are not always paired.</a:t>
            </a:r>
          </a:p>
          <a:p>
            <a:pPr marL="437941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en-GB" altLang="en-US" dirty="0">
                <a:ea typeface="ＭＳ Ｐゴシック" charset="-128"/>
              </a:rPr>
              <a:t>This means it is a lot easier to get into trouble with semaphores.</a:t>
            </a:r>
          </a:p>
          <a:p>
            <a:pPr marL="739720" lvl="1" indent="-342900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ja-JP" altLang="en-GB" dirty="0">
                <a:ea typeface="ＭＳ Ｐゴシック" charset="-128"/>
              </a:rPr>
              <a:t>“</a:t>
            </a:r>
            <a:r>
              <a:rPr lang="en-GB" altLang="ja-JP" dirty="0">
                <a:ea typeface="ＭＳ Ｐゴシック" charset="-128"/>
              </a:rPr>
              <a:t>More rope</a:t>
            </a:r>
            <a:r>
              <a:rPr lang="ja-JP" altLang="en-GB" dirty="0">
                <a:ea typeface="ＭＳ Ｐゴシック" charset="-128"/>
              </a:rPr>
              <a:t>”</a:t>
            </a:r>
            <a:endParaRPr lang="en-GB" altLang="ja-JP" dirty="0">
              <a:ea typeface="ＭＳ Ｐゴシック" charset="-128"/>
            </a:endParaRPr>
          </a:p>
          <a:p>
            <a:pPr marL="437941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en-GB" altLang="en-US" dirty="0">
                <a:ea typeface="ＭＳ Ｐゴシック" charset="-128"/>
              </a:rPr>
              <a:t>Would be nice if we had some clean, well-defined </a:t>
            </a:r>
            <a:r>
              <a:rPr lang="en-GB" altLang="en-US" i="1" dirty="0">
                <a:solidFill>
                  <a:srgbClr val="2323DC"/>
                </a:solidFill>
                <a:ea typeface="ＭＳ Ｐゴシック" charset="-128"/>
              </a:rPr>
              <a:t>language support</a:t>
            </a:r>
            <a:r>
              <a:rPr lang="en-GB" altLang="en-US" dirty="0">
                <a:ea typeface="ＭＳ Ｐゴシック" charset="-128"/>
              </a:rPr>
              <a:t> for synchronization...</a:t>
            </a:r>
          </a:p>
          <a:p>
            <a:pPr marL="739720" lvl="1" indent="-342900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r>
              <a:rPr lang="en-GB" altLang="en-US" dirty="0">
                <a:ea typeface="ＭＳ Ｐゴシック" charset="-128"/>
              </a:rPr>
              <a:t>Java does!</a:t>
            </a:r>
          </a:p>
          <a:p>
            <a:pPr marL="437941">
              <a:tabLst>
                <a:tab pos="257764" algn="l"/>
                <a:tab pos="410407" algn="l"/>
                <a:tab pos="826572" algn="l"/>
                <a:tab pos="1241298" algn="l"/>
                <a:tab pos="1656024" algn="l"/>
                <a:tab pos="2069311" algn="l"/>
                <a:tab pos="2485477" algn="l"/>
                <a:tab pos="2900203" algn="l"/>
                <a:tab pos="3314929" algn="l"/>
                <a:tab pos="3728215" algn="l"/>
                <a:tab pos="4144381" algn="l"/>
                <a:tab pos="4559107" algn="l"/>
                <a:tab pos="4973833" algn="l"/>
                <a:tab pos="5387120" algn="l"/>
                <a:tab pos="5803286" algn="l"/>
                <a:tab pos="6218012" algn="l"/>
                <a:tab pos="6631298" algn="l"/>
                <a:tab pos="7046024" algn="l"/>
                <a:tab pos="7462190" algn="l"/>
                <a:tab pos="7876916" algn="l"/>
                <a:tab pos="8290203" algn="l"/>
              </a:tabLst>
            </a:pPr>
            <a:endParaRPr lang="en-GB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5950193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 dirty="0">
                <a:ea typeface="ＭＳ Ｐゴシック" charset="-128"/>
              </a:rPr>
              <a:t>Monitors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396876" y="1362075"/>
            <a:ext cx="5299732" cy="4972050"/>
          </a:xfrm>
        </p:spPr>
        <p:txBody>
          <a:bodyPr>
            <a:normAutofit fontScale="92500" lnSpcReduction="20000"/>
          </a:bodyPr>
          <a:lstStyle/>
          <a:p>
            <a:pPr marL="437941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A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monitor</a:t>
            </a:r>
            <a:r>
              <a:rPr lang="en-US" altLang="en-US" dirty="0">
                <a:ea typeface="ＭＳ Ｐゴシック" charset="-128"/>
              </a:rPr>
              <a:t> is an object (data + methods encapsulated into one) intended to be used safely by more than one thread. </a:t>
            </a:r>
          </a:p>
          <a:p>
            <a:pPr marL="895141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Methods are executed with mutual exclusion. </a:t>
            </a:r>
          </a:p>
          <a:p>
            <a:pPr marL="1262797" lvl="2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At each point in time, at most one thread may be executing any of its methods.</a:t>
            </a:r>
            <a:endParaRPr lang="en-GB" altLang="en-US" dirty="0">
              <a:ea typeface="ＭＳ Ｐゴシック" charset="-128"/>
            </a:endParaRPr>
          </a:p>
          <a:p>
            <a:pPr marL="895141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Condition Variables </a:t>
            </a:r>
            <a:r>
              <a:rPr lang="en-US" altLang="en-US" dirty="0">
                <a:ea typeface="ＭＳ Ｐゴシック" charset="-128"/>
              </a:rPr>
              <a:t>(CVs) proposed for threads to temporarily give up exclusive access, in order to wait for some condition to be met, </a:t>
            </a:r>
          </a:p>
          <a:p>
            <a:pPr marL="1262797" lvl="2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before regaining exclusive access and resuming their task. </a:t>
            </a:r>
          </a:p>
          <a:p>
            <a:pPr marL="895141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Use CV’s for signaling other threads that such conditions have been met.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220727" y="1614786"/>
            <a:ext cx="2357280" cy="807840"/>
          </a:xfrm>
          <a:prstGeom prst="ellipse">
            <a:avLst/>
          </a:prstGeom>
          <a:solidFill>
            <a:srgbClr val="B3B3B3"/>
          </a:solidFill>
          <a:ln w="18360">
            <a:solidFill>
              <a:srgbClr val="993333"/>
            </a:solidFill>
            <a:miter lim="800000"/>
            <a:headEnd/>
            <a:tailEnd/>
          </a:ln>
        </p:spPr>
        <p:txBody>
          <a:bodyPr lIns="8164" tIns="8164" rIns="8164" bIns="8164" anchor="ctr" anchorCtr="1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6478487" y="2792706"/>
            <a:ext cx="1919520" cy="470880"/>
          </a:xfrm>
          <a:prstGeom prst="roundRect">
            <a:avLst>
              <a:gd name="adj" fmla="val 306"/>
            </a:avLst>
          </a:prstGeom>
          <a:solidFill>
            <a:srgbClr val="F6F2F2"/>
          </a:solidFill>
          <a:ln w="36720">
            <a:solidFill>
              <a:srgbClr val="99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490007" y="3443586"/>
            <a:ext cx="1919520" cy="470880"/>
          </a:xfrm>
          <a:prstGeom prst="roundRect">
            <a:avLst>
              <a:gd name="adj" fmla="val 306"/>
            </a:avLst>
          </a:prstGeom>
          <a:solidFill>
            <a:srgbClr val="F6F2F2"/>
          </a:solidFill>
          <a:ln w="36720">
            <a:solidFill>
              <a:srgbClr val="99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546167" y="3959106"/>
            <a:ext cx="1935360" cy="54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Methods accessing</a:t>
            </a:r>
          </a:p>
          <a:p>
            <a:pPr algn="ctr" eaLnBrk="1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5816087" y="1467906"/>
            <a:ext cx="2952000" cy="3299040"/>
          </a:xfrm>
          <a:prstGeom prst="roundRect">
            <a:avLst>
              <a:gd name="adj" fmla="val 4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10" name="Group 9"/>
          <p:cNvGrpSpPr>
            <a:grpSpLocks/>
          </p:cNvGrpSpPr>
          <p:nvPr/>
        </p:nvGrpSpPr>
        <p:grpSpPr bwMode="auto">
          <a:xfrm>
            <a:off x="6006167" y="3034626"/>
            <a:ext cx="142560" cy="557280"/>
            <a:chOff x="2890" y="2428"/>
            <a:chExt cx="99" cy="387"/>
          </a:xfrm>
        </p:grpSpPr>
        <p:grpSp>
          <p:nvGrpSpPr>
            <p:cNvPr id="27" name="Group 10"/>
            <p:cNvGrpSpPr>
              <a:grpSpLocks/>
            </p:cNvGrpSpPr>
            <p:nvPr/>
          </p:nvGrpSpPr>
          <p:grpSpPr bwMode="auto">
            <a:xfrm>
              <a:off x="2890" y="2428"/>
              <a:ext cx="99" cy="387"/>
              <a:chOff x="2890" y="2428"/>
              <a:chExt cx="99" cy="387"/>
            </a:xfrm>
          </p:grpSpPr>
          <p:sp>
            <p:nvSpPr>
              <p:cNvPr id="28" name="Freeform 11"/>
              <p:cNvSpPr>
                <a:spLocks noChangeArrowheads="1"/>
              </p:cNvSpPr>
              <p:nvPr/>
            </p:nvSpPr>
            <p:spPr bwMode="auto">
              <a:xfrm>
                <a:off x="2890" y="2428"/>
                <a:ext cx="100" cy="388"/>
              </a:xfrm>
              <a:custGeom>
                <a:avLst/>
                <a:gdLst>
                  <a:gd name="T0" fmla="*/ 0 w 749"/>
                  <a:gd name="T1" fmla="*/ 0 h 1720"/>
                  <a:gd name="T2" fmla="*/ 0 w 749"/>
                  <a:gd name="T3" fmla="*/ 0 h 1720"/>
                  <a:gd name="T4" fmla="*/ 0 w 749"/>
                  <a:gd name="T5" fmla="*/ 0 h 1720"/>
                  <a:gd name="T6" fmla="*/ 0 w 749"/>
                  <a:gd name="T7" fmla="*/ 0 h 1720"/>
                  <a:gd name="T8" fmla="*/ 0 w 749"/>
                  <a:gd name="T9" fmla="*/ 0 h 1720"/>
                  <a:gd name="T10" fmla="*/ 0 w 749"/>
                  <a:gd name="T11" fmla="*/ 0 h 1720"/>
                  <a:gd name="T12" fmla="*/ 0 w 749"/>
                  <a:gd name="T13" fmla="*/ 0 h 17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9"/>
                  <a:gd name="T22" fmla="*/ 0 h 1720"/>
                  <a:gd name="T23" fmla="*/ 749 w 749"/>
                  <a:gd name="T24" fmla="*/ 1720 h 17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9" h="1720">
                    <a:moveTo>
                      <a:pt x="648" y="0"/>
                    </a:moveTo>
                    <a:cubicBezTo>
                      <a:pt x="0" y="297"/>
                      <a:pt x="748" y="463"/>
                      <a:pt x="748" y="463"/>
                    </a:cubicBezTo>
                    <a:cubicBezTo>
                      <a:pt x="748" y="463"/>
                      <a:pt x="350" y="727"/>
                      <a:pt x="350" y="727"/>
                    </a:cubicBezTo>
                    <a:cubicBezTo>
                      <a:pt x="350" y="727"/>
                      <a:pt x="748" y="926"/>
                      <a:pt x="748" y="926"/>
                    </a:cubicBezTo>
                    <a:cubicBezTo>
                      <a:pt x="748" y="926"/>
                      <a:pt x="299" y="1223"/>
                      <a:pt x="299" y="1223"/>
                    </a:cubicBezTo>
                    <a:cubicBezTo>
                      <a:pt x="299" y="1223"/>
                      <a:pt x="748" y="1422"/>
                      <a:pt x="748" y="1422"/>
                    </a:cubicBezTo>
                    <a:cubicBezTo>
                      <a:pt x="748" y="1422"/>
                      <a:pt x="350" y="1719"/>
                      <a:pt x="350" y="1719"/>
                    </a:cubicBezTo>
                  </a:path>
                </a:pathLst>
              </a:custGeom>
              <a:noFill/>
              <a:ln w="36720">
                <a:solidFill>
                  <a:srgbClr val="2323D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177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0753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Condition Variables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1"/>
          </p:nvPr>
        </p:nvSpPr>
        <p:spPr>
          <a:xfrm>
            <a:off x="-79766" y="1168001"/>
            <a:ext cx="5407939" cy="4972050"/>
          </a:xfrm>
        </p:spPr>
        <p:txBody>
          <a:bodyPr>
            <a:normAutofit fontScale="92500"/>
          </a:bodyPr>
          <a:lstStyle/>
          <a:p>
            <a:pPr marL="437941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Conceptually a </a:t>
            </a: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condition variable (CV) </a:t>
            </a:r>
            <a:r>
              <a:rPr lang="en-US" altLang="en-US" dirty="0">
                <a:ea typeface="ＭＳ Ｐゴシック" charset="-128"/>
              </a:rPr>
              <a:t>is a queue of threads, associated with a monitor, upon which a thread may wait for some assertion to become true.</a:t>
            </a:r>
          </a:p>
          <a:p>
            <a:pPr marL="837991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The thread waiting list of a semaphore is essentially a CV.</a:t>
            </a:r>
          </a:p>
          <a:p>
            <a:pPr marL="437941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Threads can use CV’s</a:t>
            </a:r>
          </a:p>
          <a:p>
            <a:pPr marL="862747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to temporarily give up exclusive access, in order to wait for some condition to be met, </a:t>
            </a:r>
          </a:p>
          <a:p>
            <a:pPr marL="862747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before regaining exclusive access and resuming their task. </a:t>
            </a:r>
          </a:p>
          <a:p>
            <a:pPr marL="862747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ea typeface="ＭＳ Ｐゴシック" charset="-128"/>
              </a:rPr>
              <a:t>for signaling other threads that such conditions have been met.</a:t>
            </a:r>
          </a:p>
          <a:p>
            <a:pPr marL="437941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altLang="en-US" dirty="0">
              <a:ea typeface="ＭＳ Ｐゴシック" charset="-128"/>
            </a:endParaRP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6380401" y="1823786"/>
            <a:ext cx="2357280" cy="807840"/>
          </a:xfrm>
          <a:prstGeom prst="ellipse">
            <a:avLst/>
          </a:prstGeom>
          <a:solidFill>
            <a:srgbClr val="B3B3B3"/>
          </a:solidFill>
          <a:ln w="18360">
            <a:solidFill>
              <a:srgbClr val="993333"/>
            </a:solidFill>
            <a:miter lim="800000"/>
            <a:headEnd/>
            <a:tailEnd/>
          </a:ln>
        </p:spPr>
        <p:txBody>
          <a:bodyPr lIns="8164" tIns="8164" rIns="8164" bIns="8164" anchor="ctr" anchorCtr="1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6638161" y="3003146"/>
            <a:ext cx="1919520" cy="470880"/>
          </a:xfrm>
          <a:prstGeom prst="roundRect">
            <a:avLst>
              <a:gd name="adj" fmla="val 306"/>
            </a:avLst>
          </a:prstGeom>
          <a:solidFill>
            <a:srgbClr val="F6F2F2"/>
          </a:solidFill>
          <a:ln w="36720">
            <a:solidFill>
              <a:srgbClr val="99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6648241" y="3654026"/>
            <a:ext cx="1919520" cy="470880"/>
          </a:xfrm>
          <a:prstGeom prst="roundRect">
            <a:avLst>
              <a:gd name="adj" fmla="val 306"/>
            </a:avLst>
          </a:prstGeom>
          <a:solidFill>
            <a:srgbClr val="F6F2F2"/>
          </a:solidFill>
          <a:ln w="36720">
            <a:solidFill>
              <a:srgbClr val="99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705841" y="4169546"/>
            <a:ext cx="1935360" cy="54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Methods accessing</a:t>
            </a:r>
          </a:p>
          <a:p>
            <a:pPr algn="ctr" eaLnBrk="1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5975761" y="1409066"/>
            <a:ext cx="2952000" cy="3568320"/>
          </a:xfrm>
          <a:prstGeom prst="roundRect">
            <a:avLst>
              <a:gd name="adj" fmla="val 4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6225295" y="5346234"/>
            <a:ext cx="142560" cy="557280"/>
            <a:chOff x="2867" y="1758"/>
            <a:chExt cx="99" cy="387"/>
          </a:xfrm>
        </p:grpSpPr>
        <p:grpSp>
          <p:nvGrpSpPr>
            <p:cNvPr id="31" name="Group 14"/>
            <p:cNvGrpSpPr>
              <a:grpSpLocks/>
            </p:cNvGrpSpPr>
            <p:nvPr/>
          </p:nvGrpSpPr>
          <p:grpSpPr bwMode="auto">
            <a:xfrm>
              <a:off x="2867" y="1758"/>
              <a:ext cx="99" cy="387"/>
              <a:chOff x="2867" y="1758"/>
              <a:chExt cx="99" cy="387"/>
            </a:xfrm>
          </p:grpSpPr>
          <p:sp>
            <p:nvSpPr>
              <p:cNvPr id="32" name="Freeform 15"/>
              <p:cNvSpPr>
                <a:spLocks noChangeArrowheads="1"/>
              </p:cNvSpPr>
              <p:nvPr/>
            </p:nvSpPr>
            <p:spPr bwMode="auto">
              <a:xfrm>
                <a:off x="2867" y="1758"/>
                <a:ext cx="100" cy="388"/>
              </a:xfrm>
              <a:custGeom>
                <a:avLst/>
                <a:gdLst>
                  <a:gd name="T0" fmla="*/ 0 w 749"/>
                  <a:gd name="T1" fmla="*/ 0 h 1720"/>
                  <a:gd name="T2" fmla="*/ 0 w 749"/>
                  <a:gd name="T3" fmla="*/ 0 h 1720"/>
                  <a:gd name="T4" fmla="*/ 0 w 749"/>
                  <a:gd name="T5" fmla="*/ 0 h 1720"/>
                  <a:gd name="T6" fmla="*/ 0 w 749"/>
                  <a:gd name="T7" fmla="*/ 0 h 1720"/>
                  <a:gd name="T8" fmla="*/ 0 w 749"/>
                  <a:gd name="T9" fmla="*/ 0 h 1720"/>
                  <a:gd name="T10" fmla="*/ 0 w 749"/>
                  <a:gd name="T11" fmla="*/ 0 h 1720"/>
                  <a:gd name="T12" fmla="*/ 0 w 749"/>
                  <a:gd name="T13" fmla="*/ 0 h 17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9"/>
                  <a:gd name="T22" fmla="*/ 0 h 1720"/>
                  <a:gd name="T23" fmla="*/ 749 w 749"/>
                  <a:gd name="T24" fmla="*/ 1720 h 17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9" h="1720">
                    <a:moveTo>
                      <a:pt x="648" y="0"/>
                    </a:moveTo>
                    <a:cubicBezTo>
                      <a:pt x="0" y="297"/>
                      <a:pt x="748" y="463"/>
                      <a:pt x="748" y="463"/>
                    </a:cubicBezTo>
                    <a:cubicBezTo>
                      <a:pt x="748" y="463"/>
                      <a:pt x="350" y="727"/>
                      <a:pt x="350" y="727"/>
                    </a:cubicBezTo>
                    <a:cubicBezTo>
                      <a:pt x="350" y="727"/>
                      <a:pt x="748" y="926"/>
                      <a:pt x="748" y="926"/>
                    </a:cubicBezTo>
                    <a:cubicBezTo>
                      <a:pt x="748" y="926"/>
                      <a:pt x="299" y="1223"/>
                      <a:pt x="299" y="1223"/>
                    </a:cubicBezTo>
                    <a:cubicBezTo>
                      <a:pt x="299" y="1223"/>
                      <a:pt x="748" y="1422"/>
                      <a:pt x="748" y="1422"/>
                    </a:cubicBezTo>
                    <a:cubicBezTo>
                      <a:pt x="748" y="1422"/>
                      <a:pt x="350" y="1719"/>
                      <a:pt x="350" y="1719"/>
                    </a:cubicBezTo>
                  </a:path>
                </a:pathLst>
              </a:custGeom>
              <a:noFill/>
              <a:ln w="36720">
                <a:solidFill>
                  <a:srgbClr val="2323D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177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</p:grpSp>
      <p:sp>
        <p:nvSpPr>
          <p:cNvPr id="19" name="Text Box 29"/>
          <p:cNvSpPr txBox="1">
            <a:spLocks noChangeArrowheads="1"/>
          </p:cNvSpPr>
          <p:nvPr/>
        </p:nvSpPr>
        <p:spPr bwMode="auto">
          <a:xfrm>
            <a:off x="6114415" y="5069754"/>
            <a:ext cx="753120" cy="31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 dirty="0" err="1">
                <a:latin typeface="Calibri" charset="0"/>
                <a:ea typeface="Calibri" charset="0"/>
                <a:cs typeface="Calibri" charset="0"/>
              </a:rPr>
              <a:t>zzZ</a:t>
            </a:r>
            <a:r>
              <a:rPr lang="en-GB" altLang="en-US" sz="1633" dirty="0">
                <a:latin typeface="Calibri" charset="0"/>
                <a:ea typeface="Calibri" charset="0"/>
                <a:cs typeface="Calibri" charset="0"/>
              </a:rPr>
              <a:t>...</a:t>
            </a:r>
          </a:p>
        </p:txBody>
      </p:sp>
      <p:sp>
        <p:nvSpPr>
          <p:cNvPr id="20" name="Text Box 30"/>
          <p:cNvSpPr txBox="1">
            <a:spLocks noChangeArrowheads="1"/>
          </p:cNvSpPr>
          <p:nvPr/>
        </p:nvSpPr>
        <p:spPr bwMode="auto">
          <a:xfrm>
            <a:off x="3025201" y="5459786"/>
            <a:ext cx="3601440" cy="6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GB" altLang="en-US" sz="1814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905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Monitors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  <a:tab pos="8536446" algn="l"/>
              </a:tabLst>
            </a:pPr>
            <a:r>
              <a:rPr lang="en-GB" altLang="en-US" dirty="0">
                <a:ea typeface="ＭＳ Ｐゴシック" charset="-128"/>
              </a:rPr>
              <a:t>This style of using locks and CV's to protect access to a shared object is often called a </a:t>
            </a:r>
            <a:r>
              <a:rPr lang="en-GB" altLang="en-US" i="1" dirty="0">
                <a:solidFill>
                  <a:srgbClr val="2323DC"/>
                </a:solidFill>
                <a:ea typeface="ＭＳ Ｐゴシック" charset="-128"/>
              </a:rPr>
              <a:t>monitor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  <a:tab pos="8536446" algn="l"/>
              </a:tabLst>
            </a:pPr>
            <a:r>
              <a:rPr lang="en-GB" altLang="en-US" i="1" dirty="0">
                <a:ea typeface="ＭＳ Ｐゴシック" charset="-128"/>
              </a:rPr>
              <a:t>Think of a monitor as a lock protecting an object, plus a queue of waiting threads.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37281" y="2935812"/>
            <a:ext cx="5286240" cy="3922188"/>
            <a:chOff x="1637281" y="1929961"/>
            <a:chExt cx="5286240" cy="3922188"/>
          </a:xfrm>
        </p:grpSpPr>
        <p:sp>
          <p:nvSpPr>
            <p:cNvPr id="21507" name="Oval 4"/>
            <p:cNvSpPr>
              <a:spLocks noChangeArrowheads="1"/>
            </p:cNvSpPr>
            <p:nvPr/>
          </p:nvSpPr>
          <p:spPr bwMode="auto">
            <a:xfrm>
              <a:off x="4376161" y="2076841"/>
              <a:ext cx="2357280" cy="807840"/>
            </a:xfrm>
            <a:prstGeom prst="ellipse">
              <a:avLst/>
            </a:prstGeom>
            <a:solidFill>
              <a:srgbClr val="B3B3B3"/>
            </a:solidFill>
            <a:ln w="18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lIns="8164" tIns="8164" rIns="8164" bIns="8164" anchor="ctr" anchorCtr="1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1508" name="AutoShape 5"/>
            <p:cNvSpPr>
              <a:spLocks noChangeArrowheads="1"/>
            </p:cNvSpPr>
            <p:nvPr/>
          </p:nvSpPr>
          <p:spPr bwMode="auto">
            <a:xfrm>
              <a:off x="4633921" y="325476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1509" name="AutoShape 6"/>
            <p:cNvSpPr>
              <a:spLocks noChangeArrowheads="1"/>
            </p:cNvSpPr>
            <p:nvPr/>
          </p:nvSpPr>
          <p:spPr bwMode="auto">
            <a:xfrm>
              <a:off x="4645441" y="390564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1510" name="Text Box 7"/>
            <p:cNvSpPr txBox="1">
              <a:spLocks noChangeArrowheads="1"/>
            </p:cNvSpPr>
            <p:nvPr/>
          </p:nvSpPr>
          <p:spPr bwMode="auto">
            <a:xfrm>
              <a:off x="4701601" y="4421161"/>
              <a:ext cx="1935360" cy="54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Methods accessing</a:t>
              </a:r>
            </a:p>
            <a:p>
              <a:pPr algn="ctr"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1511" name="AutoShape 8"/>
            <p:cNvSpPr>
              <a:spLocks noChangeArrowheads="1"/>
            </p:cNvSpPr>
            <p:nvPr/>
          </p:nvSpPr>
          <p:spPr bwMode="auto">
            <a:xfrm>
              <a:off x="3971521" y="1929961"/>
              <a:ext cx="2952000" cy="3299040"/>
            </a:xfrm>
            <a:prstGeom prst="roundRect">
              <a:avLst>
                <a:gd name="adj" fmla="val 4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1512" name="Group 9"/>
            <p:cNvGrpSpPr>
              <a:grpSpLocks/>
            </p:cNvGrpSpPr>
            <p:nvPr/>
          </p:nvGrpSpPr>
          <p:grpSpPr bwMode="auto">
            <a:xfrm>
              <a:off x="4161601" y="3496681"/>
              <a:ext cx="142560" cy="557280"/>
              <a:chOff x="2890" y="2428"/>
              <a:chExt cx="99" cy="387"/>
            </a:xfrm>
          </p:grpSpPr>
          <p:grpSp>
            <p:nvGrpSpPr>
              <p:cNvPr id="21532" name="Group 10"/>
              <p:cNvGrpSpPr>
                <a:grpSpLocks/>
              </p:cNvGrpSpPr>
              <p:nvPr/>
            </p:nvGrpSpPr>
            <p:grpSpPr bwMode="auto">
              <a:xfrm>
                <a:off x="2890" y="2428"/>
                <a:ext cx="99" cy="387"/>
                <a:chOff x="2890" y="2428"/>
                <a:chExt cx="99" cy="387"/>
              </a:xfrm>
            </p:grpSpPr>
            <p:sp>
              <p:nvSpPr>
                <p:cNvPr id="21533" name="Freeform 11"/>
                <p:cNvSpPr>
                  <a:spLocks noChangeArrowheads="1"/>
                </p:cNvSpPr>
                <p:nvPr/>
              </p:nvSpPr>
              <p:spPr bwMode="auto">
                <a:xfrm>
                  <a:off x="2890" y="242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21513" name="Group 12"/>
            <p:cNvGrpSpPr>
              <a:grpSpLocks/>
            </p:cNvGrpSpPr>
            <p:nvPr/>
          </p:nvGrpSpPr>
          <p:grpSpPr bwMode="auto">
            <a:xfrm>
              <a:off x="3074401" y="3496681"/>
              <a:ext cx="142560" cy="557280"/>
              <a:chOff x="2135" y="2428"/>
              <a:chExt cx="99" cy="387"/>
            </a:xfrm>
          </p:grpSpPr>
          <p:grpSp>
            <p:nvGrpSpPr>
              <p:cNvPr id="21530" name="Group 13"/>
              <p:cNvGrpSpPr>
                <a:grpSpLocks/>
              </p:cNvGrpSpPr>
              <p:nvPr/>
            </p:nvGrpSpPr>
            <p:grpSpPr bwMode="auto">
              <a:xfrm>
                <a:off x="2135" y="2428"/>
                <a:ext cx="99" cy="387"/>
                <a:chOff x="2135" y="2428"/>
                <a:chExt cx="99" cy="387"/>
              </a:xfrm>
            </p:grpSpPr>
            <p:sp>
              <p:nvSpPr>
                <p:cNvPr id="21531" name="Freeform 14"/>
                <p:cNvSpPr>
                  <a:spLocks noChangeArrowheads="1"/>
                </p:cNvSpPr>
                <p:nvPr/>
              </p:nvSpPr>
              <p:spPr bwMode="auto">
                <a:xfrm>
                  <a:off x="2135" y="242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21514" name="Group 15"/>
            <p:cNvGrpSpPr>
              <a:grpSpLocks/>
            </p:cNvGrpSpPr>
            <p:nvPr/>
          </p:nvGrpSpPr>
          <p:grpSpPr bwMode="auto">
            <a:xfrm>
              <a:off x="2491201" y="3496681"/>
              <a:ext cx="142560" cy="557280"/>
              <a:chOff x="1730" y="2428"/>
              <a:chExt cx="99" cy="387"/>
            </a:xfrm>
          </p:grpSpPr>
          <p:grpSp>
            <p:nvGrpSpPr>
              <p:cNvPr id="21528" name="Group 16"/>
              <p:cNvGrpSpPr>
                <a:grpSpLocks/>
              </p:cNvGrpSpPr>
              <p:nvPr/>
            </p:nvGrpSpPr>
            <p:grpSpPr bwMode="auto">
              <a:xfrm>
                <a:off x="1730" y="2428"/>
                <a:ext cx="99" cy="387"/>
                <a:chOff x="1730" y="2428"/>
                <a:chExt cx="99" cy="387"/>
              </a:xfrm>
            </p:grpSpPr>
            <p:sp>
              <p:nvSpPr>
                <p:cNvPr id="21529" name="Freeform 17"/>
                <p:cNvSpPr>
                  <a:spLocks noChangeArrowheads="1"/>
                </p:cNvSpPr>
                <p:nvPr/>
              </p:nvSpPr>
              <p:spPr bwMode="auto">
                <a:xfrm>
                  <a:off x="1730" y="242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sp>
          <p:nvSpPr>
            <p:cNvPr id="21515" name="AutoShape 18"/>
            <p:cNvSpPr>
              <a:spLocks noChangeArrowheads="1"/>
            </p:cNvSpPr>
            <p:nvPr/>
          </p:nvSpPr>
          <p:spPr bwMode="auto">
            <a:xfrm>
              <a:off x="2243521" y="3344040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1516" name="AutoShape 19"/>
            <p:cNvSpPr>
              <a:spLocks noChangeArrowheads="1"/>
            </p:cNvSpPr>
            <p:nvPr/>
          </p:nvSpPr>
          <p:spPr bwMode="auto">
            <a:xfrm>
              <a:off x="2849761" y="3344040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1517" name="AutoShape 20"/>
            <p:cNvSpPr>
              <a:spLocks noChangeArrowheads="1"/>
            </p:cNvSpPr>
            <p:nvPr/>
          </p:nvSpPr>
          <p:spPr bwMode="auto">
            <a:xfrm>
              <a:off x="1637281" y="3344040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21518" name="Group 21"/>
            <p:cNvGrpSpPr>
              <a:grpSpLocks/>
            </p:cNvGrpSpPr>
            <p:nvPr/>
          </p:nvGrpSpPr>
          <p:grpSpPr bwMode="auto">
            <a:xfrm>
              <a:off x="1874881" y="3496681"/>
              <a:ext cx="142560" cy="557280"/>
              <a:chOff x="1302" y="2428"/>
              <a:chExt cx="99" cy="387"/>
            </a:xfrm>
          </p:grpSpPr>
          <p:grpSp>
            <p:nvGrpSpPr>
              <p:cNvPr id="21526" name="Group 22"/>
              <p:cNvGrpSpPr>
                <a:grpSpLocks/>
              </p:cNvGrpSpPr>
              <p:nvPr/>
            </p:nvGrpSpPr>
            <p:grpSpPr bwMode="auto">
              <a:xfrm>
                <a:off x="1302" y="2428"/>
                <a:ext cx="99" cy="387"/>
                <a:chOff x="1302" y="2428"/>
                <a:chExt cx="99" cy="387"/>
              </a:xfrm>
            </p:grpSpPr>
            <p:sp>
              <p:nvSpPr>
                <p:cNvPr id="21527" name="Freeform 23"/>
                <p:cNvSpPr>
                  <a:spLocks noChangeArrowheads="1"/>
                </p:cNvSpPr>
                <p:nvPr/>
              </p:nvSpPr>
              <p:spPr bwMode="auto">
                <a:xfrm>
                  <a:off x="1302" y="242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sp>
          <p:nvSpPr>
            <p:cNvPr id="21519" name="Line 24"/>
            <p:cNvSpPr>
              <a:spLocks noChangeShapeType="1"/>
            </p:cNvSpPr>
            <p:nvPr/>
          </p:nvSpPr>
          <p:spPr bwMode="auto">
            <a:xfrm>
              <a:off x="3456001" y="3781801"/>
              <a:ext cx="527040" cy="1440"/>
            </a:xfrm>
            <a:prstGeom prst="line">
              <a:avLst/>
            </a:prstGeom>
            <a:noFill/>
            <a:ln w="18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1520" name="Text Box 25"/>
            <p:cNvSpPr txBox="1">
              <a:spLocks noChangeArrowheads="1"/>
            </p:cNvSpPr>
            <p:nvPr/>
          </p:nvSpPr>
          <p:spPr bwMode="auto">
            <a:xfrm>
              <a:off x="1840321" y="2920681"/>
              <a:ext cx="1807200" cy="3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Waiting threads</a:t>
              </a:r>
            </a:p>
          </p:txBody>
        </p:sp>
        <p:sp>
          <p:nvSpPr>
            <p:cNvPr id="21521" name="Text Box 26"/>
            <p:cNvSpPr txBox="1">
              <a:spLocks noChangeArrowheads="1"/>
            </p:cNvSpPr>
            <p:nvPr/>
          </p:nvSpPr>
          <p:spPr bwMode="auto">
            <a:xfrm>
              <a:off x="1762560" y="4413961"/>
              <a:ext cx="2131200" cy="773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At most one thread in the monitor at a time</a:t>
              </a:r>
            </a:p>
          </p:txBody>
        </p:sp>
        <p:sp>
          <p:nvSpPr>
            <p:cNvPr id="21522" name="Text Box 27"/>
            <p:cNvSpPr txBox="1">
              <a:spLocks noChangeArrowheads="1"/>
            </p:cNvSpPr>
            <p:nvPr/>
          </p:nvSpPr>
          <p:spPr bwMode="auto">
            <a:xfrm>
              <a:off x="2018881" y="5433109"/>
              <a:ext cx="4439520" cy="419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10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2177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</a:rPr>
                <a:t>How is this different than a lock???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870109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671041" y="93961"/>
            <a:ext cx="7807680" cy="424800"/>
          </a:xfrm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solidFill>
                  <a:srgbClr val="000000"/>
                </a:solidFill>
                <a:ea typeface="ＭＳ Ｐゴシック" charset="-128"/>
              </a:rPr>
              <a:t>Monitors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60321" y="1627263"/>
            <a:ext cx="5286240" cy="3568320"/>
            <a:chOff x="1660321" y="662761"/>
            <a:chExt cx="5286240" cy="3568320"/>
          </a:xfrm>
        </p:grpSpPr>
        <p:sp>
          <p:nvSpPr>
            <p:cNvPr id="23554" name="Oval 3"/>
            <p:cNvSpPr>
              <a:spLocks noChangeArrowheads="1"/>
            </p:cNvSpPr>
            <p:nvPr/>
          </p:nvSpPr>
          <p:spPr bwMode="auto">
            <a:xfrm>
              <a:off x="4399201" y="1077481"/>
              <a:ext cx="2357280" cy="807840"/>
            </a:xfrm>
            <a:prstGeom prst="ellipse">
              <a:avLst/>
            </a:prstGeom>
            <a:solidFill>
              <a:srgbClr val="B3B3B3"/>
            </a:solidFill>
            <a:ln w="18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lIns="8164" tIns="8164" rIns="8164" bIns="8164" anchor="ctr" anchorCtr="1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3555" name="AutoShape 4"/>
            <p:cNvSpPr>
              <a:spLocks noChangeArrowheads="1"/>
            </p:cNvSpPr>
            <p:nvPr/>
          </p:nvSpPr>
          <p:spPr bwMode="auto">
            <a:xfrm>
              <a:off x="4656961" y="225684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56" name="AutoShape 5"/>
            <p:cNvSpPr>
              <a:spLocks noChangeArrowheads="1"/>
            </p:cNvSpPr>
            <p:nvPr/>
          </p:nvSpPr>
          <p:spPr bwMode="auto">
            <a:xfrm>
              <a:off x="4667041" y="290772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57" name="Text Box 6"/>
            <p:cNvSpPr txBox="1">
              <a:spLocks noChangeArrowheads="1"/>
            </p:cNvSpPr>
            <p:nvPr/>
          </p:nvSpPr>
          <p:spPr bwMode="auto">
            <a:xfrm>
              <a:off x="4724641" y="3423241"/>
              <a:ext cx="1935360" cy="54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Methods accessing</a:t>
              </a:r>
            </a:p>
            <a:p>
              <a:pPr algn="ctr"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3558" name="AutoShape 7"/>
            <p:cNvSpPr>
              <a:spLocks noChangeArrowheads="1"/>
            </p:cNvSpPr>
            <p:nvPr/>
          </p:nvSpPr>
          <p:spPr bwMode="auto">
            <a:xfrm>
              <a:off x="3994561" y="662761"/>
              <a:ext cx="2952000" cy="3568320"/>
            </a:xfrm>
            <a:prstGeom prst="roundRect">
              <a:avLst>
                <a:gd name="adj" fmla="val 4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59" name="AutoShape 8"/>
            <p:cNvSpPr>
              <a:spLocks noChangeArrowheads="1"/>
            </p:cNvSpPr>
            <p:nvPr/>
          </p:nvSpPr>
          <p:spPr bwMode="auto">
            <a:xfrm>
              <a:off x="226656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60" name="AutoShape 9"/>
            <p:cNvSpPr>
              <a:spLocks noChangeArrowheads="1"/>
            </p:cNvSpPr>
            <p:nvPr/>
          </p:nvSpPr>
          <p:spPr bwMode="auto">
            <a:xfrm>
              <a:off x="287280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61" name="AutoShape 10"/>
            <p:cNvSpPr>
              <a:spLocks noChangeArrowheads="1"/>
            </p:cNvSpPr>
            <p:nvPr/>
          </p:nvSpPr>
          <p:spPr bwMode="auto">
            <a:xfrm>
              <a:off x="166032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62" name="Line 11"/>
            <p:cNvSpPr>
              <a:spLocks noChangeShapeType="1"/>
            </p:cNvSpPr>
            <p:nvPr/>
          </p:nvSpPr>
          <p:spPr bwMode="auto">
            <a:xfrm>
              <a:off x="3479041" y="2783881"/>
              <a:ext cx="527040" cy="1440"/>
            </a:xfrm>
            <a:prstGeom prst="line">
              <a:avLst/>
            </a:prstGeom>
            <a:noFill/>
            <a:ln w="18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3563" name="Text Box 12"/>
            <p:cNvSpPr txBox="1">
              <a:spLocks noChangeArrowheads="1"/>
            </p:cNvSpPr>
            <p:nvPr/>
          </p:nvSpPr>
          <p:spPr bwMode="auto">
            <a:xfrm>
              <a:off x="4903201" y="707401"/>
              <a:ext cx="1380960" cy="336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996">
                  <a:latin typeface="Calibri" charset="0"/>
                  <a:ea typeface="Calibri" charset="0"/>
                  <a:cs typeface="Calibri" charset="0"/>
                </a:rPr>
                <a:t>unlocked</a:t>
              </a:r>
            </a:p>
          </p:txBody>
        </p:sp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4128481" y="2531881"/>
              <a:ext cx="142560" cy="557280"/>
              <a:chOff x="2867" y="1758"/>
              <a:chExt cx="99" cy="387"/>
            </a:xfrm>
          </p:grpSpPr>
          <p:grpSp>
            <p:nvGrpSpPr>
              <p:cNvPr id="23568" name="Group 14"/>
              <p:cNvGrpSpPr>
                <a:grpSpLocks/>
              </p:cNvGrpSpPr>
              <p:nvPr/>
            </p:nvGrpSpPr>
            <p:grpSpPr bwMode="auto">
              <a:xfrm>
                <a:off x="2867" y="1758"/>
                <a:ext cx="99" cy="387"/>
                <a:chOff x="2867" y="1758"/>
                <a:chExt cx="99" cy="387"/>
              </a:xfrm>
            </p:grpSpPr>
            <p:sp>
              <p:nvSpPr>
                <p:cNvPr id="23569" name="Freeform 15"/>
                <p:cNvSpPr>
                  <a:spLocks noChangeArrowheads="1"/>
                </p:cNvSpPr>
                <p:nvPr/>
              </p:nvSpPr>
              <p:spPr bwMode="auto">
                <a:xfrm>
                  <a:off x="2867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666026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671041" y="93961"/>
            <a:ext cx="7807680" cy="424800"/>
          </a:xfrm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Monitors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44001" y="1414321"/>
            <a:ext cx="5902560" cy="4655520"/>
            <a:chOff x="1044001" y="662761"/>
            <a:chExt cx="5902560" cy="4655520"/>
          </a:xfrm>
        </p:grpSpPr>
        <p:sp>
          <p:nvSpPr>
            <p:cNvPr id="25602" name="Oval 3"/>
            <p:cNvSpPr>
              <a:spLocks noChangeArrowheads="1"/>
            </p:cNvSpPr>
            <p:nvPr/>
          </p:nvSpPr>
          <p:spPr bwMode="auto">
            <a:xfrm>
              <a:off x="4399201" y="1077481"/>
              <a:ext cx="2357280" cy="807840"/>
            </a:xfrm>
            <a:prstGeom prst="ellipse">
              <a:avLst/>
            </a:prstGeom>
            <a:solidFill>
              <a:srgbClr val="B3B3B3"/>
            </a:solidFill>
            <a:ln w="18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lIns="8164" tIns="8164" rIns="8164" bIns="8164" anchor="ctr" anchorCtr="1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5603" name="AutoShape 4"/>
            <p:cNvSpPr>
              <a:spLocks noChangeArrowheads="1"/>
            </p:cNvSpPr>
            <p:nvPr/>
          </p:nvSpPr>
          <p:spPr bwMode="auto">
            <a:xfrm>
              <a:off x="4656961" y="225684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04" name="AutoShape 5"/>
            <p:cNvSpPr>
              <a:spLocks noChangeArrowheads="1"/>
            </p:cNvSpPr>
            <p:nvPr/>
          </p:nvSpPr>
          <p:spPr bwMode="auto">
            <a:xfrm>
              <a:off x="4667041" y="290772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05" name="Text Box 6"/>
            <p:cNvSpPr txBox="1">
              <a:spLocks noChangeArrowheads="1"/>
            </p:cNvSpPr>
            <p:nvPr/>
          </p:nvSpPr>
          <p:spPr bwMode="auto">
            <a:xfrm>
              <a:off x="4724641" y="3423241"/>
              <a:ext cx="1935360" cy="54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Methods accessing</a:t>
              </a:r>
            </a:p>
            <a:p>
              <a:pPr algn="ctr"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5606" name="AutoShape 7"/>
            <p:cNvSpPr>
              <a:spLocks noChangeArrowheads="1"/>
            </p:cNvSpPr>
            <p:nvPr/>
          </p:nvSpPr>
          <p:spPr bwMode="auto">
            <a:xfrm>
              <a:off x="3994561" y="662761"/>
              <a:ext cx="2952000" cy="3568320"/>
            </a:xfrm>
            <a:prstGeom prst="roundRect">
              <a:avLst>
                <a:gd name="adj" fmla="val 4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07" name="AutoShape 8"/>
            <p:cNvSpPr>
              <a:spLocks noChangeArrowheads="1"/>
            </p:cNvSpPr>
            <p:nvPr/>
          </p:nvSpPr>
          <p:spPr bwMode="auto">
            <a:xfrm>
              <a:off x="226656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08" name="AutoShape 9"/>
            <p:cNvSpPr>
              <a:spLocks noChangeArrowheads="1"/>
            </p:cNvSpPr>
            <p:nvPr/>
          </p:nvSpPr>
          <p:spPr bwMode="auto">
            <a:xfrm>
              <a:off x="287280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09" name="AutoShape 10"/>
            <p:cNvSpPr>
              <a:spLocks noChangeArrowheads="1"/>
            </p:cNvSpPr>
            <p:nvPr/>
          </p:nvSpPr>
          <p:spPr bwMode="auto">
            <a:xfrm>
              <a:off x="166032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10" name="Line 11"/>
            <p:cNvSpPr>
              <a:spLocks noChangeShapeType="1"/>
            </p:cNvSpPr>
            <p:nvPr/>
          </p:nvSpPr>
          <p:spPr bwMode="auto">
            <a:xfrm>
              <a:off x="3479041" y="2783881"/>
              <a:ext cx="527040" cy="1440"/>
            </a:xfrm>
            <a:prstGeom prst="line">
              <a:avLst/>
            </a:prstGeom>
            <a:noFill/>
            <a:ln w="18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5611" name="Text Box 12"/>
            <p:cNvSpPr txBox="1">
              <a:spLocks noChangeArrowheads="1"/>
            </p:cNvSpPr>
            <p:nvPr/>
          </p:nvSpPr>
          <p:spPr bwMode="auto">
            <a:xfrm>
              <a:off x="5083200" y="718921"/>
              <a:ext cx="1077120" cy="336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996">
                  <a:latin typeface="Calibri" charset="0"/>
                  <a:ea typeface="Calibri" charset="0"/>
                  <a:cs typeface="Calibri" charset="0"/>
                </a:rPr>
                <a:t>locked</a:t>
              </a:r>
            </a:p>
          </p:txBody>
        </p:sp>
        <p:grpSp>
          <p:nvGrpSpPr>
            <p:cNvPr id="25612" name="Group 13"/>
            <p:cNvGrpSpPr>
              <a:grpSpLocks/>
            </p:cNvGrpSpPr>
            <p:nvPr/>
          </p:nvGrpSpPr>
          <p:grpSpPr bwMode="auto">
            <a:xfrm>
              <a:off x="4128481" y="2531881"/>
              <a:ext cx="142560" cy="557280"/>
              <a:chOff x="2867" y="1758"/>
              <a:chExt cx="99" cy="387"/>
            </a:xfrm>
          </p:grpSpPr>
          <p:grpSp>
            <p:nvGrpSpPr>
              <p:cNvPr id="25631" name="Group 14"/>
              <p:cNvGrpSpPr>
                <a:grpSpLocks/>
              </p:cNvGrpSpPr>
              <p:nvPr/>
            </p:nvGrpSpPr>
            <p:grpSpPr bwMode="auto">
              <a:xfrm>
                <a:off x="2867" y="1758"/>
                <a:ext cx="99" cy="387"/>
                <a:chOff x="2867" y="1758"/>
                <a:chExt cx="99" cy="387"/>
              </a:xfrm>
            </p:grpSpPr>
            <p:sp>
              <p:nvSpPr>
                <p:cNvPr id="25632" name="Freeform 15"/>
                <p:cNvSpPr>
                  <a:spLocks noChangeArrowheads="1"/>
                </p:cNvSpPr>
                <p:nvPr/>
              </p:nvSpPr>
              <p:spPr bwMode="auto">
                <a:xfrm>
                  <a:off x="2867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3097441" y="2531881"/>
              <a:ext cx="142560" cy="557280"/>
              <a:chOff x="2151" y="1758"/>
              <a:chExt cx="99" cy="387"/>
            </a:xfrm>
          </p:grpSpPr>
          <p:grpSp>
            <p:nvGrpSpPr>
              <p:cNvPr id="25629" name="Group 17"/>
              <p:cNvGrpSpPr>
                <a:grpSpLocks/>
              </p:cNvGrpSpPr>
              <p:nvPr/>
            </p:nvGrpSpPr>
            <p:grpSpPr bwMode="auto">
              <a:xfrm>
                <a:off x="2151" y="1758"/>
                <a:ext cx="99" cy="387"/>
                <a:chOff x="2151" y="1758"/>
                <a:chExt cx="99" cy="387"/>
              </a:xfrm>
            </p:grpSpPr>
            <p:sp>
              <p:nvSpPr>
                <p:cNvPr id="25630" name="Freeform 18"/>
                <p:cNvSpPr>
                  <a:spLocks noChangeArrowheads="1"/>
                </p:cNvSpPr>
                <p:nvPr/>
              </p:nvSpPr>
              <p:spPr bwMode="auto">
                <a:xfrm>
                  <a:off x="2151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FF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2502721" y="2531881"/>
              <a:ext cx="142560" cy="557280"/>
              <a:chOff x="1738" y="1758"/>
              <a:chExt cx="99" cy="387"/>
            </a:xfrm>
          </p:grpSpPr>
          <p:grpSp>
            <p:nvGrpSpPr>
              <p:cNvPr id="25627" name="Group 20"/>
              <p:cNvGrpSpPr>
                <a:grpSpLocks/>
              </p:cNvGrpSpPr>
              <p:nvPr/>
            </p:nvGrpSpPr>
            <p:grpSpPr bwMode="auto">
              <a:xfrm>
                <a:off x="1738" y="1758"/>
                <a:ext cx="99" cy="387"/>
                <a:chOff x="1738" y="1758"/>
                <a:chExt cx="99" cy="387"/>
              </a:xfrm>
            </p:grpSpPr>
            <p:sp>
              <p:nvSpPr>
                <p:cNvPr id="25628" name="Freeform 21"/>
                <p:cNvSpPr>
                  <a:spLocks noChangeArrowheads="1"/>
                </p:cNvSpPr>
                <p:nvPr/>
              </p:nvSpPr>
              <p:spPr bwMode="auto">
                <a:xfrm>
                  <a:off x="1738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99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2322721" y="3018600"/>
              <a:ext cx="1787040" cy="1440000"/>
              <a:chOff x="1613" y="2096"/>
              <a:chExt cx="1241" cy="1000"/>
            </a:xfrm>
          </p:grpSpPr>
          <p:sp>
            <p:nvSpPr>
              <p:cNvPr id="25621" name="Text Box 23"/>
              <p:cNvSpPr txBox="1">
                <a:spLocks noChangeArrowheads="1"/>
              </p:cNvSpPr>
              <p:nvPr/>
            </p:nvSpPr>
            <p:spPr bwMode="auto">
              <a:xfrm>
                <a:off x="1613" y="2486"/>
                <a:ext cx="523" cy="2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81638" tIns="40819" rIns="81638" bIns="40819"/>
              <a:lstStyle>
                <a:lvl1pPr>
                  <a:lnSpc>
                    <a:spcPct val="86000"/>
                  </a:lnSpc>
                  <a:spcBef>
                    <a:spcPts val="2313"/>
                  </a:spcBef>
                  <a:spcAft>
                    <a:spcPts val="575"/>
                  </a:spcAft>
                  <a:buClr>
                    <a:srgbClr val="993333"/>
                  </a:buClr>
                  <a:buSzPct val="45000"/>
                  <a:buFont typeface="Wingdings" charset="2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40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1pPr>
                <a:lvl2pPr marL="742950" indent="-285750">
                  <a:lnSpc>
                    <a:spcPct val="86000"/>
                  </a:lnSpc>
                  <a:spcAft>
                    <a:spcPts val="575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2pPr>
                <a:lvl3pPr marL="1143000" indent="-228600">
                  <a:lnSpc>
                    <a:spcPct val="86000"/>
                  </a:lnSpc>
                  <a:spcAft>
                    <a:spcPts val="575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i="1">
                    <a:solidFill>
                      <a:srgbClr val="2300DC"/>
                    </a:solidFill>
                    <a:latin typeface="Arial" charset="0"/>
                    <a:ea typeface="ＭＳ Ｐゴシック" charset="-128"/>
                  </a:defRPr>
                </a:lvl3pPr>
                <a:lvl4pPr marL="1600200" indent="-228600">
                  <a:lnSpc>
                    <a:spcPct val="86000"/>
                  </a:lnSpc>
                  <a:spcAft>
                    <a:spcPts val="575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4pPr>
                <a:lvl5pPr marL="2057400" indent="-228600">
                  <a:lnSpc>
                    <a:spcPct val="86000"/>
                  </a:lnSpc>
                  <a:spcAft>
                    <a:spcPts val="288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5pPr>
                <a:lvl6pPr marL="2514600" indent="-228600" defTabSz="457200" eaLnBrk="0" fontAlgn="base" hangingPunct="0">
                  <a:lnSpc>
                    <a:spcPct val="86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6pPr>
                <a:lvl7pPr marL="2971800" indent="-228600" defTabSz="457200" eaLnBrk="0" fontAlgn="base" hangingPunct="0">
                  <a:lnSpc>
                    <a:spcPct val="86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7pPr>
                <a:lvl8pPr marL="3429000" indent="-228600" defTabSz="457200" eaLnBrk="0" fontAlgn="base" hangingPunct="0">
                  <a:lnSpc>
                    <a:spcPct val="86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8pPr>
                <a:lvl9pPr marL="3886200" indent="-228600" defTabSz="457200" eaLnBrk="0" fontAlgn="base" hangingPunct="0">
                  <a:lnSpc>
                    <a:spcPct val="86000"/>
                  </a:lnSpc>
                  <a:spcBef>
                    <a:spcPct val="0"/>
                  </a:spcBef>
                  <a:spcAft>
                    <a:spcPts val="288"/>
                  </a:spcAft>
                  <a:buClr>
                    <a:srgbClr val="993333"/>
                  </a:buClr>
                  <a:buSzPct val="45000"/>
                  <a:buFont typeface="Wingdings" charset="2"/>
                  <a:buChar char=""/>
                  <a:tabLst>
                    <a:tab pos="0" algn="l"/>
                    <a:tab pos="457200" algn="l"/>
                    <a:tab pos="914400" algn="l"/>
                    <a:tab pos="1371600" algn="l"/>
                    <a:tab pos="1828800" algn="l"/>
                    <a:tab pos="2286000" algn="l"/>
                    <a:tab pos="2743200" algn="l"/>
                    <a:tab pos="3200400" algn="l"/>
                    <a:tab pos="3657600" algn="l"/>
                    <a:tab pos="4114800" algn="l"/>
                    <a:tab pos="4572000" algn="l"/>
                    <a:tab pos="5029200" algn="l"/>
                    <a:tab pos="5486400" algn="l"/>
                    <a:tab pos="5943600" algn="l"/>
                    <a:tab pos="6400800" algn="l"/>
                    <a:tab pos="6858000" algn="l"/>
                    <a:tab pos="7315200" algn="l"/>
                    <a:tab pos="7772400" algn="l"/>
                    <a:tab pos="8229600" algn="l"/>
                    <a:tab pos="8686800" algn="l"/>
                    <a:tab pos="9144000" algn="l"/>
                  </a:tabLst>
                  <a:defRPr sz="2000">
                    <a:solidFill>
                      <a:srgbClr val="000000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eaLnBrk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</a:pPr>
                <a:r>
                  <a:rPr lang="en-GB" altLang="en-US" sz="1633">
                    <a:latin typeface="Calibri" charset="0"/>
                    <a:ea typeface="Calibri" charset="0"/>
                    <a:cs typeface="Calibri" charset="0"/>
                  </a:rPr>
                  <a:t>zzzz...</a:t>
                </a:r>
              </a:p>
            </p:txBody>
          </p:sp>
          <p:grpSp>
            <p:nvGrpSpPr>
              <p:cNvPr id="25622" name="Group 24"/>
              <p:cNvGrpSpPr>
                <a:grpSpLocks/>
              </p:cNvGrpSpPr>
              <p:nvPr/>
            </p:nvGrpSpPr>
            <p:grpSpPr bwMode="auto">
              <a:xfrm>
                <a:off x="1753" y="2096"/>
                <a:ext cx="1101" cy="1000"/>
                <a:chOff x="1753" y="2096"/>
                <a:chExt cx="1101" cy="1000"/>
              </a:xfrm>
            </p:grpSpPr>
            <p:grpSp>
              <p:nvGrpSpPr>
                <p:cNvPr id="25623" name="Group 25"/>
                <p:cNvGrpSpPr>
                  <a:grpSpLocks/>
                </p:cNvGrpSpPr>
                <p:nvPr/>
              </p:nvGrpSpPr>
              <p:grpSpPr bwMode="auto">
                <a:xfrm>
                  <a:off x="1753" y="2709"/>
                  <a:ext cx="99" cy="387"/>
                  <a:chOff x="1753" y="2709"/>
                  <a:chExt cx="99" cy="387"/>
                </a:xfrm>
              </p:grpSpPr>
              <p:grpSp>
                <p:nvGrpSpPr>
                  <p:cNvPr id="25625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1753" y="2709"/>
                    <a:ext cx="99" cy="387"/>
                    <a:chOff x="1753" y="2709"/>
                    <a:chExt cx="99" cy="387"/>
                  </a:xfrm>
                </p:grpSpPr>
                <p:sp>
                  <p:nvSpPr>
                    <p:cNvPr id="25626" name="Freeform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753" y="2709"/>
                      <a:ext cx="100" cy="388"/>
                    </a:xfrm>
                    <a:custGeom>
                      <a:avLst/>
                      <a:gdLst>
                        <a:gd name="T0" fmla="*/ 0 w 749"/>
                        <a:gd name="T1" fmla="*/ 0 h 1720"/>
                        <a:gd name="T2" fmla="*/ 0 w 749"/>
                        <a:gd name="T3" fmla="*/ 0 h 1720"/>
                        <a:gd name="T4" fmla="*/ 0 w 749"/>
                        <a:gd name="T5" fmla="*/ 0 h 1720"/>
                        <a:gd name="T6" fmla="*/ 0 w 749"/>
                        <a:gd name="T7" fmla="*/ 0 h 1720"/>
                        <a:gd name="T8" fmla="*/ 0 w 749"/>
                        <a:gd name="T9" fmla="*/ 0 h 1720"/>
                        <a:gd name="T10" fmla="*/ 0 w 749"/>
                        <a:gd name="T11" fmla="*/ 0 h 1720"/>
                        <a:gd name="T12" fmla="*/ 0 w 749"/>
                        <a:gd name="T13" fmla="*/ 0 h 1720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749"/>
                        <a:gd name="T22" fmla="*/ 0 h 1720"/>
                        <a:gd name="T23" fmla="*/ 749 w 749"/>
                        <a:gd name="T24" fmla="*/ 1720 h 1720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749" h="1720">
                          <a:moveTo>
                            <a:pt x="648" y="0"/>
                          </a:moveTo>
                          <a:cubicBezTo>
                            <a:pt x="0" y="297"/>
                            <a:pt x="748" y="463"/>
                            <a:pt x="748" y="463"/>
                          </a:cubicBezTo>
                          <a:cubicBezTo>
                            <a:pt x="748" y="463"/>
                            <a:pt x="350" y="727"/>
                            <a:pt x="350" y="727"/>
                          </a:cubicBezTo>
                          <a:cubicBezTo>
                            <a:pt x="350" y="727"/>
                            <a:pt x="748" y="926"/>
                            <a:pt x="748" y="926"/>
                          </a:cubicBezTo>
                          <a:cubicBezTo>
                            <a:pt x="748" y="926"/>
                            <a:pt x="299" y="1223"/>
                            <a:pt x="299" y="1223"/>
                          </a:cubicBezTo>
                          <a:cubicBezTo>
                            <a:pt x="299" y="1223"/>
                            <a:pt x="748" y="1422"/>
                            <a:pt x="748" y="1422"/>
                          </a:cubicBezTo>
                          <a:cubicBezTo>
                            <a:pt x="748" y="1422"/>
                            <a:pt x="350" y="1719"/>
                            <a:pt x="350" y="1719"/>
                          </a:cubicBezTo>
                        </a:path>
                      </a:pathLst>
                    </a:custGeom>
                    <a:noFill/>
                    <a:ln w="36720">
                      <a:solidFill>
                        <a:srgbClr val="2323DC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 sz="2177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p:txBody>
                </p:sp>
              </p:grpSp>
            </p:grpSp>
            <p:sp>
              <p:nvSpPr>
                <p:cNvPr id="25624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1940" y="2096"/>
                  <a:ext cx="916" cy="740"/>
                </a:xfrm>
                <a:prstGeom prst="line">
                  <a:avLst/>
                </a:prstGeom>
                <a:noFill/>
                <a:ln w="36720">
                  <a:solidFill>
                    <a:srgbClr val="0000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sp>
          <p:nvSpPr>
            <p:cNvPr id="339997" name="Text Box 29"/>
            <p:cNvSpPr txBox="1">
              <a:spLocks noChangeArrowheads="1"/>
            </p:cNvSpPr>
            <p:nvPr/>
          </p:nvSpPr>
          <p:spPr bwMode="auto">
            <a:xfrm>
              <a:off x="4017601" y="2255401"/>
              <a:ext cx="753120" cy="315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zzzz...</a:t>
              </a:r>
            </a:p>
          </p:txBody>
        </p:sp>
        <p:sp>
          <p:nvSpPr>
            <p:cNvPr id="339998" name="Text Box 30"/>
            <p:cNvSpPr txBox="1">
              <a:spLocks noChangeArrowheads="1"/>
            </p:cNvSpPr>
            <p:nvPr/>
          </p:nvSpPr>
          <p:spPr bwMode="auto">
            <a:xfrm>
              <a:off x="1044001" y="4713481"/>
              <a:ext cx="3601440" cy="6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814">
                  <a:latin typeface="Calibri" charset="0"/>
                  <a:ea typeface="Calibri" charset="0"/>
                  <a:cs typeface="Calibri" charset="0"/>
                </a:rPr>
                <a:t>Sleeping thread no longer </a:t>
              </a:r>
              <a:r>
                <a:rPr lang="ja-JP" altLang="en-GB" sz="1814">
                  <a:latin typeface="Calibri" charset="0"/>
                  <a:ea typeface="Calibri" charset="0"/>
                  <a:cs typeface="Calibri" charset="0"/>
                </a:rPr>
                <a:t>“</a:t>
              </a:r>
              <a:r>
                <a:rPr lang="en-GB" altLang="ja-JP" sz="1814">
                  <a:latin typeface="Calibri" charset="0"/>
                  <a:ea typeface="Calibri" charset="0"/>
                  <a:cs typeface="Calibri" charset="0"/>
                </a:rPr>
                <a:t>in</a:t>
              </a:r>
              <a:r>
                <a:rPr lang="ja-JP" altLang="en-GB" sz="1814">
                  <a:latin typeface="Calibri" charset="0"/>
                  <a:ea typeface="Calibri" charset="0"/>
                  <a:cs typeface="Calibri" charset="0"/>
                </a:rPr>
                <a:t>”</a:t>
              </a:r>
              <a:r>
                <a:rPr lang="en-GB" altLang="ja-JP" sz="1814">
                  <a:latin typeface="Calibri" charset="0"/>
                  <a:ea typeface="Calibri" charset="0"/>
                  <a:cs typeface="Calibri" charset="0"/>
                </a:rPr>
                <a:t> the monitor.</a:t>
              </a:r>
            </a:p>
            <a:p>
              <a:pPr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814">
                  <a:latin typeface="Calibri" charset="0"/>
                  <a:ea typeface="Calibri" charset="0"/>
                  <a:cs typeface="Calibri" charset="0"/>
                </a:rPr>
                <a:t>(But not on the waiting queue either! Why?)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325445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xfrm>
            <a:off x="671041" y="93961"/>
            <a:ext cx="7807680" cy="424800"/>
          </a:xfrm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Monitors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71041" y="1827679"/>
            <a:ext cx="5375520" cy="3568320"/>
            <a:chOff x="1571041" y="662761"/>
            <a:chExt cx="5375520" cy="3568320"/>
          </a:xfrm>
        </p:grpSpPr>
        <p:sp>
          <p:nvSpPr>
            <p:cNvPr id="27650" name="Oval 3"/>
            <p:cNvSpPr>
              <a:spLocks noChangeArrowheads="1"/>
            </p:cNvSpPr>
            <p:nvPr/>
          </p:nvSpPr>
          <p:spPr bwMode="auto">
            <a:xfrm>
              <a:off x="4399201" y="1077481"/>
              <a:ext cx="2357280" cy="807840"/>
            </a:xfrm>
            <a:prstGeom prst="ellipse">
              <a:avLst/>
            </a:prstGeom>
            <a:solidFill>
              <a:srgbClr val="B3B3B3"/>
            </a:solidFill>
            <a:ln w="18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lIns="8164" tIns="8164" rIns="8164" bIns="8164" anchor="ctr" anchorCtr="1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7651" name="AutoShape 4"/>
            <p:cNvSpPr>
              <a:spLocks noChangeArrowheads="1"/>
            </p:cNvSpPr>
            <p:nvPr/>
          </p:nvSpPr>
          <p:spPr bwMode="auto">
            <a:xfrm>
              <a:off x="4656961" y="225684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2" name="AutoShape 5"/>
            <p:cNvSpPr>
              <a:spLocks noChangeArrowheads="1"/>
            </p:cNvSpPr>
            <p:nvPr/>
          </p:nvSpPr>
          <p:spPr bwMode="auto">
            <a:xfrm>
              <a:off x="4667041" y="290772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3" name="Text Box 6"/>
            <p:cNvSpPr txBox="1">
              <a:spLocks noChangeArrowheads="1"/>
            </p:cNvSpPr>
            <p:nvPr/>
          </p:nvSpPr>
          <p:spPr bwMode="auto">
            <a:xfrm>
              <a:off x="4724641" y="3423241"/>
              <a:ext cx="1935360" cy="54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Methods accessing</a:t>
              </a:r>
            </a:p>
            <a:p>
              <a:pPr algn="ctr"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7654" name="AutoShape 7"/>
            <p:cNvSpPr>
              <a:spLocks noChangeArrowheads="1"/>
            </p:cNvSpPr>
            <p:nvPr/>
          </p:nvSpPr>
          <p:spPr bwMode="auto">
            <a:xfrm>
              <a:off x="3994561" y="662761"/>
              <a:ext cx="2952000" cy="3568320"/>
            </a:xfrm>
            <a:prstGeom prst="roundRect">
              <a:avLst>
                <a:gd name="adj" fmla="val 4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5" name="AutoShape 8"/>
            <p:cNvSpPr>
              <a:spLocks noChangeArrowheads="1"/>
            </p:cNvSpPr>
            <p:nvPr/>
          </p:nvSpPr>
          <p:spPr bwMode="auto">
            <a:xfrm>
              <a:off x="226656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6" name="AutoShape 9"/>
            <p:cNvSpPr>
              <a:spLocks noChangeArrowheads="1"/>
            </p:cNvSpPr>
            <p:nvPr/>
          </p:nvSpPr>
          <p:spPr bwMode="auto">
            <a:xfrm>
              <a:off x="287280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7" name="AutoShape 10"/>
            <p:cNvSpPr>
              <a:spLocks noChangeArrowheads="1"/>
            </p:cNvSpPr>
            <p:nvPr/>
          </p:nvSpPr>
          <p:spPr bwMode="auto">
            <a:xfrm>
              <a:off x="166032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8" name="Line 11"/>
            <p:cNvSpPr>
              <a:spLocks noChangeShapeType="1"/>
            </p:cNvSpPr>
            <p:nvPr/>
          </p:nvSpPr>
          <p:spPr bwMode="auto">
            <a:xfrm>
              <a:off x="3479041" y="2783881"/>
              <a:ext cx="527040" cy="1440"/>
            </a:xfrm>
            <a:prstGeom prst="line">
              <a:avLst/>
            </a:prstGeom>
            <a:noFill/>
            <a:ln w="18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59" name="Text Box 12"/>
            <p:cNvSpPr txBox="1">
              <a:spLocks noChangeArrowheads="1"/>
            </p:cNvSpPr>
            <p:nvPr/>
          </p:nvSpPr>
          <p:spPr bwMode="auto">
            <a:xfrm>
              <a:off x="5083200" y="718921"/>
              <a:ext cx="1077120" cy="336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996">
                  <a:latin typeface="Calibri" charset="0"/>
                  <a:ea typeface="Calibri" charset="0"/>
                  <a:cs typeface="Calibri" charset="0"/>
                </a:rPr>
                <a:t>locked</a:t>
              </a:r>
            </a:p>
          </p:txBody>
        </p:sp>
        <p:grpSp>
          <p:nvGrpSpPr>
            <p:cNvPr id="2" name="Group 13"/>
            <p:cNvGrpSpPr>
              <a:grpSpLocks/>
            </p:cNvGrpSpPr>
            <p:nvPr/>
          </p:nvGrpSpPr>
          <p:grpSpPr bwMode="auto">
            <a:xfrm>
              <a:off x="4207681" y="2531881"/>
              <a:ext cx="142560" cy="557280"/>
              <a:chOff x="2922" y="1758"/>
              <a:chExt cx="99" cy="387"/>
            </a:xfrm>
          </p:grpSpPr>
          <p:grpSp>
            <p:nvGrpSpPr>
              <p:cNvPr id="27675" name="Group 14"/>
              <p:cNvGrpSpPr>
                <a:grpSpLocks/>
              </p:cNvGrpSpPr>
              <p:nvPr/>
            </p:nvGrpSpPr>
            <p:grpSpPr bwMode="auto">
              <a:xfrm>
                <a:off x="2922" y="1758"/>
                <a:ext cx="99" cy="387"/>
                <a:chOff x="2922" y="1758"/>
                <a:chExt cx="99" cy="387"/>
              </a:xfrm>
            </p:grpSpPr>
            <p:sp>
              <p:nvSpPr>
                <p:cNvPr id="27676" name="Freeform 15"/>
                <p:cNvSpPr>
                  <a:spLocks noChangeArrowheads="1"/>
                </p:cNvSpPr>
                <p:nvPr/>
              </p:nvSpPr>
              <p:spPr bwMode="auto">
                <a:xfrm>
                  <a:off x="2922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FF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27661" name="Group 16"/>
            <p:cNvGrpSpPr>
              <a:grpSpLocks/>
            </p:cNvGrpSpPr>
            <p:nvPr/>
          </p:nvGrpSpPr>
          <p:grpSpPr bwMode="auto">
            <a:xfrm>
              <a:off x="2502721" y="2531881"/>
              <a:ext cx="142560" cy="557280"/>
              <a:chOff x="1738" y="1758"/>
              <a:chExt cx="99" cy="387"/>
            </a:xfrm>
          </p:grpSpPr>
          <p:grpSp>
            <p:nvGrpSpPr>
              <p:cNvPr id="27673" name="Group 17"/>
              <p:cNvGrpSpPr>
                <a:grpSpLocks/>
              </p:cNvGrpSpPr>
              <p:nvPr/>
            </p:nvGrpSpPr>
            <p:grpSpPr bwMode="auto">
              <a:xfrm>
                <a:off x="1738" y="1758"/>
                <a:ext cx="99" cy="387"/>
                <a:chOff x="1738" y="1758"/>
                <a:chExt cx="99" cy="387"/>
              </a:xfrm>
            </p:grpSpPr>
            <p:sp>
              <p:nvSpPr>
                <p:cNvPr id="27674" name="Freeform 18"/>
                <p:cNvSpPr>
                  <a:spLocks noChangeArrowheads="1"/>
                </p:cNvSpPr>
                <p:nvPr/>
              </p:nvSpPr>
              <p:spPr bwMode="auto">
                <a:xfrm>
                  <a:off x="1738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99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27662" name="Group 19"/>
            <p:cNvGrpSpPr>
              <a:grpSpLocks/>
            </p:cNvGrpSpPr>
            <p:nvPr/>
          </p:nvGrpSpPr>
          <p:grpSpPr bwMode="auto">
            <a:xfrm>
              <a:off x="2076481" y="3620521"/>
              <a:ext cx="142560" cy="557280"/>
              <a:chOff x="1442" y="2514"/>
              <a:chExt cx="99" cy="387"/>
            </a:xfrm>
          </p:grpSpPr>
          <p:grpSp>
            <p:nvGrpSpPr>
              <p:cNvPr id="27670" name="Group 20"/>
              <p:cNvGrpSpPr>
                <a:grpSpLocks/>
              </p:cNvGrpSpPr>
              <p:nvPr/>
            </p:nvGrpSpPr>
            <p:grpSpPr bwMode="auto">
              <a:xfrm>
                <a:off x="1442" y="2514"/>
                <a:ext cx="99" cy="387"/>
                <a:chOff x="1442" y="2514"/>
                <a:chExt cx="99" cy="387"/>
              </a:xfrm>
            </p:grpSpPr>
            <p:grpSp>
              <p:nvGrpSpPr>
                <p:cNvPr id="27671" name="Group 21"/>
                <p:cNvGrpSpPr>
                  <a:grpSpLocks/>
                </p:cNvGrpSpPr>
                <p:nvPr/>
              </p:nvGrpSpPr>
              <p:grpSpPr bwMode="auto">
                <a:xfrm>
                  <a:off x="1442" y="2514"/>
                  <a:ext cx="99" cy="387"/>
                  <a:chOff x="1442" y="2514"/>
                  <a:chExt cx="99" cy="387"/>
                </a:xfrm>
              </p:grpSpPr>
              <p:sp>
                <p:nvSpPr>
                  <p:cNvPr id="27672" name="Freeform 22"/>
                  <p:cNvSpPr>
                    <a:spLocks noChangeArrowheads="1"/>
                  </p:cNvSpPr>
                  <p:nvPr/>
                </p:nvSpPr>
                <p:spPr bwMode="auto">
                  <a:xfrm>
                    <a:off x="1442" y="2514"/>
                    <a:ext cx="100" cy="388"/>
                  </a:xfrm>
                  <a:custGeom>
                    <a:avLst/>
                    <a:gdLst>
                      <a:gd name="T0" fmla="*/ 0 w 749"/>
                      <a:gd name="T1" fmla="*/ 0 h 1720"/>
                      <a:gd name="T2" fmla="*/ 0 w 749"/>
                      <a:gd name="T3" fmla="*/ 0 h 1720"/>
                      <a:gd name="T4" fmla="*/ 0 w 749"/>
                      <a:gd name="T5" fmla="*/ 0 h 1720"/>
                      <a:gd name="T6" fmla="*/ 0 w 749"/>
                      <a:gd name="T7" fmla="*/ 0 h 1720"/>
                      <a:gd name="T8" fmla="*/ 0 w 749"/>
                      <a:gd name="T9" fmla="*/ 0 h 1720"/>
                      <a:gd name="T10" fmla="*/ 0 w 749"/>
                      <a:gd name="T11" fmla="*/ 0 h 1720"/>
                      <a:gd name="T12" fmla="*/ 0 w 749"/>
                      <a:gd name="T13" fmla="*/ 0 h 172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49"/>
                      <a:gd name="T22" fmla="*/ 0 h 1720"/>
                      <a:gd name="T23" fmla="*/ 749 w 749"/>
                      <a:gd name="T24" fmla="*/ 1720 h 1720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49" h="1720">
                        <a:moveTo>
                          <a:pt x="648" y="0"/>
                        </a:moveTo>
                        <a:cubicBezTo>
                          <a:pt x="0" y="297"/>
                          <a:pt x="748" y="463"/>
                          <a:pt x="748" y="463"/>
                        </a:cubicBezTo>
                        <a:cubicBezTo>
                          <a:pt x="748" y="463"/>
                          <a:pt x="350" y="727"/>
                          <a:pt x="350" y="727"/>
                        </a:cubicBezTo>
                        <a:cubicBezTo>
                          <a:pt x="350" y="727"/>
                          <a:pt x="748" y="926"/>
                          <a:pt x="748" y="926"/>
                        </a:cubicBezTo>
                        <a:cubicBezTo>
                          <a:pt x="748" y="926"/>
                          <a:pt x="299" y="1223"/>
                          <a:pt x="299" y="1223"/>
                        </a:cubicBezTo>
                        <a:cubicBezTo>
                          <a:pt x="299" y="1223"/>
                          <a:pt x="748" y="1422"/>
                          <a:pt x="748" y="1422"/>
                        </a:cubicBezTo>
                        <a:cubicBezTo>
                          <a:pt x="748" y="1422"/>
                          <a:pt x="350" y="1719"/>
                          <a:pt x="350" y="1719"/>
                        </a:cubicBezTo>
                      </a:path>
                    </a:pathLst>
                  </a:custGeom>
                  <a:noFill/>
                  <a:ln w="36720">
                    <a:solidFill>
                      <a:srgbClr val="2323DC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2177">
                      <a:latin typeface="Calibri" charset="0"/>
                      <a:ea typeface="Calibri" charset="0"/>
                      <a:cs typeface="Calibri" charset="0"/>
                    </a:endParaRPr>
                  </a:p>
                </p:txBody>
              </p:sp>
            </p:grpSp>
          </p:grpSp>
        </p:grpSp>
        <p:sp>
          <p:nvSpPr>
            <p:cNvPr id="27663" name="Text Box 23"/>
            <p:cNvSpPr txBox="1">
              <a:spLocks noChangeArrowheads="1"/>
            </p:cNvSpPr>
            <p:nvPr/>
          </p:nvSpPr>
          <p:spPr bwMode="auto">
            <a:xfrm>
              <a:off x="1571041" y="684361"/>
              <a:ext cx="1828800" cy="86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814">
                  <a:latin typeface="Calibri" charset="0"/>
                  <a:ea typeface="Calibri" charset="0"/>
                  <a:cs typeface="Calibri" charset="0"/>
                </a:rPr>
                <a:t>Monitor stays locked!</a:t>
              </a:r>
            </a:p>
            <a:p>
              <a:pPr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814">
                  <a:latin typeface="Calibri" charset="0"/>
                  <a:ea typeface="Calibri" charset="0"/>
                  <a:cs typeface="Calibri" charset="0"/>
                </a:rPr>
                <a:t>(Lock now owned by</a:t>
              </a:r>
            </a:p>
            <a:p>
              <a:pPr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814">
                  <a:latin typeface="Calibri" charset="0"/>
                  <a:ea typeface="Calibri" charset="0"/>
                  <a:cs typeface="Calibri" charset="0"/>
                </a:rPr>
                <a:t>different thread...)</a:t>
              </a:r>
            </a:p>
          </p:txBody>
        </p:sp>
        <p:sp>
          <p:nvSpPr>
            <p:cNvPr id="27664" name="Line 24"/>
            <p:cNvSpPr>
              <a:spLocks noChangeShapeType="1"/>
            </p:cNvSpPr>
            <p:nvPr/>
          </p:nvSpPr>
          <p:spPr bwMode="auto">
            <a:xfrm>
              <a:off x="3814561" y="841321"/>
              <a:ext cx="1177920" cy="144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7665" name="Text Box 25"/>
            <p:cNvSpPr txBox="1">
              <a:spLocks noChangeArrowheads="1"/>
            </p:cNvSpPr>
            <p:nvPr/>
          </p:nvSpPr>
          <p:spPr bwMode="auto">
            <a:xfrm>
              <a:off x="2278080" y="3657961"/>
              <a:ext cx="668160" cy="318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zzzz...</a:t>
              </a:r>
            </a:p>
          </p:txBody>
        </p:sp>
        <p:sp>
          <p:nvSpPr>
            <p:cNvPr id="342042" name="Text Box 26"/>
            <p:cNvSpPr txBox="1">
              <a:spLocks noChangeArrowheads="1"/>
            </p:cNvSpPr>
            <p:nvPr/>
          </p:nvSpPr>
          <p:spPr bwMode="auto">
            <a:xfrm>
              <a:off x="4017601" y="3165481"/>
              <a:ext cx="797760" cy="315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notify()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488492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xfrm>
            <a:off x="671041" y="93961"/>
            <a:ext cx="7807680" cy="424800"/>
          </a:xfrm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Monitors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660321" y="2241037"/>
            <a:ext cx="5286240" cy="3568320"/>
            <a:chOff x="1660321" y="662761"/>
            <a:chExt cx="5286240" cy="3568320"/>
          </a:xfrm>
        </p:grpSpPr>
        <p:sp>
          <p:nvSpPr>
            <p:cNvPr id="29698" name="Oval 3"/>
            <p:cNvSpPr>
              <a:spLocks noChangeArrowheads="1"/>
            </p:cNvSpPr>
            <p:nvPr/>
          </p:nvSpPr>
          <p:spPr bwMode="auto">
            <a:xfrm>
              <a:off x="4399201" y="1077481"/>
              <a:ext cx="2357280" cy="807840"/>
            </a:xfrm>
            <a:prstGeom prst="ellipse">
              <a:avLst/>
            </a:prstGeom>
            <a:solidFill>
              <a:srgbClr val="B3B3B3"/>
            </a:solidFill>
            <a:ln w="18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lIns="8164" tIns="8164" rIns="8164" bIns="8164" anchor="ctr" anchorCtr="1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9699" name="AutoShape 4"/>
            <p:cNvSpPr>
              <a:spLocks noChangeArrowheads="1"/>
            </p:cNvSpPr>
            <p:nvPr/>
          </p:nvSpPr>
          <p:spPr bwMode="auto">
            <a:xfrm>
              <a:off x="4656961" y="225684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0" name="AutoShape 5"/>
            <p:cNvSpPr>
              <a:spLocks noChangeArrowheads="1"/>
            </p:cNvSpPr>
            <p:nvPr/>
          </p:nvSpPr>
          <p:spPr bwMode="auto">
            <a:xfrm>
              <a:off x="4667041" y="2907721"/>
              <a:ext cx="1919520" cy="470880"/>
            </a:xfrm>
            <a:prstGeom prst="roundRect">
              <a:avLst>
                <a:gd name="adj" fmla="val 306"/>
              </a:avLst>
            </a:prstGeom>
            <a:solidFill>
              <a:srgbClr val="F6F2F2"/>
            </a:solidFill>
            <a:ln w="3672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1" name="Text Box 6"/>
            <p:cNvSpPr txBox="1">
              <a:spLocks noChangeArrowheads="1"/>
            </p:cNvSpPr>
            <p:nvPr/>
          </p:nvSpPr>
          <p:spPr bwMode="auto">
            <a:xfrm>
              <a:off x="4724641" y="3423241"/>
              <a:ext cx="1935360" cy="54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Methods accessing</a:t>
              </a:r>
            </a:p>
            <a:p>
              <a:pPr algn="ctr" eaLnBrk="1">
                <a:lnSpc>
                  <a:spcPct val="88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shared data</a:t>
              </a:r>
            </a:p>
          </p:txBody>
        </p:sp>
        <p:sp>
          <p:nvSpPr>
            <p:cNvPr id="29702" name="AutoShape 7"/>
            <p:cNvSpPr>
              <a:spLocks noChangeArrowheads="1"/>
            </p:cNvSpPr>
            <p:nvPr/>
          </p:nvSpPr>
          <p:spPr bwMode="auto">
            <a:xfrm>
              <a:off x="3994561" y="662761"/>
              <a:ext cx="2952000" cy="3568320"/>
            </a:xfrm>
            <a:prstGeom prst="roundRect">
              <a:avLst>
                <a:gd name="adj" fmla="val 4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3" name="AutoShape 8"/>
            <p:cNvSpPr>
              <a:spLocks noChangeArrowheads="1"/>
            </p:cNvSpPr>
            <p:nvPr/>
          </p:nvSpPr>
          <p:spPr bwMode="auto">
            <a:xfrm>
              <a:off x="226656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4" name="AutoShape 9"/>
            <p:cNvSpPr>
              <a:spLocks noChangeArrowheads="1"/>
            </p:cNvSpPr>
            <p:nvPr/>
          </p:nvSpPr>
          <p:spPr bwMode="auto">
            <a:xfrm>
              <a:off x="287280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5" name="AutoShape 10"/>
            <p:cNvSpPr>
              <a:spLocks noChangeArrowheads="1"/>
            </p:cNvSpPr>
            <p:nvPr/>
          </p:nvSpPr>
          <p:spPr bwMode="auto">
            <a:xfrm>
              <a:off x="1660321" y="2346121"/>
              <a:ext cx="606240" cy="864000"/>
            </a:xfrm>
            <a:prstGeom prst="roundRect">
              <a:avLst>
                <a:gd name="adj" fmla="val 236"/>
              </a:avLst>
            </a:prstGeom>
            <a:noFill/>
            <a:ln w="18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tr-TR" alt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6" name="Line 11"/>
            <p:cNvSpPr>
              <a:spLocks noChangeShapeType="1"/>
            </p:cNvSpPr>
            <p:nvPr/>
          </p:nvSpPr>
          <p:spPr bwMode="auto">
            <a:xfrm>
              <a:off x="3479041" y="2783881"/>
              <a:ext cx="527040" cy="1440"/>
            </a:xfrm>
            <a:prstGeom prst="line">
              <a:avLst/>
            </a:prstGeom>
            <a:noFill/>
            <a:ln w="18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177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29707" name="Text Box 12"/>
            <p:cNvSpPr txBox="1">
              <a:spLocks noChangeArrowheads="1"/>
            </p:cNvSpPr>
            <p:nvPr/>
          </p:nvSpPr>
          <p:spPr bwMode="auto">
            <a:xfrm>
              <a:off x="5083200" y="718921"/>
              <a:ext cx="1077120" cy="336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2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996">
                  <a:latin typeface="Calibri" charset="0"/>
                  <a:ea typeface="Calibri" charset="0"/>
                  <a:cs typeface="Calibri" charset="0"/>
                </a:rPr>
                <a:t>locked</a:t>
              </a:r>
            </a:p>
          </p:txBody>
        </p:sp>
        <p:grpSp>
          <p:nvGrpSpPr>
            <p:cNvPr id="29708" name="Group 13"/>
            <p:cNvGrpSpPr>
              <a:grpSpLocks/>
            </p:cNvGrpSpPr>
            <p:nvPr/>
          </p:nvGrpSpPr>
          <p:grpSpPr bwMode="auto">
            <a:xfrm>
              <a:off x="4207681" y="2531881"/>
              <a:ext cx="142560" cy="557280"/>
              <a:chOff x="2922" y="1758"/>
              <a:chExt cx="99" cy="387"/>
            </a:xfrm>
          </p:grpSpPr>
          <p:grpSp>
            <p:nvGrpSpPr>
              <p:cNvPr id="29720" name="Group 14"/>
              <p:cNvGrpSpPr>
                <a:grpSpLocks/>
              </p:cNvGrpSpPr>
              <p:nvPr/>
            </p:nvGrpSpPr>
            <p:grpSpPr bwMode="auto">
              <a:xfrm>
                <a:off x="2922" y="1758"/>
                <a:ext cx="99" cy="387"/>
                <a:chOff x="2922" y="1758"/>
                <a:chExt cx="99" cy="387"/>
              </a:xfrm>
            </p:grpSpPr>
            <p:sp>
              <p:nvSpPr>
                <p:cNvPr id="29721" name="Freeform 15"/>
                <p:cNvSpPr>
                  <a:spLocks noChangeArrowheads="1"/>
                </p:cNvSpPr>
                <p:nvPr/>
              </p:nvSpPr>
              <p:spPr bwMode="auto">
                <a:xfrm>
                  <a:off x="2922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FF66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grpSp>
          <p:nvGrpSpPr>
            <p:cNvPr id="29709" name="Group 16"/>
            <p:cNvGrpSpPr>
              <a:grpSpLocks/>
            </p:cNvGrpSpPr>
            <p:nvPr/>
          </p:nvGrpSpPr>
          <p:grpSpPr bwMode="auto">
            <a:xfrm>
              <a:off x="2502721" y="2531881"/>
              <a:ext cx="142560" cy="557280"/>
              <a:chOff x="1738" y="1758"/>
              <a:chExt cx="99" cy="387"/>
            </a:xfrm>
          </p:grpSpPr>
          <p:grpSp>
            <p:nvGrpSpPr>
              <p:cNvPr id="29718" name="Group 17"/>
              <p:cNvGrpSpPr>
                <a:grpSpLocks/>
              </p:cNvGrpSpPr>
              <p:nvPr/>
            </p:nvGrpSpPr>
            <p:grpSpPr bwMode="auto">
              <a:xfrm>
                <a:off x="1738" y="1758"/>
                <a:ext cx="99" cy="387"/>
                <a:chOff x="1738" y="1758"/>
                <a:chExt cx="99" cy="387"/>
              </a:xfrm>
            </p:grpSpPr>
            <p:sp>
              <p:nvSpPr>
                <p:cNvPr id="29719" name="Freeform 18"/>
                <p:cNvSpPr>
                  <a:spLocks noChangeArrowheads="1"/>
                </p:cNvSpPr>
                <p:nvPr/>
              </p:nvSpPr>
              <p:spPr bwMode="auto">
                <a:xfrm>
                  <a:off x="1738" y="1758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99333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  <p:sp>
          <p:nvSpPr>
            <p:cNvPr id="29710" name="Text Box 19"/>
            <p:cNvSpPr txBox="1">
              <a:spLocks noChangeArrowheads="1"/>
            </p:cNvSpPr>
            <p:nvPr/>
          </p:nvSpPr>
          <p:spPr bwMode="auto">
            <a:xfrm>
              <a:off x="4017601" y="3165481"/>
              <a:ext cx="797760" cy="315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81638" tIns="40819" rIns="81638" bIns="40819"/>
            <a:lstStyle>
              <a:lvl1pPr>
                <a:lnSpc>
                  <a:spcPct val="86000"/>
                </a:lnSpc>
                <a:spcBef>
                  <a:spcPts val="2313"/>
                </a:spcBef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1pPr>
              <a:lvl2pPr marL="742950" indent="-28575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2pPr>
              <a:lvl3pPr marL="11430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i="1">
                  <a:solidFill>
                    <a:srgbClr val="2300DC"/>
                  </a:solidFill>
                  <a:latin typeface="Arial" charset="0"/>
                  <a:ea typeface="ＭＳ Ｐゴシック" charset="-128"/>
                </a:defRPr>
              </a:lvl3pPr>
              <a:lvl4pPr marL="1600200" indent="-228600">
                <a:lnSpc>
                  <a:spcPct val="86000"/>
                </a:lnSpc>
                <a:spcAft>
                  <a:spcPts val="575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4pPr>
              <a:lvl5pPr marL="2057400" indent="-228600">
                <a:lnSpc>
                  <a:spcPct val="86000"/>
                </a:lnSpc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5pPr>
              <a:lvl6pPr marL="25146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6pPr>
              <a:lvl7pPr marL="29718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7pPr>
              <a:lvl8pPr marL="34290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8pPr>
              <a:lvl9pPr marL="3886200" indent="-228600" defTabSz="457200" eaLnBrk="0" fontAlgn="base" hangingPunct="0">
                <a:lnSpc>
                  <a:spcPct val="86000"/>
                </a:lnSpc>
                <a:spcBef>
                  <a:spcPct val="0"/>
                </a:spcBef>
                <a:spcAft>
                  <a:spcPts val="288"/>
                </a:spcAft>
                <a:buClr>
                  <a:srgbClr val="993333"/>
                </a:buClr>
                <a:buSzPct val="45000"/>
                <a:buFont typeface="Wingdings" charset="2"/>
                <a:buChar char="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00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eaLnBrk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r>
                <a:rPr lang="en-GB" altLang="en-US" sz="1633">
                  <a:latin typeface="Calibri" charset="0"/>
                  <a:ea typeface="Calibri" charset="0"/>
                  <a:cs typeface="Calibri" charset="0"/>
                </a:rPr>
                <a:t>notify()</a:t>
              </a:r>
            </a:p>
          </p:txBody>
        </p:sp>
        <p:grpSp>
          <p:nvGrpSpPr>
            <p:cNvPr id="29711" name="Group 20"/>
            <p:cNvGrpSpPr>
              <a:grpSpLocks/>
            </p:cNvGrpSpPr>
            <p:nvPr/>
          </p:nvGrpSpPr>
          <p:grpSpPr bwMode="auto">
            <a:xfrm>
              <a:off x="1908001" y="2510281"/>
              <a:ext cx="142560" cy="557280"/>
              <a:chOff x="1325" y="1743"/>
              <a:chExt cx="99" cy="387"/>
            </a:xfrm>
          </p:grpSpPr>
          <p:grpSp>
            <p:nvGrpSpPr>
              <p:cNvPr id="29715" name="Group 21"/>
              <p:cNvGrpSpPr>
                <a:grpSpLocks/>
              </p:cNvGrpSpPr>
              <p:nvPr/>
            </p:nvGrpSpPr>
            <p:grpSpPr bwMode="auto">
              <a:xfrm>
                <a:off x="1325" y="1743"/>
                <a:ext cx="99" cy="387"/>
                <a:chOff x="1325" y="1743"/>
                <a:chExt cx="99" cy="387"/>
              </a:xfrm>
            </p:grpSpPr>
            <p:grpSp>
              <p:nvGrpSpPr>
                <p:cNvPr id="29716" name="Group 22"/>
                <p:cNvGrpSpPr>
                  <a:grpSpLocks/>
                </p:cNvGrpSpPr>
                <p:nvPr/>
              </p:nvGrpSpPr>
              <p:grpSpPr bwMode="auto">
                <a:xfrm>
                  <a:off x="1325" y="1743"/>
                  <a:ext cx="99" cy="387"/>
                  <a:chOff x="1325" y="1743"/>
                  <a:chExt cx="99" cy="387"/>
                </a:xfrm>
              </p:grpSpPr>
              <p:sp>
                <p:nvSpPr>
                  <p:cNvPr id="29717" name="Freeform 23"/>
                  <p:cNvSpPr>
                    <a:spLocks noChangeArrowheads="1"/>
                  </p:cNvSpPr>
                  <p:nvPr/>
                </p:nvSpPr>
                <p:spPr bwMode="auto">
                  <a:xfrm>
                    <a:off x="1325" y="1743"/>
                    <a:ext cx="100" cy="388"/>
                  </a:xfrm>
                  <a:custGeom>
                    <a:avLst/>
                    <a:gdLst>
                      <a:gd name="T0" fmla="*/ 0 w 749"/>
                      <a:gd name="T1" fmla="*/ 0 h 1720"/>
                      <a:gd name="T2" fmla="*/ 0 w 749"/>
                      <a:gd name="T3" fmla="*/ 0 h 1720"/>
                      <a:gd name="T4" fmla="*/ 0 w 749"/>
                      <a:gd name="T5" fmla="*/ 0 h 1720"/>
                      <a:gd name="T6" fmla="*/ 0 w 749"/>
                      <a:gd name="T7" fmla="*/ 0 h 1720"/>
                      <a:gd name="T8" fmla="*/ 0 w 749"/>
                      <a:gd name="T9" fmla="*/ 0 h 1720"/>
                      <a:gd name="T10" fmla="*/ 0 w 749"/>
                      <a:gd name="T11" fmla="*/ 0 h 1720"/>
                      <a:gd name="T12" fmla="*/ 0 w 749"/>
                      <a:gd name="T13" fmla="*/ 0 h 172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749"/>
                      <a:gd name="T22" fmla="*/ 0 h 1720"/>
                      <a:gd name="T23" fmla="*/ 749 w 749"/>
                      <a:gd name="T24" fmla="*/ 1720 h 1720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749" h="1720">
                        <a:moveTo>
                          <a:pt x="648" y="0"/>
                        </a:moveTo>
                        <a:cubicBezTo>
                          <a:pt x="0" y="297"/>
                          <a:pt x="748" y="463"/>
                          <a:pt x="748" y="463"/>
                        </a:cubicBezTo>
                        <a:cubicBezTo>
                          <a:pt x="748" y="463"/>
                          <a:pt x="350" y="727"/>
                          <a:pt x="350" y="727"/>
                        </a:cubicBezTo>
                        <a:cubicBezTo>
                          <a:pt x="350" y="727"/>
                          <a:pt x="748" y="926"/>
                          <a:pt x="748" y="926"/>
                        </a:cubicBezTo>
                        <a:cubicBezTo>
                          <a:pt x="748" y="926"/>
                          <a:pt x="299" y="1223"/>
                          <a:pt x="299" y="1223"/>
                        </a:cubicBezTo>
                        <a:cubicBezTo>
                          <a:pt x="299" y="1223"/>
                          <a:pt x="748" y="1422"/>
                          <a:pt x="748" y="1422"/>
                        </a:cubicBezTo>
                        <a:cubicBezTo>
                          <a:pt x="748" y="1422"/>
                          <a:pt x="350" y="1719"/>
                          <a:pt x="350" y="1719"/>
                        </a:cubicBezTo>
                      </a:path>
                    </a:pathLst>
                  </a:custGeom>
                  <a:noFill/>
                  <a:ln w="36720">
                    <a:solidFill>
                      <a:srgbClr val="2323DC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 sz="2177">
                      <a:latin typeface="Calibri" charset="0"/>
                      <a:ea typeface="Calibri" charset="0"/>
                      <a:cs typeface="Calibri" charset="0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6740378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671041" y="93961"/>
            <a:ext cx="7807680" cy="424800"/>
          </a:xfrm>
        </p:spPr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Monitors</a:t>
            </a:r>
          </a:p>
        </p:txBody>
      </p:sp>
      <p:sp>
        <p:nvSpPr>
          <p:cNvPr id="31746" name="Oval 3"/>
          <p:cNvSpPr>
            <a:spLocks noChangeArrowheads="1"/>
          </p:cNvSpPr>
          <p:nvPr/>
        </p:nvSpPr>
        <p:spPr bwMode="auto">
          <a:xfrm>
            <a:off x="4399201" y="1077481"/>
            <a:ext cx="2357280" cy="807840"/>
          </a:xfrm>
          <a:prstGeom prst="ellipse">
            <a:avLst/>
          </a:prstGeom>
          <a:solidFill>
            <a:srgbClr val="B3B3B3"/>
          </a:solidFill>
          <a:ln w="18360">
            <a:solidFill>
              <a:srgbClr val="993333"/>
            </a:solidFill>
            <a:miter lim="800000"/>
            <a:headEnd/>
            <a:tailEnd/>
          </a:ln>
        </p:spPr>
        <p:txBody>
          <a:bodyPr lIns="8164" tIns="8164" rIns="8164" bIns="8164" anchor="ctr" anchorCtr="1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 dirty="0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31747" name="AutoShape 4"/>
          <p:cNvSpPr>
            <a:spLocks noChangeArrowheads="1"/>
          </p:cNvSpPr>
          <p:nvPr/>
        </p:nvSpPr>
        <p:spPr bwMode="auto">
          <a:xfrm>
            <a:off x="4656961" y="2256841"/>
            <a:ext cx="1919520" cy="470880"/>
          </a:xfrm>
          <a:prstGeom prst="roundRect">
            <a:avLst>
              <a:gd name="adj" fmla="val 306"/>
            </a:avLst>
          </a:prstGeom>
          <a:solidFill>
            <a:srgbClr val="F6F2F2"/>
          </a:solidFill>
          <a:ln w="36720">
            <a:solidFill>
              <a:srgbClr val="99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48" name="AutoShape 5"/>
          <p:cNvSpPr>
            <a:spLocks noChangeArrowheads="1"/>
          </p:cNvSpPr>
          <p:nvPr/>
        </p:nvSpPr>
        <p:spPr bwMode="auto">
          <a:xfrm>
            <a:off x="4667041" y="2907721"/>
            <a:ext cx="1919520" cy="470880"/>
          </a:xfrm>
          <a:prstGeom prst="roundRect">
            <a:avLst>
              <a:gd name="adj" fmla="val 306"/>
            </a:avLst>
          </a:prstGeom>
          <a:solidFill>
            <a:srgbClr val="F6F2F2"/>
          </a:solidFill>
          <a:ln w="36720">
            <a:solidFill>
              <a:srgbClr val="9933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4724641" y="3423241"/>
            <a:ext cx="1935360" cy="54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Methods accessing</a:t>
            </a:r>
          </a:p>
          <a:p>
            <a:pPr algn="ctr" eaLnBrk="1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31750" name="AutoShape 7"/>
          <p:cNvSpPr>
            <a:spLocks noChangeArrowheads="1"/>
          </p:cNvSpPr>
          <p:nvPr/>
        </p:nvSpPr>
        <p:spPr bwMode="auto">
          <a:xfrm>
            <a:off x="3994561" y="662761"/>
            <a:ext cx="2952000" cy="3568320"/>
          </a:xfrm>
          <a:prstGeom prst="roundRect">
            <a:avLst>
              <a:gd name="adj" fmla="val 4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51" name="AutoShape 8"/>
          <p:cNvSpPr>
            <a:spLocks noChangeArrowheads="1"/>
          </p:cNvSpPr>
          <p:nvPr/>
        </p:nvSpPr>
        <p:spPr bwMode="auto">
          <a:xfrm>
            <a:off x="2266561" y="2346121"/>
            <a:ext cx="606240" cy="864000"/>
          </a:xfrm>
          <a:prstGeom prst="roundRect">
            <a:avLst>
              <a:gd name="adj" fmla="val 23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52" name="AutoShape 9"/>
          <p:cNvSpPr>
            <a:spLocks noChangeArrowheads="1"/>
          </p:cNvSpPr>
          <p:nvPr/>
        </p:nvSpPr>
        <p:spPr bwMode="auto">
          <a:xfrm>
            <a:off x="2872801" y="2346121"/>
            <a:ext cx="606240" cy="864000"/>
          </a:xfrm>
          <a:prstGeom prst="roundRect">
            <a:avLst>
              <a:gd name="adj" fmla="val 23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53" name="AutoShape 10"/>
          <p:cNvSpPr>
            <a:spLocks noChangeArrowheads="1"/>
          </p:cNvSpPr>
          <p:nvPr/>
        </p:nvSpPr>
        <p:spPr bwMode="auto">
          <a:xfrm>
            <a:off x="1660321" y="2346121"/>
            <a:ext cx="606240" cy="864000"/>
          </a:xfrm>
          <a:prstGeom prst="roundRect">
            <a:avLst>
              <a:gd name="adj" fmla="val 23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54" name="Line 11"/>
          <p:cNvSpPr>
            <a:spLocks noChangeShapeType="1"/>
          </p:cNvSpPr>
          <p:nvPr/>
        </p:nvSpPr>
        <p:spPr bwMode="auto">
          <a:xfrm>
            <a:off x="3479041" y="2783881"/>
            <a:ext cx="527040" cy="1440"/>
          </a:xfrm>
          <a:prstGeom prst="line">
            <a:avLst/>
          </a:prstGeom>
          <a:noFill/>
          <a:ln w="18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177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1755" name="Text Box 12"/>
          <p:cNvSpPr txBox="1">
            <a:spLocks noChangeArrowheads="1"/>
          </p:cNvSpPr>
          <p:nvPr/>
        </p:nvSpPr>
        <p:spPr bwMode="auto">
          <a:xfrm>
            <a:off x="5083200" y="718921"/>
            <a:ext cx="1077120" cy="336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996">
                <a:latin typeface="Calibri" charset="0"/>
                <a:ea typeface="Calibri" charset="0"/>
                <a:cs typeface="Calibri" charset="0"/>
              </a:rPr>
              <a:t>locked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242241" y="2531881"/>
            <a:ext cx="142560" cy="557280"/>
            <a:chOff x="2946" y="1758"/>
            <a:chExt cx="99" cy="387"/>
          </a:xfrm>
        </p:grpSpPr>
        <p:grpSp>
          <p:nvGrpSpPr>
            <p:cNvPr id="31765" name="Group 14"/>
            <p:cNvGrpSpPr>
              <a:grpSpLocks/>
            </p:cNvGrpSpPr>
            <p:nvPr/>
          </p:nvGrpSpPr>
          <p:grpSpPr bwMode="auto">
            <a:xfrm>
              <a:off x="2946" y="1758"/>
              <a:ext cx="99" cy="387"/>
              <a:chOff x="2946" y="1758"/>
              <a:chExt cx="99" cy="387"/>
            </a:xfrm>
          </p:grpSpPr>
          <p:sp>
            <p:nvSpPr>
              <p:cNvPr id="31766" name="Freeform 15"/>
              <p:cNvSpPr>
                <a:spLocks noChangeArrowheads="1"/>
              </p:cNvSpPr>
              <p:nvPr/>
            </p:nvSpPr>
            <p:spPr bwMode="auto">
              <a:xfrm>
                <a:off x="2946" y="1758"/>
                <a:ext cx="100" cy="388"/>
              </a:xfrm>
              <a:custGeom>
                <a:avLst/>
                <a:gdLst>
                  <a:gd name="T0" fmla="*/ 0 w 749"/>
                  <a:gd name="T1" fmla="*/ 0 h 1720"/>
                  <a:gd name="T2" fmla="*/ 0 w 749"/>
                  <a:gd name="T3" fmla="*/ 0 h 1720"/>
                  <a:gd name="T4" fmla="*/ 0 w 749"/>
                  <a:gd name="T5" fmla="*/ 0 h 1720"/>
                  <a:gd name="T6" fmla="*/ 0 w 749"/>
                  <a:gd name="T7" fmla="*/ 0 h 1720"/>
                  <a:gd name="T8" fmla="*/ 0 w 749"/>
                  <a:gd name="T9" fmla="*/ 0 h 1720"/>
                  <a:gd name="T10" fmla="*/ 0 w 749"/>
                  <a:gd name="T11" fmla="*/ 0 h 1720"/>
                  <a:gd name="T12" fmla="*/ 0 w 749"/>
                  <a:gd name="T13" fmla="*/ 0 h 17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49"/>
                  <a:gd name="T22" fmla="*/ 0 h 1720"/>
                  <a:gd name="T23" fmla="*/ 749 w 749"/>
                  <a:gd name="T24" fmla="*/ 1720 h 17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49" h="1720">
                    <a:moveTo>
                      <a:pt x="648" y="0"/>
                    </a:moveTo>
                    <a:cubicBezTo>
                      <a:pt x="0" y="297"/>
                      <a:pt x="748" y="463"/>
                      <a:pt x="748" y="463"/>
                    </a:cubicBezTo>
                    <a:cubicBezTo>
                      <a:pt x="748" y="463"/>
                      <a:pt x="350" y="727"/>
                      <a:pt x="350" y="727"/>
                    </a:cubicBezTo>
                    <a:cubicBezTo>
                      <a:pt x="350" y="727"/>
                      <a:pt x="748" y="926"/>
                      <a:pt x="748" y="926"/>
                    </a:cubicBezTo>
                    <a:cubicBezTo>
                      <a:pt x="748" y="926"/>
                      <a:pt x="299" y="1223"/>
                      <a:pt x="299" y="1223"/>
                    </a:cubicBezTo>
                    <a:cubicBezTo>
                      <a:pt x="299" y="1223"/>
                      <a:pt x="748" y="1422"/>
                      <a:pt x="748" y="1422"/>
                    </a:cubicBezTo>
                    <a:cubicBezTo>
                      <a:pt x="748" y="1422"/>
                      <a:pt x="350" y="1719"/>
                      <a:pt x="350" y="1719"/>
                    </a:cubicBezTo>
                  </a:path>
                </a:pathLst>
              </a:custGeom>
              <a:noFill/>
              <a:ln w="36720">
                <a:solidFill>
                  <a:srgbClr val="99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177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</p:grpSp>
      </p:grpSp>
      <p:grpSp>
        <p:nvGrpSpPr>
          <p:cNvPr id="31757" name="Group 16"/>
          <p:cNvGrpSpPr>
            <a:grpSpLocks/>
          </p:cNvGrpSpPr>
          <p:nvPr/>
        </p:nvGrpSpPr>
        <p:grpSpPr bwMode="auto">
          <a:xfrm>
            <a:off x="1908001" y="2510281"/>
            <a:ext cx="142560" cy="557280"/>
            <a:chOff x="1325" y="1743"/>
            <a:chExt cx="99" cy="387"/>
          </a:xfrm>
        </p:grpSpPr>
        <p:grpSp>
          <p:nvGrpSpPr>
            <p:cNvPr id="31762" name="Group 17"/>
            <p:cNvGrpSpPr>
              <a:grpSpLocks/>
            </p:cNvGrpSpPr>
            <p:nvPr/>
          </p:nvGrpSpPr>
          <p:grpSpPr bwMode="auto">
            <a:xfrm>
              <a:off x="1325" y="1743"/>
              <a:ext cx="99" cy="387"/>
              <a:chOff x="1325" y="1743"/>
              <a:chExt cx="99" cy="387"/>
            </a:xfrm>
          </p:grpSpPr>
          <p:grpSp>
            <p:nvGrpSpPr>
              <p:cNvPr id="31763" name="Group 18"/>
              <p:cNvGrpSpPr>
                <a:grpSpLocks/>
              </p:cNvGrpSpPr>
              <p:nvPr/>
            </p:nvGrpSpPr>
            <p:grpSpPr bwMode="auto">
              <a:xfrm>
                <a:off x="1325" y="1743"/>
                <a:ext cx="99" cy="387"/>
                <a:chOff x="1325" y="1743"/>
                <a:chExt cx="99" cy="387"/>
              </a:xfrm>
            </p:grpSpPr>
            <p:sp>
              <p:nvSpPr>
                <p:cNvPr id="31764" name="Freeform 19"/>
                <p:cNvSpPr>
                  <a:spLocks noChangeArrowheads="1"/>
                </p:cNvSpPr>
                <p:nvPr/>
              </p:nvSpPr>
              <p:spPr bwMode="auto">
                <a:xfrm>
                  <a:off x="1325" y="1743"/>
                  <a:ext cx="100" cy="388"/>
                </a:xfrm>
                <a:custGeom>
                  <a:avLst/>
                  <a:gdLst>
                    <a:gd name="T0" fmla="*/ 0 w 749"/>
                    <a:gd name="T1" fmla="*/ 0 h 1720"/>
                    <a:gd name="T2" fmla="*/ 0 w 749"/>
                    <a:gd name="T3" fmla="*/ 0 h 1720"/>
                    <a:gd name="T4" fmla="*/ 0 w 749"/>
                    <a:gd name="T5" fmla="*/ 0 h 1720"/>
                    <a:gd name="T6" fmla="*/ 0 w 749"/>
                    <a:gd name="T7" fmla="*/ 0 h 1720"/>
                    <a:gd name="T8" fmla="*/ 0 w 749"/>
                    <a:gd name="T9" fmla="*/ 0 h 1720"/>
                    <a:gd name="T10" fmla="*/ 0 w 749"/>
                    <a:gd name="T11" fmla="*/ 0 h 1720"/>
                    <a:gd name="T12" fmla="*/ 0 w 749"/>
                    <a:gd name="T13" fmla="*/ 0 h 17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49"/>
                    <a:gd name="T22" fmla="*/ 0 h 1720"/>
                    <a:gd name="T23" fmla="*/ 749 w 749"/>
                    <a:gd name="T24" fmla="*/ 1720 h 172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49" h="1720">
                      <a:moveTo>
                        <a:pt x="648" y="0"/>
                      </a:moveTo>
                      <a:cubicBezTo>
                        <a:pt x="0" y="297"/>
                        <a:pt x="748" y="463"/>
                        <a:pt x="748" y="463"/>
                      </a:cubicBezTo>
                      <a:cubicBezTo>
                        <a:pt x="748" y="463"/>
                        <a:pt x="350" y="727"/>
                        <a:pt x="350" y="727"/>
                      </a:cubicBezTo>
                      <a:cubicBezTo>
                        <a:pt x="350" y="727"/>
                        <a:pt x="748" y="926"/>
                        <a:pt x="748" y="926"/>
                      </a:cubicBezTo>
                      <a:cubicBezTo>
                        <a:pt x="748" y="926"/>
                        <a:pt x="299" y="1223"/>
                        <a:pt x="299" y="1223"/>
                      </a:cubicBezTo>
                      <a:cubicBezTo>
                        <a:pt x="299" y="1223"/>
                        <a:pt x="748" y="1422"/>
                        <a:pt x="748" y="1422"/>
                      </a:cubicBezTo>
                      <a:cubicBezTo>
                        <a:pt x="748" y="1422"/>
                        <a:pt x="350" y="1719"/>
                        <a:pt x="350" y="1719"/>
                      </a:cubicBezTo>
                    </a:path>
                  </a:pathLst>
                </a:custGeom>
                <a:noFill/>
                <a:ln w="36720">
                  <a:solidFill>
                    <a:srgbClr val="2323D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2177">
                    <a:latin typeface="Calibri" charset="0"/>
                    <a:ea typeface="Calibri" charset="0"/>
                    <a:cs typeface="Calibri" charset="0"/>
                  </a:endParaRPr>
                </a:p>
              </p:txBody>
            </p:sp>
          </p:grpSp>
        </p:grpSp>
      </p:grpSp>
      <p:sp>
        <p:nvSpPr>
          <p:cNvPr id="346132" name="Text Box 20"/>
          <p:cNvSpPr txBox="1">
            <a:spLocks noChangeArrowheads="1"/>
          </p:cNvSpPr>
          <p:nvPr/>
        </p:nvSpPr>
        <p:spPr bwMode="auto">
          <a:xfrm>
            <a:off x="1044001" y="4713481"/>
            <a:ext cx="4334400" cy="6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814">
                <a:latin typeface="Calibri" charset="0"/>
                <a:ea typeface="Calibri" charset="0"/>
                <a:cs typeface="Calibri" charset="0"/>
              </a:rPr>
              <a:t>No guarantee which order threads get into the monitor.</a:t>
            </a:r>
          </a:p>
          <a:p>
            <a:pPr eaLnBrk="1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814">
                <a:latin typeface="Calibri" charset="0"/>
                <a:ea typeface="Calibri" charset="0"/>
                <a:cs typeface="Calibri" charset="0"/>
              </a:rPr>
              <a:t>(Not necessarily FIFO!)</a:t>
            </a:r>
          </a:p>
        </p:txBody>
      </p:sp>
    </p:spTree>
    <p:extLst>
      <p:ext uri="{BB962C8B-B14F-4D97-AF65-F5344CB8AC3E}">
        <p14:creationId xmlns:p14="http://schemas.microsoft.com/office/powerpoint/2010/main" val="14552055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Bank Example</a:t>
            </a:r>
          </a:p>
        </p:txBody>
      </p:sp>
      <p:sp>
        <p:nvSpPr>
          <p:cNvPr id="33794" name="Text Box 3"/>
          <p:cNvSpPr txBox="1">
            <a:spLocks noChangeArrowheads="1"/>
          </p:cNvSpPr>
          <p:nvPr/>
        </p:nvSpPr>
        <p:spPr bwMode="auto">
          <a:xfrm>
            <a:off x="1974765" y="1207070"/>
            <a:ext cx="4357418" cy="4112909"/>
          </a:xfrm>
          <a:prstGeom prst="rect">
            <a:avLst/>
          </a:prstGeom>
          <a:solidFill>
            <a:srgbClr val="F6F5BD"/>
          </a:solidFill>
          <a:ln>
            <a:solidFill>
              <a:srgbClr val="000000"/>
            </a:solidFill>
          </a:ln>
        </p:spPr>
        <p:txBody>
          <a:bodyPr wrap="square"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monitor Bank{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TL = 1000;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condition 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haveTL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33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void withdraw(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amount)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if (amount &gt; TL)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	wait(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haveTL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TL -= amount;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33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void deposit(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amount)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TL += amount;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notify(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haveTL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33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}</a:t>
            </a:r>
            <a:endParaRPr lang="en-US" altLang="en-US" sz="1633" dirty="0">
              <a:solidFill>
                <a:schemeClr val="accent2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51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081799" y="2890345"/>
            <a:ext cx="2952000" cy="936088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050469" y="3301928"/>
            <a:ext cx="107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haveTL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57799" y="1264283"/>
            <a:ext cx="136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withdraw()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5923" y="1256893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deposit()</a:t>
            </a:r>
          </a:p>
        </p:txBody>
      </p:sp>
      <p:sp>
        <p:nvSpPr>
          <p:cNvPr id="41" name="Oval 3"/>
          <p:cNvSpPr>
            <a:spLocks noChangeArrowheads="1"/>
          </p:cNvSpPr>
          <p:nvPr/>
        </p:nvSpPr>
        <p:spPr bwMode="auto">
          <a:xfrm>
            <a:off x="4245923" y="353583"/>
            <a:ext cx="2357280" cy="807840"/>
          </a:xfrm>
          <a:prstGeom prst="ellipse">
            <a:avLst/>
          </a:prstGeom>
          <a:solidFill>
            <a:srgbClr val="B3B3B3"/>
          </a:solidFill>
          <a:ln w="18360">
            <a:solidFill>
              <a:srgbClr val="993333"/>
            </a:solidFill>
            <a:miter lim="800000"/>
            <a:headEnd/>
            <a:tailEnd/>
          </a:ln>
        </p:spPr>
        <p:txBody>
          <a:bodyPr lIns="8164" tIns="8164" rIns="8164" bIns="8164" anchor="ctr" anchorCtr="1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3200" dirty="0">
                <a:latin typeface="Calibri" charset="0"/>
                <a:ea typeface="Calibri" charset="0"/>
                <a:cs typeface="Calibri" charset="0"/>
              </a:rPr>
              <a:t>TL</a:t>
            </a:r>
            <a:endParaRPr lang="en-GB" alt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7111523" y="1161423"/>
            <a:ext cx="1935360" cy="54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 dirty="0">
                <a:latin typeface="Calibri" charset="0"/>
                <a:ea typeface="Calibri" charset="0"/>
                <a:cs typeface="Calibri" charset="0"/>
              </a:rPr>
              <a:t>Methods accessing</a:t>
            </a:r>
          </a:p>
          <a:p>
            <a:pPr algn="ctr" eaLnBrk="1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 dirty="0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45" name="AutoShape 7"/>
          <p:cNvSpPr>
            <a:spLocks noChangeArrowheads="1"/>
          </p:cNvSpPr>
          <p:nvPr/>
        </p:nvSpPr>
        <p:spPr bwMode="auto">
          <a:xfrm>
            <a:off x="4081799" y="258113"/>
            <a:ext cx="2952000" cy="3568320"/>
          </a:xfrm>
          <a:prstGeom prst="roundRect">
            <a:avLst>
              <a:gd name="adj" fmla="val 4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53" name="Straight Connector 52"/>
          <p:cNvCxnSpPr/>
          <p:nvPr/>
        </p:nvCxnSpPr>
        <p:spPr bwMode="auto">
          <a:xfrm>
            <a:off x="4081799" y="1724663"/>
            <a:ext cx="2952000" cy="525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>
            <a:off x="4081799" y="1209058"/>
            <a:ext cx="2952000" cy="525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5"/>
          <p:cNvSpPr/>
          <p:nvPr/>
        </p:nvSpPr>
        <p:spPr>
          <a:xfrm>
            <a:off x="7111523" y="452413"/>
            <a:ext cx="171418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>
              <a:lnSpc>
                <a:spcPct val="90000"/>
              </a:lnSpc>
              <a:buClr>
                <a:srgbClr val="000000"/>
              </a:buClr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8903" y="3030914"/>
            <a:ext cx="1659429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>
              <a:lnSpc>
                <a:spcPct val="90000"/>
              </a:lnSpc>
              <a:buClr>
                <a:srgbClr val="000000"/>
              </a:buClr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Conditional</a:t>
            </a:r>
          </a:p>
          <a:p>
            <a:pPr algn="ctr" eaLnBrk="1">
              <a:lnSpc>
                <a:spcPct val="90000"/>
              </a:lnSpc>
              <a:buClr>
                <a:srgbClr val="000000"/>
              </a:buClr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20068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Bank Example</a:t>
            </a:r>
          </a:p>
        </p:txBody>
      </p:sp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1947169" y="1207070"/>
            <a:ext cx="4412610" cy="4112909"/>
          </a:xfrm>
          <a:prstGeom prst="rect">
            <a:avLst/>
          </a:prstGeom>
          <a:solidFill>
            <a:srgbClr val="F6F5BD"/>
          </a:solidFill>
          <a:ln>
            <a:solidFill>
              <a:srgbClr val="000000"/>
            </a:solidFill>
          </a:ln>
        </p:spPr>
        <p:txBody>
          <a:bodyPr wrap="square"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monitor Bank{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TL = 1000;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condition 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haveTL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633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void withdraw(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amount)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633" dirty="0">
                <a:solidFill>
                  <a:srgbClr val="FF0000"/>
                </a:solidFill>
                <a:latin typeface="Courier New" charset="0"/>
              </a:rPr>
              <a:t>while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(amount &gt; TL)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	wait(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haveTL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TL -= amount;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33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void deposit(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 amount)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TL += amount;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633" dirty="0" err="1">
                <a:solidFill>
                  <a:srgbClr val="FF0000"/>
                </a:solidFill>
                <a:latin typeface="Courier New" charset="0"/>
              </a:rPr>
              <a:t>notifyAll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(</a:t>
            </a:r>
            <a:r>
              <a:rPr lang="en-US" altLang="en-US" sz="1633" dirty="0" err="1">
                <a:solidFill>
                  <a:schemeClr val="tx1"/>
                </a:solidFill>
                <a:latin typeface="Courier New" charset="0"/>
              </a:rPr>
              <a:t>haveTL</a:t>
            </a: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33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33" dirty="0">
                <a:solidFill>
                  <a:schemeClr val="tx1"/>
                </a:solidFill>
                <a:latin typeface="Courier New" charset="0"/>
              </a:rPr>
              <a:t>}</a:t>
            </a:r>
            <a:endParaRPr lang="en-US" altLang="en-US" sz="1633" dirty="0">
              <a:solidFill>
                <a:schemeClr val="accent2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085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auto">
          <a:xfrm>
            <a:off x="4081799" y="2921876"/>
            <a:ext cx="2952000" cy="936088"/>
          </a:xfrm>
          <a:prstGeom prst="rect">
            <a:avLst/>
          </a:prstGeom>
          <a:solidFill>
            <a:srgbClr val="F6F5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129705" y="3275488"/>
            <a:ext cx="107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alibri" pitchFamily="34" charset="0"/>
              </a:rPr>
              <a:t>haveTL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57799" y="1264283"/>
            <a:ext cx="136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withdraw()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5923" y="1256893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deposit()</a:t>
            </a:r>
          </a:p>
        </p:txBody>
      </p:sp>
      <p:sp>
        <p:nvSpPr>
          <p:cNvPr id="41" name="Oval 3"/>
          <p:cNvSpPr>
            <a:spLocks noChangeArrowheads="1"/>
          </p:cNvSpPr>
          <p:nvPr/>
        </p:nvSpPr>
        <p:spPr bwMode="auto">
          <a:xfrm>
            <a:off x="4129705" y="336610"/>
            <a:ext cx="1162254" cy="807840"/>
          </a:xfrm>
          <a:prstGeom prst="ellipse">
            <a:avLst/>
          </a:prstGeom>
          <a:solidFill>
            <a:srgbClr val="B3B3B3"/>
          </a:solidFill>
          <a:ln w="18360">
            <a:solidFill>
              <a:srgbClr val="993333"/>
            </a:solidFill>
            <a:miter lim="800000"/>
            <a:headEnd/>
            <a:tailEnd/>
          </a:ln>
        </p:spPr>
        <p:txBody>
          <a:bodyPr lIns="8164" tIns="8164" rIns="8164" bIns="8164" anchor="ctr" anchorCtr="1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3200" dirty="0">
                <a:latin typeface="Calibri" charset="0"/>
                <a:ea typeface="Calibri" charset="0"/>
                <a:cs typeface="Calibri" charset="0"/>
              </a:rPr>
              <a:t>TL</a:t>
            </a:r>
            <a:endParaRPr lang="en-GB" alt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7111523" y="1161423"/>
            <a:ext cx="1935360" cy="54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1638" tIns="40819" rIns="81638" bIns="40819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 dirty="0">
                <a:latin typeface="Calibri" charset="0"/>
                <a:ea typeface="Calibri" charset="0"/>
                <a:cs typeface="Calibri" charset="0"/>
              </a:rPr>
              <a:t>Methods accessing</a:t>
            </a:r>
          </a:p>
          <a:p>
            <a:pPr algn="ctr" eaLnBrk="1">
              <a:lnSpc>
                <a:spcPct val="8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633" dirty="0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45" name="AutoShape 7"/>
          <p:cNvSpPr>
            <a:spLocks noChangeArrowheads="1"/>
          </p:cNvSpPr>
          <p:nvPr/>
        </p:nvSpPr>
        <p:spPr bwMode="auto">
          <a:xfrm>
            <a:off x="4081799" y="258113"/>
            <a:ext cx="2952000" cy="3568320"/>
          </a:xfrm>
          <a:prstGeom prst="roundRect">
            <a:avLst>
              <a:gd name="adj" fmla="val 46"/>
            </a:avLst>
          </a:prstGeom>
          <a:noFill/>
          <a:ln w="18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tr-TR" altLang="en-US" sz="2177">
              <a:latin typeface="Calibri" charset="0"/>
              <a:ea typeface="Calibri" charset="0"/>
              <a:cs typeface="Calibri" charset="0"/>
            </a:endParaRPr>
          </a:p>
        </p:txBody>
      </p:sp>
      <p:cxnSp>
        <p:nvCxnSpPr>
          <p:cNvPr id="53" name="Straight Connector 52"/>
          <p:cNvCxnSpPr/>
          <p:nvPr/>
        </p:nvCxnSpPr>
        <p:spPr bwMode="auto">
          <a:xfrm>
            <a:off x="4081799" y="1724663"/>
            <a:ext cx="2952000" cy="525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>
            <a:off x="4081799" y="1209058"/>
            <a:ext cx="2952000" cy="525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Rectangle 5"/>
          <p:cNvSpPr/>
          <p:nvPr/>
        </p:nvSpPr>
        <p:spPr>
          <a:xfrm>
            <a:off x="7111523" y="452413"/>
            <a:ext cx="1714187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>
              <a:lnSpc>
                <a:spcPct val="90000"/>
              </a:lnSpc>
              <a:buClr>
                <a:srgbClr val="000000"/>
              </a:buClr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Shared data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8903" y="3030914"/>
            <a:ext cx="1659429" cy="75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>
              <a:lnSpc>
                <a:spcPct val="90000"/>
              </a:lnSpc>
              <a:buClr>
                <a:srgbClr val="000000"/>
              </a:buClr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Conditional</a:t>
            </a:r>
          </a:p>
          <a:p>
            <a:pPr algn="ctr" eaLnBrk="1">
              <a:lnSpc>
                <a:spcPct val="90000"/>
              </a:lnSpc>
              <a:buClr>
                <a:srgbClr val="000000"/>
              </a:buClr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variable</a:t>
            </a:r>
          </a:p>
        </p:txBody>
      </p:sp>
      <p:sp>
        <p:nvSpPr>
          <p:cNvPr id="13" name="Oval 3"/>
          <p:cNvSpPr>
            <a:spLocks noChangeArrowheads="1"/>
          </p:cNvSpPr>
          <p:nvPr/>
        </p:nvSpPr>
        <p:spPr bwMode="auto">
          <a:xfrm>
            <a:off x="5557799" y="319624"/>
            <a:ext cx="1162254" cy="807840"/>
          </a:xfrm>
          <a:prstGeom prst="ellipse">
            <a:avLst/>
          </a:prstGeom>
          <a:solidFill>
            <a:srgbClr val="B3B3B3"/>
          </a:solidFill>
          <a:ln w="18360">
            <a:solidFill>
              <a:srgbClr val="993333"/>
            </a:solidFill>
            <a:miter lim="800000"/>
            <a:headEnd/>
            <a:tailEnd/>
          </a:ln>
        </p:spPr>
        <p:txBody>
          <a:bodyPr lIns="8164" tIns="8164" rIns="8164" bIns="8164" anchor="ctr" anchorCtr="1"/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3200" dirty="0">
                <a:latin typeface="Calibri" charset="0"/>
                <a:ea typeface="Calibri" charset="0"/>
                <a:cs typeface="Calibri" charset="0"/>
              </a:rPr>
              <a:t>USD</a:t>
            </a:r>
            <a:endParaRPr lang="en-GB" altLang="en-US" sz="12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081799" y="3841290"/>
            <a:ext cx="2952000" cy="936088"/>
          </a:xfrm>
          <a:prstGeom prst="rect">
            <a:avLst/>
          </a:prstGeom>
          <a:solidFill>
            <a:srgbClr val="F1C7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r>
              <a:rPr lang="en-US" dirty="0" err="1">
                <a:latin typeface="Calibri" pitchFamily="34" charset="0"/>
              </a:rPr>
              <a:t>haveUSD</a:t>
            </a: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44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Hoare vs. Mesa Monitor Semantics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The monitor </a:t>
            </a:r>
            <a:r>
              <a:rPr lang="en-GB" altLang="en-US" dirty="0">
                <a:latin typeface="Courier" charset="0"/>
                <a:ea typeface="Courier" charset="0"/>
                <a:cs typeface="Courier" charset="0"/>
              </a:rPr>
              <a:t>notify() 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operation can have two different meanings: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Hoare monitors (1974)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latin typeface="Courier" charset="0"/>
                <a:ea typeface="Courier" charset="0"/>
                <a:cs typeface="Courier" charset="0"/>
              </a:rPr>
              <a:t>notify(CV)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 means to run the waiting thread </a:t>
            </a:r>
            <a:r>
              <a:rPr lang="en-GB" altLang="en-US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immediately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Causes notifying thread to block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i="1" dirty="0">
                <a:latin typeface="Calibri" charset="0"/>
                <a:ea typeface="Calibri" charset="0"/>
                <a:cs typeface="Calibri" charset="0"/>
              </a:rPr>
              <a:t>Mesa monitors (Xerox PARC, 1980)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latin typeface="Courier" charset="0"/>
                <a:ea typeface="Courier" charset="0"/>
                <a:cs typeface="Courier" charset="0"/>
              </a:rPr>
              <a:t>notify(CV)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 puts waiting thread back onto the 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“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ready queue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”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 for the monitor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But, notifying thread keeps running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altLang="en-US" i="1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32165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Hoare vs. Mesa Monitor Semantics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The monitor </a:t>
            </a:r>
            <a:r>
              <a:rPr lang="en-GB" altLang="en-US" dirty="0">
                <a:latin typeface="Courier" charset="0"/>
                <a:ea typeface="Courier" charset="0"/>
                <a:cs typeface="Courier" charset="0"/>
              </a:rPr>
              <a:t>notify()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 operation can have two different meanings: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Hoare monitors (1974)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latin typeface="Courier" charset="0"/>
                <a:ea typeface="Courier" charset="0"/>
                <a:cs typeface="Courier" charset="0"/>
              </a:rPr>
              <a:t>notify(CV)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 means to run the waiting thread </a:t>
            </a:r>
            <a:r>
              <a:rPr lang="en-GB" altLang="en-US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immediately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Causes notifying thread to block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Mesa monitors (Xerox PARC, 1980)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latin typeface="Courier" charset="0"/>
                <a:ea typeface="Courier" charset="0"/>
                <a:cs typeface="Courier" charset="0"/>
              </a:rPr>
              <a:t>notify(CV)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 puts waiting thread back onto the 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“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ready queue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”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 for the monitor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But, notifying thread keeps running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What's the practical difference?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In Hoare-style semantics, the 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“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condition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”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 that triggered the </a:t>
            </a:r>
            <a:r>
              <a:rPr lang="en-GB" altLang="ja-JP" b="1" dirty="0">
                <a:latin typeface="Courier" charset="0"/>
                <a:ea typeface="Courier" charset="0"/>
                <a:cs typeface="Courier" charset="0"/>
              </a:rPr>
              <a:t>notify() 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will </a:t>
            </a:r>
            <a:r>
              <a:rPr lang="en-GB" altLang="ja-JP" b="1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always be true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 when the awoken thread runs</a:t>
            </a:r>
          </a:p>
          <a:p>
            <a:pPr marL="1314915" lvl="2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solidFill>
                  <a:srgbClr val="2323DC"/>
                </a:solidFill>
                <a:latin typeface="Calibri" charset="0"/>
                <a:ea typeface="Calibri" charset="0"/>
                <a:cs typeface="Calibri" charset="0"/>
              </a:rPr>
              <a:t>For example, that the buffer is now no longer empty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In Mesa-style semantics, awoken thread has to </a:t>
            </a:r>
            <a:r>
              <a:rPr lang="en-GB" altLang="en-US" b="1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recheck the condition</a:t>
            </a:r>
          </a:p>
          <a:p>
            <a:pPr marL="1314915" lvl="2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solidFill>
                  <a:srgbClr val="2323DC"/>
                </a:solidFill>
                <a:latin typeface="Calibri" charset="0"/>
                <a:ea typeface="Calibri" charset="0"/>
                <a:cs typeface="Calibri" charset="0"/>
              </a:rPr>
              <a:t>Since another thread might have beaten it to the punch</a:t>
            </a:r>
          </a:p>
        </p:txBody>
      </p:sp>
    </p:spTree>
    <p:extLst>
      <p:ext uri="{BB962C8B-B14F-4D97-AF65-F5344CB8AC3E}">
        <p14:creationId xmlns:p14="http://schemas.microsoft.com/office/powerpoint/2010/main" val="2157146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Hoare Monitor Semantics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38175" y="1362075"/>
            <a:ext cx="3770987" cy="4972050"/>
          </a:xfrm>
        </p:spPr>
        <p:txBody>
          <a:bodyPr>
            <a:normAutofit fontScale="77500" lnSpcReduction="20000"/>
          </a:bodyPr>
          <a:lstStyle/>
          <a:p>
            <a:pPr marL="552241" indent="-457200">
              <a:lnSpc>
                <a:spcPct val="12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Hoare monitors (1974)</a:t>
            </a:r>
          </a:p>
          <a:p>
            <a:pPr marL="859867" lvl="1" indent="-342900">
              <a:lnSpc>
                <a:spcPct val="12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latin typeface="Courier" charset="0"/>
                <a:ea typeface="Courier" charset="0"/>
                <a:cs typeface="Courier" charset="0"/>
              </a:rPr>
              <a:t>notify(CV) 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means to run the waiting thread </a:t>
            </a:r>
            <a:r>
              <a:rPr lang="en-GB" altLang="en-US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immediately</a:t>
            </a:r>
          </a:p>
          <a:p>
            <a:pPr marL="859867" lvl="1" indent="-342900">
              <a:lnSpc>
                <a:spcPct val="12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Causes notifying thread to block</a:t>
            </a:r>
          </a:p>
          <a:p>
            <a:pPr marL="552241" indent="-457200">
              <a:lnSpc>
                <a:spcPct val="12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The signaling thread must wait outside the monitor (at least) until the signaled thread relinquishes occupancy of the monitor by either returning or by again waiting on a condition.</a:t>
            </a:r>
            <a:endParaRPr lang="en-GB" altLang="en-US" dirty="0">
              <a:latin typeface="Calibri" charset="0"/>
              <a:ea typeface="Calibri" charset="0"/>
              <a:cs typeface="Calibri" charset="0"/>
            </a:endParaRPr>
          </a:p>
          <a:p>
            <a:pPr marL="552241" indent="-457200">
              <a:lnSpc>
                <a:spcPct val="12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endParaRPr lang="en-GB" alt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988" name="Picture 2" descr="File:Monitor (synchronization)-SU.pn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369" y="1286281"/>
            <a:ext cx="4529511" cy="4802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4970996" y="37527"/>
              <a:ext cx="2360880" cy="41580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52636" y="15927"/>
                <a:ext cx="2392920" cy="4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26750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Mesa Monitor Semantics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552241" indent="-4572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Mesa monitors (Xerox PARC, 1980)</a:t>
            </a:r>
          </a:p>
          <a:p>
            <a:pPr marL="859867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latin typeface="Courier" charset="0"/>
                <a:ea typeface="Courier" charset="0"/>
                <a:cs typeface="Courier" charset="0"/>
              </a:rPr>
              <a:t>notify(CV)</a:t>
            </a: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 puts waiting thread back onto the 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“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ready queue</a:t>
            </a:r>
            <a:r>
              <a:rPr lang="ja-JP" altLang="en-GB" dirty="0">
                <a:latin typeface="Calibri" charset="0"/>
                <a:ea typeface="Calibri" charset="0"/>
                <a:cs typeface="Calibri" charset="0"/>
              </a:rPr>
              <a:t>”</a:t>
            </a:r>
            <a:r>
              <a:rPr lang="en-GB" altLang="ja-JP" dirty="0">
                <a:latin typeface="Calibri" charset="0"/>
                <a:ea typeface="Calibri" charset="0"/>
                <a:cs typeface="Calibri" charset="0"/>
              </a:rPr>
              <a:t> for the monitor</a:t>
            </a:r>
          </a:p>
          <a:p>
            <a:pPr marL="859867" lvl="1" indent="-3429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latin typeface="Calibri" charset="0"/>
                <a:ea typeface="Calibri" charset="0"/>
                <a:cs typeface="Calibri" charset="0"/>
              </a:rPr>
              <a:t>But, notifying thread keeps running</a:t>
            </a:r>
          </a:p>
          <a:p>
            <a:pPr marL="552241" indent="-457200">
              <a:lnSpc>
                <a:spcPct val="110000"/>
              </a:lnSpc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Signaling does not cause the signaling thread to lose occupancy of the monitor. Instead the signaled threads are moved to the e queue.</a:t>
            </a:r>
            <a:endParaRPr lang="en-GB" alt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4036" name="Picture 2" descr="File:Monitor (synchronization)-Mesa.pn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481" y="1009801"/>
            <a:ext cx="3792960" cy="517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24952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sz="2540" dirty="0">
                <a:ea typeface="ＭＳ Ｐゴシック" charset="-128"/>
              </a:rPr>
              <a:t>Hoare vs. Mesa monitors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3563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259204" indent="-259204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Need to be careful about precise definition of signal and wait. </a:t>
            </a:r>
            <a:r>
              <a:rPr lang="en-US" altLang="en-US" sz="1814" dirty="0">
                <a:latin typeface="Courier New" charset="0"/>
                <a:ea typeface="ＭＳ Ｐゴシック" charset="-128"/>
              </a:rPr>
              <a:t>	</a:t>
            </a:r>
            <a:r>
              <a:rPr lang="en-US" altLang="en-US" sz="1814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		</a:t>
            </a: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while (n==0) {</a:t>
            </a:r>
            <a:b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</a:b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			wait(</a:t>
            </a:r>
            <a:r>
              <a:rPr lang="en-US" altLang="en-US" sz="1633" dirty="0" err="1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not_empty</a:t>
            </a: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); // If nothing, sleep</a:t>
            </a:r>
            <a:b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</a:b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		}</a:t>
            </a:r>
            <a:b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</a:br>
            <a:r>
              <a:rPr lang="en-US" altLang="en-US" sz="1633" dirty="0">
                <a:latin typeface="Courier New" charset="0"/>
                <a:ea typeface="ＭＳ Ｐゴシック" charset="-128"/>
              </a:rPr>
              <a:t>		item = </a:t>
            </a:r>
            <a:r>
              <a:rPr lang="en-US" altLang="en-US" sz="1633" dirty="0" err="1">
                <a:latin typeface="Courier New" charset="0"/>
                <a:ea typeface="ＭＳ Ｐゴシック" charset="-128"/>
              </a:rPr>
              <a:t>getItemFromArray</a:t>
            </a:r>
            <a:r>
              <a:rPr lang="en-US" altLang="en-US" sz="1633" dirty="0">
                <a:latin typeface="Courier New" charset="0"/>
                <a:ea typeface="ＭＳ Ｐゴシック" charset="-128"/>
              </a:rPr>
              <a:t>();	  // Get next item</a:t>
            </a:r>
          </a:p>
          <a:p>
            <a:pPr marL="622089" lvl="1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Why didn’t we do this?</a:t>
            </a:r>
          </a:p>
          <a:p>
            <a:pPr marL="259204" indent="-259204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sz="1814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		</a:t>
            </a: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if (n==0) {</a:t>
            </a:r>
            <a:b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</a:b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			wait(</a:t>
            </a:r>
            <a:r>
              <a:rPr lang="en-US" altLang="en-US" sz="1633" dirty="0" err="1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not_empty</a:t>
            </a: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); // If nothing, sleep</a:t>
            </a:r>
            <a:b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</a:br>
            <a:r>
              <a:rPr lang="en-US" altLang="en-US" sz="1633" dirty="0">
                <a:solidFill>
                  <a:srgbClr val="FF0000"/>
                </a:solidFill>
                <a:latin typeface="Courier New" charset="0"/>
                <a:ea typeface="ＭＳ Ｐゴシック" charset="-128"/>
              </a:rPr>
              <a:t>		}</a:t>
            </a:r>
            <a:br>
              <a:rPr lang="en-US" altLang="en-US" sz="1633" dirty="0">
                <a:solidFill>
                  <a:schemeClr val="hlink"/>
                </a:solidFill>
                <a:latin typeface="Courier New" charset="0"/>
                <a:ea typeface="ＭＳ Ｐゴシック" charset="-128"/>
              </a:rPr>
            </a:br>
            <a:r>
              <a:rPr lang="en-US" altLang="en-US" sz="1633" dirty="0">
                <a:latin typeface="Courier New" charset="0"/>
                <a:ea typeface="ＭＳ Ｐゴシック" charset="-128"/>
              </a:rPr>
              <a:t>		</a:t>
            </a:r>
            <a:r>
              <a:rPr lang="en-US" altLang="en-US" sz="1633" dirty="0" err="1">
                <a:latin typeface="Courier New" charset="0"/>
                <a:ea typeface="ＭＳ Ｐゴシック" charset="-128"/>
              </a:rPr>
              <a:t>removeItemFromArray</a:t>
            </a:r>
            <a:r>
              <a:rPr lang="en-US" altLang="en-US" sz="1633" dirty="0">
                <a:latin typeface="Courier New" charset="0"/>
                <a:ea typeface="ＭＳ Ｐゴシック" charset="-128"/>
              </a:rPr>
              <a:t>(</a:t>
            </a:r>
            <a:r>
              <a:rPr lang="en-US" altLang="en-US" sz="1633" dirty="0" err="1">
                <a:latin typeface="Courier New" charset="0"/>
                <a:ea typeface="ＭＳ Ｐゴシック" charset="-128"/>
              </a:rPr>
              <a:t>val</a:t>
            </a:r>
            <a:r>
              <a:rPr lang="en-US" altLang="en-US" sz="1633" dirty="0">
                <a:latin typeface="Courier New" charset="0"/>
                <a:ea typeface="ＭＳ Ｐゴシック" charset="-128"/>
              </a:rPr>
              <a:t>);	// Get next item</a:t>
            </a:r>
          </a:p>
          <a:p>
            <a:pPr marL="259204" indent="-259204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Answer: depends on the type of scheduling</a:t>
            </a:r>
          </a:p>
          <a:p>
            <a:pPr marL="622089" lvl="1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Hoare-style (most textbooks):</a:t>
            </a:r>
          </a:p>
          <a:p>
            <a:pPr marL="1036815" lvl="2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Signaler gives lock, CPU to waiter; waiter runs immediately</a:t>
            </a:r>
          </a:p>
          <a:p>
            <a:pPr marL="1036815" lvl="2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Waiter gives up lock, processor back to signaler when it exits critical section or if it waits again</a:t>
            </a:r>
          </a:p>
          <a:p>
            <a:pPr marL="622089" lvl="1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Mesa-style (Java, most real operating systems):</a:t>
            </a:r>
          </a:p>
          <a:p>
            <a:pPr marL="1036815" lvl="2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Signaler keeps lock and processor</a:t>
            </a:r>
          </a:p>
          <a:p>
            <a:pPr marL="1036815" lvl="2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ea typeface="ＭＳ Ｐゴシック" charset="-128"/>
              </a:rPr>
              <a:t>Waiter placed on ready queue with no special priority</a:t>
            </a:r>
          </a:p>
          <a:p>
            <a:pPr marL="1036815" lvl="2" indent="-207363" defTabSz="829452">
              <a:lnSpc>
                <a:spcPct val="110000"/>
              </a:lnSpc>
              <a:tabLst>
                <a:tab pos="624969" algn="l"/>
                <a:tab pos="931694" algn="l"/>
                <a:tab pos="1249938" algn="l"/>
              </a:tabLst>
            </a:pPr>
            <a:r>
              <a:rPr lang="en-US" altLang="en-US" dirty="0">
                <a:solidFill>
                  <a:srgbClr val="FF0000"/>
                </a:solidFill>
                <a:ea typeface="ＭＳ Ｐゴシック" charset="-128"/>
              </a:rPr>
              <a:t>Practically, need to check condition again after wait</a:t>
            </a:r>
          </a:p>
        </p:txBody>
      </p:sp>
    </p:spTree>
    <p:extLst>
      <p:ext uri="{BB962C8B-B14F-4D97-AF65-F5344CB8AC3E}">
        <p14:creationId xmlns:p14="http://schemas.microsoft.com/office/powerpoint/2010/main" val="9777794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Revisit: Readers/Writers Problem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7896225" cy="1633373"/>
          </a:xfrm>
        </p:spPr>
        <p:txBody>
          <a:bodyPr/>
          <a:lstStyle/>
          <a:p>
            <a:pPr marL="252004" indent="-156963"/>
            <a:r>
              <a:rPr lang="en-US" altLang="en-US" dirty="0">
                <a:ea typeface="ＭＳ Ｐゴシック" charset="-128"/>
              </a:rPr>
              <a:t>Correctness Constraints:</a:t>
            </a:r>
          </a:p>
          <a:p>
            <a:pPr marL="676810" lvl="1" indent="-159843"/>
            <a:r>
              <a:rPr lang="en-US" altLang="en-US" dirty="0">
                <a:ea typeface="ＭＳ Ｐゴシック" charset="-128"/>
              </a:rPr>
              <a:t>Readers can access database when no writers</a:t>
            </a:r>
          </a:p>
          <a:p>
            <a:pPr marL="676810" lvl="1" indent="-159843"/>
            <a:r>
              <a:rPr lang="en-US" altLang="en-US" dirty="0">
                <a:ea typeface="ＭＳ Ｐゴシック" charset="-128"/>
              </a:rPr>
              <a:t>Writers can access database when no readers or writers</a:t>
            </a:r>
          </a:p>
          <a:p>
            <a:pPr marL="676810" lvl="1" indent="-159843"/>
            <a:r>
              <a:rPr lang="en-US" altLang="en-US" dirty="0">
                <a:ea typeface="ＭＳ Ｐゴシック" charset="-128"/>
              </a:rPr>
              <a:t>Only one thread manipulates state variables at a time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8" name="Ink 57"/>
              <p14:cNvContentPartPr/>
              <p14:nvPr/>
            </p14:nvContentPartPr>
            <p14:xfrm>
              <a:off x="1059596" y="3039207"/>
              <a:ext cx="2530080" cy="121464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3036" y="3016167"/>
                <a:ext cx="2573280" cy="12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3" name="Ink 62"/>
              <p14:cNvContentPartPr/>
              <p14:nvPr/>
            </p14:nvContentPartPr>
            <p14:xfrm>
              <a:off x="3864716" y="3016527"/>
              <a:ext cx="262800" cy="299952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1756" y="3006807"/>
                <a:ext cx="301680" cy="30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8406" name="Ink 358405"/>
              <p14:cNvContentPartPr/>
              <p14:nvPr/>
            </p14:nvContentPartPr>
            <p14:xfrm>
              <a:off x="4349276" y="2921127"/>
              <a:ext cx="2115360" cy="2014560"/>
            </p14:xfrm>
          </p:contentPart>
        </mc:Choice>
        <mc:Fallback xmlns="">
          <p:pic>
            <p:nvPicPr>
              <p:cNvPr id="358406" name="Ink 35840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337036" y="2896647"/>
                <a:ext cx="2139120" cy="20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58409" name="Ink 358408"/>
              <p14:cNvContentPartPr/>
              <p14:nvPr/>
            </p14:nvContentPartPr>
            <p14:xfrm>
              <a:off x="4932476" y="5350407"/>
              <a:ext cx="2375280" cy="401400"/>
            </p14:xfrm>
          </p:contentPart>
        </mc:Choice>
        <mc:Fallback xmlns="">
          <p:pic>
            <p:nvPicPr>
              <p:cNvPr id="358409" name="Ink 35840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10876" y="5328087"/>
                <a:ext cx="241848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58425" name="Ink 358424"/>
              <p14:cNvContentPartPr/>
              <p14:nvPr/>
            </p14:nvContentPartPr>
            <p14:xfrm>
              <a:off x="1143116" y="5270847"/>
              <a:ext cx="1665360" cy="428760"/>
            </p14:xfrm>
          </p:contentPart>
        </mc:Choice>
        <mc:Fallback xmlns="">
          <p:pic>
            <p:nvPicPr>
              <p:cNvPr id="358425" name="Ink 35842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24396" y="5256447"/>
                <a:ext cx="1703160" cy="46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9269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Revisit: Readers/Writers Problem</a:t>
            </a:r>
          </a:p>
        </p:txBody>
      </p:sp>
      <p:sp>
        <p:nvSpPr>
          <p:cNvPr id="358403" name="Rectangle 3"/>
          <p:cNvSpPr>
            <a:spLocks noGrp="1" noChangeArrowheads="1"/>
          </p:cNvSpPr>
          <p:nvPr>
            <p:ph idx="1"/>
          </p:nvPr>
        </p:nvSpPr>
        <p:spPr>
          <a:xfrm>
            <a:off x="396875" y="1362075"/>
            <a:ext cx="7896225" cy="2310273"/>
          </a:xfrm>
        </p:spPr>
        <p:txBody>
          <a:bodyPr/>
          <a:lstStyle/>
          <a:p>
            <a:pPr marL="252004" indent="-156963"/>
            <a:r>
              <a:rPr lang="en-US" altLang="en-US" dirty="0">
                <a:ea typeface="ＭＳ Ｐゴシック" charset="-128"/>
              </a:rPr>
              <a:t>Correctness Constraints:</a:t>
            </a:r>
          </a:p>
          <a:p>
            <a:pPr marL="676810" lvl="1" indent="-159843"/>
            <a:r>
              <a:rPr lang="en-US" altLang="en-US" dirty="0">
                <a:ea typeface="ＭＳ Ｐゴシック" charset="-128"/>
              </a:rPr>
              <a:t>Readers can access database when no writers</a:t>
            </a:r>
          </a:p>
          <a:p>
            <a:pPr marL="676810" lvl="1" indent="-159843"/>
            <a:r>
              <a:rPr lang="en-US" altLang="en-US" dirty="0">
                <a:ea typeface="ＭＳ Ｐゴシック" charset="-128"/>
              </a:rPr>
              <a:t>Writers can access database when no readers or writers</a:t>
            </a:r>
          </a:p>
          <a:p>
            <a:pPr marL="676810" lvl="1" indent="-159843"/>
            <a:r>
              <a:rPr lang="en-US" altLang="en-US" dirty="0">
                <a:ea typeface="ＭＳ Ｐゴシック" charset="-128"/>
              </a:rPr>
              <a:t>Only one thread manipulates state variables at a time</a:t>
            </a:r>
          </a:p>
          <a:p>
            <a:pPr marL="252004" indent="-156963"/>
            <a:r>
              <a:rPr lang="en-US" altLang="en-US" dirty="0">
                <a:ea typeface="ＭＳ Ｐゴシック" charset="-128"/>
              </a:rPr>
              <a:t>State variables (Protected by a lock):</a:t>
            </a:r>
          </a:p>
        </p:txBody>
      </p:sp>
      <p:sp>
        <p:nvSpPr>
          <p:cNvPr id="2" name="Rectangle 1"/>
          <p:cNvSpPr/>
          <p:nvPr/>
        </p:nvSpPr>
        <p:spPr>
          <a:xfrm>
            <a:off x="415470" y="3672348"/>
            <a:ext cx="7859034" cy="1754326"/>
          </a:xfrm>
          <a:prstGeom prst="rect">
            <a:avLst/>
          </a:prstGeom>
          <a:solidFill>
            <a:srgbClr val="F6F5BD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18897" indent="-161282"/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NReaders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=0; 		// Number of active readers</a:t>
            </a:r>
          </a:p>
          <a:p>
            <a:pPr marL="218897" indent="-161282"/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WaitingReaders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=0; 	// Number of waiting readers</a:t>
            </a:r>
          </a:p>
          <a:p>
            <a:pPr marL="218897" indent="-161282"/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Nwriters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=0;		// Number of active writers</a:t>
            </a:r>
          </a:p>
          <a:p>
            <a:pPr marL="218897" indent="-161282"/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WaitingWriters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=0; 	// Number of waiting writers</a:t>
            </a:r>
          </a:p>
          <a:p>
            <a:pPr marL="218897" indent="-161282"/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Condition </a:t>
            </a:r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canRead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 = NIL;</a:t>
            </a:r>
          </a:p>
          <a:p>
            <a:pPr marL="218897" indent="-161282"/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Condition </a:t>
            </a:r>
            <a:r>
              <a:rPr lang="en-US" altLang="en-US" sz="1800" dirty="0" err="1">
                <a:latin typeface="Courier" charset="0"/>
                <a:ea typeface="Courier" charset="0"/>
                <a:cs typeface="Courier" charset="0"/>
              </a:rPr>
              <a:t>canWrite</a:t>
            </a:r>
            <a:r>
              <a:rPr lang="en-US" altLang="en-US" sz="1800" dirty="0">
                <a:latin typeface="Courier" charset="0"/>
                <a:ea typeface="Courier" charset="0"/>
                <a:cs typeface="Courier" charset="0"/>
              </a:rPr>
              <a:t> = NIL;</a:t>
            </a:r>
          </a:p>
        </p:txBody>
      </p:sp>
    </p:spTree>
    <p:extLst>
      <p:ext uri="{BB962C8B-B14F-4D97-AF65-F5344CB8AC3E}">
        <p14:creationId xmlns:p14="http://schemas.microsoft.com/office/powerpoint/2010/main" val="16144616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50178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Monitor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ReadersNWriters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WaitingWriters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,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WaitingReaders,NReaders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,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NWriters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 Condition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CanRead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,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CanWrite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Void </a:t>
            </a:r>
            <a:r>
              <a:rPr lang="en-US" altLang="en-US" sz="1270" dirty="0" err="1">
                <a:solidFill>
                  <a:schemeClr val="accent2"/>
                </a:solidFill>
                <a:latin typeface="Courier New" charset="0"/>
              </a:rPr>
              <a:t>BeginWrite</a:t>
            </a: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      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if(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== 1 || 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NReaders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 ++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WaitingWriters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wait(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CanWrite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--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WaitingWriters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Void </a:t>
            </a:r>
            <a:r>
              <a:rPr lang="en-US" altLang="en-US" sz="1270" dirty="0" err="1">
                <a:solidFill>
                  <a:schemeClr val="accent2"/>
                </a:solidFill>
                <a:latin typeface="Courier New" charset="0"/>
              </a:rPr>
              <a:t>EndWrite</a:t>
            </a: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       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if(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WaitingReaders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 Signal(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CanRead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 Signal(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CanWrite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accent2"/>
                </a:solidFill>
                <a:latin typeface="Courier New" charset="0"/>
              </a:rPr>
              <a:t>  }</a:t>
            </a:r>
          </a:p>
        </p:txBody>
      </p:sp>
      <p:sp>
        <p:nvSpPr>
          <p:cNvPr id="50179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Void </a:t>
            </a:r>
            <a:r>
              <a:rPr lang="en-US" altLang="en-US" sz="1270" dirty="0" err="1">
                <a:solidFill>
                  <a:srgbClr val="CC3300"/>
                </a:solidFill>
                <a:latin typeface="Courier New" charset="0"/>
              </a:rPr>
              <a:t>BeginRead</a:t>
            </a: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     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if(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== 1 || 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WaitingWriters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++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WaitingReaders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Wait(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CanRead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	--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WaitingReaders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++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NReaders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Signal(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CanRead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Void </a:t>
            </a:r>
            <a:r>
              <a:rPr lang="en-US" altLang="en-US" sz="1270" dirty="0" err="1">
                <a:solidFill>
                  <a:srgbClr val="CC3300"/>
                </a:solidFill>
                <a:latin typeface="Courier New" charset="0"/>
              </a:rPr>
              <a:t>EndRead</a:t>
            </a: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      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if(--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NReaders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                Signal(</a:t>
            </a:r>
            <a:r>
              <a:rPr lang="en-US" altLang="en-US" sz="1270" dirty="0" err="1">
                <a:solidFill>
                  <a:schemeClr val="bg1"/>
                </a:solidFill>
                <a:latin typeface="Courier New" charset="0"/>
              </a:rPr>
              <a:t>CanWrite</a:t>
            </a:r>
            <a:r>
              <a:rPr lang="en-US" altLang="en-US" sz="1270" dirty="0">
                <a:solidFill>
                  <a:schemeClr val="bg1"/>
                </a:solidFill>
                <a:latin typeface="Courier New" charset="0"/>
              </a:rPr>
              <a:t>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bg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rgbClr val="CC33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90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52226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Monitor ReadersNWriters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int WaitingWriters, WaitingReaders,NReaders, NWriters;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Condition CanRead, CanWrite;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Void BeginWrite()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if(NWriters == 1 || NReaders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 ++WaitingWriters;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wait(CanWrite);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--WaitingWriters;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NWriters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Void EndWrite()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NWriters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if(WaitingReaders)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 Signal(CanRead);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 Signal(CanWrite);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}</a:t>
            </a:r>
          </a:p>
        </p:txBody>
      </p:sp>
      <p:sp>
        <p:nvSpPr>
          <p:cNvPr id="52227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Void BeginRead()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if(NWriters == 1 || WaitingWriters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++WaitingReaders;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Wait(CanRead);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	--WaitingReaders;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++NReaders;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Signal(CanRead);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Void EndRead()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if(</a:t>
            </a: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--NReaders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 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Signal(CanWrite);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bg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431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54274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Monitor ReadersNWriters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int WaitingWriters, WaitingReaders,NReaders, NWriters;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Condition CanRead, CanWrite;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Void BeginWrite()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if(NWriters == 1 || NReaders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 ++WaitingWriters;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wait(CanWrite);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--WaitingWriters;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NWriters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Void EndWrite()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NWriters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</a:t>
            </a: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if(WaitingReaders)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}</a:t>
            </a:r>
          </a:p>
        </p:txBody>
      </p:sp>
      <p:sp>
        <p:nvSpPr>
          <p:cNvPr id="54275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Void BeginRead()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</a:t>
            </a: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if(NWriters == 1 || WaitingWriters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++WaitingReaders;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      Wait(CanRead);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	--WaitingReaders;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++NReaders;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bg1"/>
                </a:solidFill>
                <a:latin typeface="Courier New" charset="0"/>
              </a:rPr>
              <a:t>       Signal(CanRead);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Void EndRead()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if(--NReaders 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46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56322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Monitor ReadersNWriters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int WaitingWriters, WaitingReaders,NReaders, NWriters;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Condition CanRead, CanWrite;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Void BeginWrite()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if(NWriters == 1 || NReaders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 ++WaitingWriters;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wait(CanWrite);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--WaitingWriters;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NWriters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Void EndWrite()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NWriters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if(WaitingReaders)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accent2"/>
                </a:solidFill>
                <a:latin typeface="Courier New" charset="0"/>
              </a:rPr>
              <a:t>  }</a:t>
            </a:r>
          </a:p>
        </p:txBody>
      </p:sp>
      <p:sp>
        <p:nvSpPr>
          <p:cNvPr id="56323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Void BeginRead()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if(NWriters == 1 || WaitingWriters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++WaitingReaders;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Wait(CanRead);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	        --WaitingReaders;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++NReaders;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Void EndRead()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if(--NReaders 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489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Understanding the Solution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52004" indent="-156963"/>
            <a:r>
              <a:rPr lang="en-US" altLang="en-US">
                <a:ea typeface="ＭＳ Ｐゴシック" charset="-128"/>
              </a:rPr>
              <a:t>A writer can enter if there are no other active writers and no readers are waiting</a:t>
            </a:r>
          </a:p>
        </p:txBody>
      </p:sp>
    </p:spTree>
    <p:extLst>
      <p:ext uri="{BB962C8B-B14F-4D97-AF65-F5344CB8AC3E}">
        <p14:creationId xmlns:p14="http://schemas.microsoft.com/office/powerpoint/2010/main" val="656117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60418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Monitor ReadersNWriters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int WaitingWriters, WaitingReaders,NReaders, NWriters;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Condition CanRead, CanWrite;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Void BeginWrite()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if(NWriters == 1 || NReaders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++WaitingWriters;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wait(CanWrite);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--WaitingWriters;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NWriters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Void EndWrite()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NWriters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if(WaitingReaders)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</p:txBody>
      </p:sp>
      <p:sp>
        <p:nvSpPr>
          <p:cNvPr id="60419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Void BeginRead()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if(NWriters == 1 || WaitingWriters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++WaitingReaders;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Wait(CanRead);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	        --WaitingReaders;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++NReaders;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Void EndRead()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if(--NReaders 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749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Understanding the Solution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52004" indent="-156963"/>
            <a:r>
              <a:rPr lang="en-US" altLang="en-US">
                <a:ea typeface="ＭＳ Ｐゴシック" charset="-128"/>
              </a:rPr>
              <a:t>A reader can enter if</a:t>
            </a:r>
          </a:p>
          <a:p>
            <a:pPr marL="676810" lvl="1" indent="-159843"/>
            <a:r>
              <a:rPr lang="en-US" altLang="en-US">
                <a:ea typeface="ＭＳ Ｐゴシック" charset="-128"/>
              </a:rPr>
              <a:t>There are no writers active or waiting</a:t>
            </a:r>
          </a:p>
          <a:p>
            <a:pPr marL="676810" lvl="1" indent="-159843"/>
            <a:endParaRPr lang="en-US" altLang="en-US">
              <a:ea typeface="ＭＳ Ｐゴシック" charset="-128"/>
            </a:endParaRPr>
          </a:p>
          <a:p>
            <a:pPr marL="252004" indent="-156963"/>
            <a:r>
              <a:rPr lang="en-US" altLang="en-US">
                <a:ea typeface="ＭＳ Ｐゴシック" charset="-128"/>
              </a:rPr>
              <a:t>So we can have many readers active all at once</a:t>
            </a:r>
          </a:p>
          <a:p>
            <a:pPr marL="252004" indent="-156963"/>
            <a:endParaRPr lang="en-US" altLang="en-US">
              <a:ea typeface="ＭＳ Ｐゴシック" charset="-128"/>
            </a:endParaRPr>
          </a:p>
          <a:p>
            <a:pPr marL="252004" indent="-156963"/>
            <a:r>
              <a:rPr lang="en-US" altLang="en-US">
                <a:ea typeface="ＭＳ Ｐゴシック" charset="-128"/>
              </a:rPr>
              <a:t>Otherwise, a reader waits (maybe many do)</a:t>
            </a:r>
          </a:p>
        </p:txBody>
      </p:sp>
    </p:spTree>
    <p:extLst>
      <p:ext uri="{BB962C8B-B14F-4D97-AF65-F5344CB8AC3E}">
        <p14:creationId xmlns:p14="http://schemas.microsoft.com/office/powerpoint/2010/main" val="2118365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64514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Monitor ReadersNWriters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int WaitingWriters, WaitingReaders,NReaders, NWriters;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Condition CanRead, CanWrite;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Void BeginWrite()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if(NWriters == 1 || NReaders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++WaitingWriters;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wait(CanWrite);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--WaitingWriters;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NWriters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Void EndWrite()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NWriters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if(WaitingReaders)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</p:txBody>
      </p:sp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Void BeginRead()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</a:t>
            </a: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if(NWriters == 1 || WaitingWriters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++WaitingReaders;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Wait(CanRead);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	        --WaitingReaders;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++NReaders;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</a:t>
            </a: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Void EndRead()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if(--NReaders 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975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Understanding the Solution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37941"/>
            <a:r>
              <a:rPr lang="en-US" altLang="en-US" dirty="0">
                <a:ea typeface="ＭＳ Ｐゴシック" charset="-128"/>
              </a:rPr>
              <a:t>When a writer finishes, it checks to see if any readers are waiting</a:t>
            </a:r>
          </a:p>
          <a:p>
            <a:pPr marL="859867" lvl="1" indent="-342900"/>
            <a:r>
              <a:rPr lang="en-US" altLang="en-US" dirty="0">
                <a:ea typeface="ＭＳ Ｐゴシック" charset="-128"/>
              </a:rPr>
              <a:t>If so, it lets one of them enter</a:t>
            </a:r>
          </a:p>
          <a:p>
            <a:pPr marL="859867" lvl="1" indent="-342900"/>
            <a:r>
              <a:rPr lang="en-US" altLang="en-US" dirty="0">
                <a:ea typeface="ＭＳ Ｐゴシック" charset="-128"/>
              </a:rPr>
              <a:t>That one will let the next one enter, and so on..</a:t>
            </a:r>
          </a:p>
          <a:p>
            <a:pPr marL="859867" lvl="1" indent="-342900"/>
            <a:endParaRPr lang="en-US" altLang="en-US" dirty="0">
              <a:ea typeface="ＭＳ Ｐゴシック" charset="-128"/>
            </a:endParaRPr>
          </a:p>
          <a:p>
            <a:pPr marL="437941"/>
            <a:r>
              <a:rPr lang="en-US" altLang="en-US" dirty="0">
                <a:ea typeface="ＭＳ Ｐゴシック" charset="-128"/>
              </a:rPr>
              <a:t>Similarly, when a reader finishes, if it was the last reader, it lets a writer in (if any is there)</a:t>
            </a:r>
          </a:p>
        </p:txBody>
      </p:sp>
    </p:spTree>
    <p:extLst>
      <p:ext uri="{BB962C8B-B14F-4D97-AF65-F5344CB8AC3E}">
        <p14:creationId xmlns:p14="http://schemas.microsoft.com/office/powerpoint/2010/main" val="1067592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Readers and Writers</a:t>
            </a:r>
          </a:p>
        </p:txBody>
      </p:sp>
      <p:sp>
        <p:nvSpPr>
          <p:cNvPr id="68610" name="Text Box 3"/>
          <p:cNvSpPr txBox="1">
            <a:spLocks noChangeArrowheads="1"/>
          </p:cNvSpPr>
          <p:nvPr/>
        </p:nvSpPr>
        <p:spPr bwMode="auto">
          <a:xfrm>
            <a:off x="79201" y="1165322"/>
            <a:ext cx="6359040" cy="4391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Monitor ReadersNWriters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int WaitingWriters, WaitingReaders,NReaders, NWriters;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Condition CanRead, CanWrite;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Void BeginWrite()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if(NWriters == 1 || NReaders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 ++WaitingWriters;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wait(CanWrite);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--WaitingWriters;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NWriters = 1;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Void EndWrite()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</a:t>
            </a: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NWriters = 0;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if(WaitingReaders)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else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</p:txBody>
      </p:sp>
      <p:sp>
        <p:nvSpPr>
          <p:cNvPr id="68611" name="Text Box 4"/>
          <p:cNvSpPr txBox="1">
            <a:spLocks noChangeArrowheads="1"/>
          </p:cNvSpPr>
          <p:nvPr/>
        </p:nvSpPr>
        <p:spPr bwMode="auto">
          <a:xfrm>
            <a:off x="4502881" y="1701001"/>
            <a:ext cx="5460480" cy="4001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Void BeginRead()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if(NWriters == 1 || WaitingWriters &gt;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++WaitingReaders;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     Wait(CanRead);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	        --WaitingReaders;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++NReaders;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notify(CanRead);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Void EndRead()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      </a:t>
            </a: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if(--NReaders == 0)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rgbClr val="CC3300"/>
                </a:solidFill>
                <a:latin typeface="Courier New" charset="0"/>
              </a:rPr>
              <a:t>              	notify(CanWrite);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rgbClr val="CC3300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>
                <a:solidFill>
                  <a:schemeClr val="tx1"/>
                </a:solidFill>
                <a:latin typeface="Courier New" charset="0"/>
              </a:rPr>
              <a:t>  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>
              <a:solidFill>
                <a:schemeClr val="tx1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6853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Understanding the Solution</a:t>
            </a:r>
          </a:p>
        </p:txBody>
      </p:sp>
      <p:sp>
        <p:nvSpPr>
          <p:cNvPr id="706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52004" indent="-156963"/>
            <a:r>
              <a:rPr lang="en-US" altLang="en-US">
                <a:ea typeface="ＭＳ Ｐゴシック" charset="-128"/>
              </a:rPr>
              <a:t>It wants to be fair</a:t>
            </a:r>
          </a:p>
          <a:p>
            <a:pPr marL="676810" lvl="1" indent="-159843"/>
            <a:r>
              <a:rPr lang="en-US" altLang="en-US">
                <a:ea typeface="ＭＳ Ｐゴシック" charset="-128"/>
              </a:rPr>
              <a:t>If a writer is waiting, readers queue up</a:t>
            </a:r>
          </a:p>
          <a:p>
            <a:pPr marL="676810" lvl="1" indent="-159843"/>
            <a:r>
              <a:rPr lang="en-US" altLang="en-US">
                <a:ea typeface="ＭＳ Ｐゴシック" charset="-128"/>
              </a:rPr>
              <a:t>If a reader (or another writer) is active or waiting, writers queue up</a:t>
            </a:r>
          </a:p>
          <a:p>
            <a:pPr marL="676810" lvl="1" indent="-159843"/>
            <a:endParaRPr lang="en-US" altLang="en-US">
              <a:ea typeface="ＭＳ Ｐゴシック" charset="-128"/>
            </a:endParaRPr>
          </a:p>
          <a:p>
            <a:pPr marL="676810" lvl="1" indent="-159843"/>
            <a:r>
              <a:rPr lang="en-US" altLang="en-US">
                <a:ea typeface="ＭＳ Ｐゴシック" charset="-128"/>
              </a:rPr>
              <a:t>… this is mostly fair, although once it lets a reader in, it lets ALL waiting readers in all at once, even if some showed up “after” other waiting writers</a:t>
            </a:r>
          </a:p>
        </p:txBody>
      </p:sp>
    </p:spTree>
    <p:extLst>
      <p:ext uri="{BB962C8B-B14F-4D97-AF65-F5344CB8AC3E}">
        <p14:creationId xmlns:p14="http://schemas.microsoft.com/office/powerpoint/2010/main" val="1990720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Monitors, CV’s versus Semaphores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Condition variables != semaphores</a:t>
            </a:r>
          </a:p>
          <a:p>
            <a:pPr lvl="1"/>
            <a:r>
              <a:rPr lang="en-US" dirty="0"/>
              <a:t>But they can be used to implement each other</a:t>
            </a:r>
          </a:p>
          <a:p>
            <a:r>
              <a:rPr lang="en-US" dirty="0"/>
              <a:t>Access to the monitor is controlled by a lock</a:t>
            </a:r>
          </a:p>
          <a:p>
            <a:pPr lvl="1"/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wait() </a:t>
            </a:r>
            <a:r>
              <a:rPr lang="en-US" dirty="0"/>
              <a:t>blocks the calling thread, and gives up the lock</a:t>
            </a:r>
          </a:p>
          <a:p>
            <a:pPr lvl="2"/>
            <a:r>
              <a:rPr lang="en-US" dirty="0"/>
              <a:t>Monitor: To call wait, the thread has to be in the monitor (hence has lock)</a:t>
            </a:r>
          </a:p>
          <a:p>
            <a:pPr lvl="2"/>
            <a:r>
              <a:rPr lang="en-US" dirty="0"/>
              <a:t>Semaphore: wait just blocks the thread on the queue</a:t>
            </a:r>
          </a:p>
          <a:p>
            <a:pPr lvl="1"/>
            <a:r>
              <a:rPr lang="en-US" dirty="0"/>
              <a:t> 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signal()</a:t>
            </a:r>
            <a:r>
              <a:rPr lang="en-US" dirty="0"/>
              <a:t> causes a waiting thread to wake up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Monitor: If there is no waiting thread, the signal is lost </a:t>
            </a:r>
          </a:p>
          <a:p>
            <a:pPr lvl="2"/>
            <a:r>
              <a:rPr lang="en-US" dirty="0"/>
              <a:t>Semaphore: signal increases the semaphore count, allowing future entry even if no thread is waiting</a:t>
            </a:r>
          </a:p>
          <a:p>
            <a:pPr lvl="2"/>
            <a:r>
              <a:rPr lang="en-US" dirty="0"/>
              <a:t>Condition variables have no history</a:t>
            </a:r>
          </a:p>
        </p:txBody>
      </p:sp>
    </p:spTree>
    <p:extLst>
      <p:ext uri="{BB962C8B-B14F-4D97-AF65-F5344CB8AC3E}">
        <p14:creationId xmlns:p14="http://schemas.microsoft.com/office/powerpoint/2010/main" val="884296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323379" cy="49720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Every object is/has a monitor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At most one thread can be inside an object’s monitor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 thread enters an object’s monitor by 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Executing a method declared “synchronized” </a:t>
            </a:r>
          </a:p>
          <a:p>
            <a:pPr lvl="3">
              <a:lnSpc>
                <a:spcPct val="120000"/>
              </a:lnSpc>
            </a:pPr>
            <a:r>
              <a:rPr lang="en-US" dirty="0"/>
              <a:t>Can mix synchronized/unsynchronized methods in same class</a:t>
            </a:r>
          </a:p>
          <a:p>
            <a:pPr lvl="2">
              <a:lnSpc>
                <a:spcPct val="120000"/>
              </a:lnSpc>
            </a:pPr>
            <a:r>
              <a:rPr lang="en-US" dirty="0"/>
              <a:t>Executing the body of a “synchronized” statement </a:t>
            </a:r>
          </a:p>
          <a:p>
            <a:pPr>
              <a:lnSpc>
                <a:spcPct val="120000"/>
              </a:lnSpc>
            </a:pPr>
            <a:r>
              <a:rPr lang="en-US" dirty="0"/>
              <a:t>Every object can be treated as a condition variable </a:t>
            </a:r>
          </a:p>
          <a:p>
            <a:pPr lvl="2">
              <a:lnSpc>
                <a:spcPct val="120000"/>
              </a:lnSpc>
            </a:pP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wait()</a:t>
            </a:r>
            <a:r>
              <a:rPr lang="en-US" dirty="0"/>
              <a:t> :  the current thread is suspended</a:t>
            </a:r>
          </a:p>
          <a:p>
            <a:pPr lvl="2">
              <a:lnSpc>
                <a:spcPct val="120000"/>
              </a:lnSpc>
            </a:pP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notify() </a:t>
            </a:r>
            <a:r>
              <a:rPr lang="en-US" dirty="0"/>
              <a:t>: notifies an arbitrary thread (T) from the wait list. </a:t>
            </a:r>
          </a:p>
          <a:p>
            <a:pPr lvl="3">
              <a:lnSpc>
                <a:spcPct val="120000"/>
              </a:lnSpc>
            </a:pPr>
            <a:r>
              <a:rPr lang="en-US" dirty="0"/>
              <a:t>T must re- obtain the synchronization lock for the target object, which will always cause it to block at least until the thread calling </a:t>
            </a:r>
            <a:r>
              <a:rPr lang="en-US" b="1" dirty="0"/>
              <a:t>notify</a:t>
            </a:r>
            <a:r>
              <a:rPr lang="en-US" dirty="0"/>
              <a:t> releases the lock. </a:t>
            </a:r>
          </a:p>
          <a:p>
            <a:pPr lvl="3">
              <a:lnSpc>
                <a:spcPct val="120000"/>
              </a:lnSpc>
            </a:pPr>
            <a:r>
              <a:rPr lang="en-US" dirty="0"/>
              <a:t>It will continue to block if some other thread obtains the lock first.</a:t>
            </a:r>
          </a:p>
          <a:p>
            <a:pPr lvl="2">
              <a:lnSpc>
                <a:spcPct val="120000"/>
              </a:lnSpc>
            </a:pP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notifyAll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()</a:t>
            </a:r>
            <a:r>
              <a:rPr lang="en-US" dirty="0">
                <a:ea typeface="Courier" charset="0"/>
                <a:cs typeface="Courier" charset="0"/>
              </a:rPr>
              <a:t> :</a:t>
            </a:r>
            <a:r>
              <a:rPr lang="en-US" dirty="0"/>
              <a:t> notify all the suspended threads. </a:t>
            </a:r>
          </a:p>
        </p:txBody>
      </p:sp>
    </p:spTree>
    <p:extLst>
      <p:ext uri="{BB962C8B-B14F-4D97-AF65-F5344CB8AC3E}">
        <p14:creationId xmlns:p14="http://schemas.microsoft.com/office/powerpoint/2010/main" val="1062947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en-US" dirty="0">
                <a:ea typeface="ＭＳ Ｐゴシック" charset="-128"/>
              </a:rPr>
              <a:t>Monitors in Java - 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6874" y="4750421"/>
            <a:ext cx="8583839" cy="190058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b="0" dirty="0"/>
              <a:t>When Thread B calls 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increment() </a:t>
            </a:r>
            <a:r>
              <a:rPr lang="en-US" b="0" dirty="0"/>
              <a:t>while Thread A is executing </a:t>
            </a:r>
            <a:r>
              <a:rPr lang="en-US" dirty="0">
                <a:latin typeface="Courier" charset="0"/>
                <a:ea typeface="Courier" charset="0"/>
                <a:cs typeface="Courier" charset="0"/>
              </a:rPr>
              <a:t>increment()</a:t>
            </a:r>
            <a:r>
              <a:rPr lang="en-US" b="0" dirty="0"/>
              <a:t>, it will blocked until Thread B exits the monitor.</a:t>
            </a:r>
          </a:p>
          <a:p>
            <a:pPr>
              <a:lnSpc>
                <a:spcPct val="120000"/>
              </a:lnSpc>
            </a:pPr>
            <a:r>
              <a:rPr lang="en-US" b="0" dirty="0"/>
              <a:t>A synchronized method is not the equivalent of a critical section!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The synchronization is associated with the object instances, not the code. </a:t>
            </a:r>
          </a:p>
          <a:p>
            <a:pPr lvl="1">
              <a:lnSpc>
                <a:spcPct val="120000"/>
              </a:lnSpc>
            </a:pPr>
            <a:r>
              <a:rPr lang="en-US" b="0" dirty="0"/>
              <a:t>Hence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c.increment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() </a:t>
            </a:r>
            <a:r>
              <a:rPr lang="en-US" b="0" dirty="0"/>
              <a:t>can be executed simultaneously with </a:t>
            </a:r>
            <a:r>
              <a:rPr lang="en-US" b="1" dirty="0" err="1">
                <a:latin typeface="Courier" charset="0"/>
                <a:ea typeface="Courier" charset="0"/>
                <a:cs typeface="Courier" charset="0"/>
              </a:rPr>
              <a:t>d.increment</a:t>
            </a:r>
            <a:r>
              <a:rPr lang="en-US" b="1" dirty="0">
                <a:latin typeface="Courier" charset="0"/>
                <a:ea typeface="Courier" charset="0"/>
                <a:cs typeface="Courier" charset="0"/>
              </a:rPr>
              <a:t>().</a:t>
            </a:r>
          </a:p>
          <a:p>
            <a:pPr>
              <a:lnSpc>
                <a:spcPct val="120000"/>
              </a:lnSpc>
            </a:pPr>
            <a:endParaRPr lang="en-US" b="0" dirty="0"/>
          </a:p>
        </p:txBody>
      </p:sp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1885698" y="1235629"/>
            <a:ext cx="5418350" cy="2246757"/>
          </a:xfrm>
          <a:prstGeom prst="rect">
            <a:avLst/>
          </a:prstGeom>
          <a:solidFill>
            <a:srgbClr val="F6F5BD"/>
          </a:solidFill>
          <a:ln>
            <a:solidFill>
              <a:srgbClr val="000000"/>
            </a:solidFill>
          </a:ln>
        </p:spPr>
        <p:txBody>
          <a:bodyPr wrap="square"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class Counter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	private </a:t>
            </a:r>
            <a:r>
              <a:rPr lang="en-US" altLang="en-US" sz="14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 count = 0;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	public void </a:t>
            </a:r>
            <a:r>
              <a:rPr lang="en-US" altLang="en-US" sz="1400" dirty="0">
                <a:solidFill>
                  <a:schemeClr val="accent2"/>
                </a:solidFill>
                <a:latin typeface="Courier New" charset="0"/>
              </a:rPr>
              <a:t>synchronized</a:t>
            </a: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 increment()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	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4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 n = count;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		count = n+1;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charset="0"/>
              </a:rPr>
              <a:t>Counter c, d; /* shared objects */</a:t>
            </a:r>
            <a:endParaRPr lang="en-US" altLang="en-US" sz="1400" dirty="0">
              <a:solidFill>
                <a:schemeClr val="accent2"/>
              </a:solidFill>
              <a:latin typeface="Courier New" charset="0"/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254241" y="3827893"/>
            <a:ext cx="2903040" cy="812342"/>
          </a:xfrm>
          <a:prstGeom prst="rect">
            <a:avLst/>
          </a:prstGeom>
          <a:solidFill>
            <a:srgbClr val="F6F5BD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is-IS" altLang="en-US" sz="1451" dirty="0">
                <a:latin typeface="Courier New" charset="0"/>
              </a:rPr>
              <a:t>…</a:t>
            </a:r>
            <a:endParaRPr lang="en-US" altLang="en-US" sz="1451" dirty="0">
              <a:latin typeface="Courier New" charset="0"/>
            </a:endParaRP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51" dirty="0" err="1">
                <a:latin typeface="Courier New" charset="0"/>
              </a:rPr>
              <a:t>c.increment</a:t>
            </a:r>
            <a:r>
              <a:rPr lang="en-US" altLang="en-US" sz="1451" dirty="0">
                <a:latin typeface="Courier New" charset="0"/>
              </a:rPr>
              <a:t>();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is-IS" altLang="en-US" sz="1451" dirty="0">
                <a:latin typeface="Courier New" charset="0"/>
              </a:rPr>
              <a:t>…</a:t>
            </a:r>
            <a:endParaRPr lang="en-GB" altLang="en-US" sz="1451" dirty="0">
              <a:latin typeface="Courier New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986721" y="3814584"/>
            <a:ext cx="2903040" cy="812342"/>
          </a:xfrm>
          <a:prstGeom prst="rect">
            <a:avLst/>
          </a:prstGeom>
          <a:solidFill>
            <a:srgbClr val="F1C7C7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lIns="41472" tIns="42452" rIns="41472" bIns="42452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is-IS" altLang="en-US" sz="1451" dirty="0">
                <a:latin typeface="Courier New" charset="0"/>
              </a:rPr>
              <a:t>…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GB" altLang="en-US" sz="1451" dirty="0" err="1">
                <a:latin typeface="Courier New" charset="0"/>
              </a:rPr>
              <a:t>c.increment</a:t>
            </a:r>
            <a:r>
              <a:rPr lang="en-GB" altLang="en-US" sz="1451" dirty="0">
                <a:latin typeface="Courier New" charset="0"/>
              </a:rPr>
              <a:t>();</a:t>
            </a:r>
          </a:p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is-IS" altLang="en-US" sz="1451" dirty="0">
                <a:latin typeface="Courier New" charset="0"/>
              </a:rPr>
              <a:t>…</a:t>
            </a:r>
            <a:endParaRPr lang="en-GB" altLang="en-US" sz="1451" dirty="0">
              <a:latin typeface="Courier New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54241" y="3552445"/>
            <a:ext cx="1813536" cy="27544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429" tIns="45714" rIns="91429" bIns="45714" anchor="ctr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MS Gothic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i="1">
                <a:solidFill>
                  <a:srgbClr val="2300DC"/>
                </a:solidFill>
                <a:latin typeface="Arial" charset="0"/>
                <a:ea typeface="MS Gothic" charset="-128"/>
                <a:cs typeface="MS Gothic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00" dirty="0">
                <a:latin typeface="Courier New" charset="0"/>
              </a:rPr>
              <a:t>Thread A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986721" y="3552445"/>
            <a:ext cx="1813536" cy="275448"/>
          </a:xfrm>
          <a:prstGeom prst="rect">
            <a:avLst/>
          </a:prstGeom>
          <a:solidFill>
            <a:srgbClr val="F1C7C7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1429" tIns="45714" rIns="91429" bIns="45714" anchor="ctr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  <a:cs typeface="MS Gothic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i="1">
                <a:solidFill>
                  <a:srgbClr val="2300DC"/>
                </a:solidFill>
                <a:latin typeface="Arial" charset="0"/>
                <a:ea typeface="MS Gothic" charset="-128"/>
                <a:cs typeface="MS Gothic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tabLst>
                <a:tab pos="287338" algn="l"/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  <a:tab pos="9410700" algn="l"/>
              </a:tabLst>
              <a:defRPr sz="2000">
                <a:solidFill>
                  <a:srgbClr val="000000"/>
                </a:solidFill>
                <a:latin typeface="Arial" charset="0"/>
                <a:ea typeface="MS Gothic" charset="-128"/>
                <a:cs typeface="MS Gothic" charset="-128"/>
              </a:defRPr>
            </a:lvl9pPr>
          </a:lstStyle>
          <a:p>
            <a:pPr eaLnBrk="1">
              <a:lnSpc>
                <a:spcPct val="80000"/>
              </a:lnSpc>
              <a:spcBef>
                <a:spcPts val="68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1400" dirty="0">
                <a:latin typeface="Courier New" charset="0"/>
              </a:rPr>
              <a:t>Thread B</a:t>
            </a:r>
          </a:p>
        </p:txBody>
      </p:sp>
    </p:spTree>
    <p:extLst>
      <p:ext uri="{BB962C8B-B14F-4D97-AF65-F5344CB8AC3E}">
        <p14:creationId xmlns:p14="http://schemas.microsoft.com/office/powerpoint/2010/main" val="1159526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Producer/Consumer in Java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91795" y="1041035"/>
            <a:ext cx="8284214" cy="5632299"/>
          </a:xfrm>
          <a:prstGeom prst="rect">
            <a:avLst/>
          </a:prstGeom>
          <a:solidFill>
            <a:srgbClr val="F6F5BD"/>
          </a:solidFill>
          <a:ln>
            <a:solidFill>
              <a:srgbClr val="000000"/>
            </a:solidFill>
          </a:ln>
        </p:spPr>
        <p:txBody>
          <a:bodyPr wrap="square"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class Buffer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private char [] buffer;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private 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 count = 0, in = 0, out = 0;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Buffer(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 size)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buffer = new char[size];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public </a:t>
            </a:r>
            <a:r>
              <a:rPr lang="en-US" altLang="en-US" sz="1200" dirty="0">
                <a:solidFill>
                  <a:schemeClr val="accent2"/>
                </a:solidFill>
                <a:latin typeface="Courier New" charset="0"/>
              </a:rPr>
              <a:t>synchronized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 void insert(char c)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while(count == 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buffer.length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	try { </a:t>
            </a:r>
            <a:r>
              <a:rPr lang="en-US" altLang="en-US" sz="1200" dirty="0">
                <a:solidFill>
                  <a:schemeClr val="accent2"/>
                </a:solidFill>
                <a:latin typeface="Courier New" charset="0"/>
              </a:rPr>
              <a:t>wait(); 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	catch (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InterruptedException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 e) { 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	finally { 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("Producing " + c + " ...");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buffer[in] = c;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in = (in + 1) % 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buffer.length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; count++;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00" dirty="0">
                <a:solidFill>
                  <a:schemeClr val="accent2"/>
                </a:solidFill>
                <a:latin typeface="Courier New" charset="0"/>
              </a:rPr>
              <a:t>notify();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public </a:t>
            </a:r>
            <a:r>
              <a:rPr lang="en-US" altLang="en-US" sz="1200" dirty="0">
                <a:solidFill>
                  <a:schemeClr val="accent2"/>
                </a:solidFill>
                <a:latin typeface="Courier New" charset="0"/>
              </a:rPr>
              <a:t>synchronized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 char remove()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while (count == 0) {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	try { </a:t>
            </a:r>
            <a:r>
              <a:rPr lang="en-US" altLang="en-US" sz="1200" dirty="0">
                <a:solidFill>
                  <a:schemeClr val="accent2"/>
                </a:solidFill>
                <a:latin typeface="Courier New" charset="0"/>
              </a:rPr>
              <a:t>wait(); 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	catch (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InterruptedException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 e) { 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	finally { 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char c = buffer[out];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out = (out + 1) % 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buffer.length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; count--;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00" dirty="0" err="1">
                <a:solidFill>
                  <a:schemeClr val="tx1"/>
                </a:solidFill>
                <a:latin typeface="Courier New" charset="0"/>
              </a:rPr>
              <a:t>System.out.println</a:t>
            </a: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("Consuming " + c + " ...");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00" dirty="0">
                <a:solidFill>
                  <a:schemeClr val="accent2"/>
                </a:solidFill>
                <a:latin typeface="Courier New" charset="0"/>
              </a:rPr>
              <a:t>notify();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	return c;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	}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  <a:latin typeface="Courier New" charset="0"/>
              </a:rPr>
              <a:t>}</a:t>
            </a:r>
            <a:endParaRPr lang="en-US" altLang="en-US" sz="1200" dirty="0">
              <a:solidFill>
                <a:schemeClr val="accent2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557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 and CV’s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379135" cy="5339808"/>
          </a:xfrm>
        </p:spPr>
        <p:txBody>
          <a:bodyPr/>
          <a:lstStyle/>
          <a:p>
            <a:r>
              <a:rPr lang="en-US" dirty="0"/>
              <a:t>Monitors are not provided</a:t>
            </a:r>
          </a:p>
          <a:p>
            <a:pPr lvl="1"/>
            <a:r>
              <a:rPr lang="en-US" dirty="0"/>
              <a:t>But are implementable easily</a:t>
            </a:r>
          </a:p>
          <a:p>
            <a:r>
              <a:rPr lang="en-US" dirty="0"/>
              <a:t>Condition Variables are provided</a:t>
            </a: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 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 = PTHREAD_COND_INITIALIZER;</a:t>
            </a: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pthread_cond_init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pthread_condattr_t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cond_attr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pthread_cond_signal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lvl="2"/>
            <a:r>
              <a:rPr lang="en-US" sz="1400" b="1" dirty="0">
                <a:latin typeface="Calibri" charset="0"/>
                <a:ea typeface="Calibri" charset="0"/>
                <a:cs typeface="Calibri" charset="0"/>
              </a:rPr>
              <a:t>a.k.a. 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notify() </a:t>
            </a:r>
            <a:r>
              <a:rPr lang="en-US" sz="1400" b="1" dirty="0">
                <a:latin typeface="Calibri" charset="0"/>
                <a:ea typeface="Calibri" charset="0"/>
                <a:cs typeface="Calibri" charset="0"/>
              </a:rPr>
              <a:t>in Java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.</a:t>
            </a: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pthread_cond_broadcast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lvl="2"/>
            <a:r>
              <a:rPr lang="en-US" sz="1400" b="1" dirty="0">
                <a:latin typeface="Calibri" charset="0"/>
                <a:ea typeface="Calibri" charset="0"/>
                <a:cs typeface="Calibri" charset="0"/>
              </a:rPr>
              <a:t>a.k.a.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notifyAll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() </a:t>
            </a:r>
            <a:r>
              <a:rPr lang="en-US" sz="1400" b="1" dirty="0">
                <a:latin typeface="Calibri" charset="0"/>
                <a:ea typeface="Calibri" charset="0"/>
                <a:cs typeface="Calibri" charset="0"/>
              </a:rPr>
              <a:t>in Java.</a:t>
            </a: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pthread_cond_wait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pthread_mutex_t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mutex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lvl="1"/>
            <a:endParaRPr lang="en-US" sz="1400" b="1" dirty="0">
              <a:latin typeface="Courier" charset="0"/>
              <a:ea typeface="Courier" charset="0"/>
              <a:cs typeface="Courier" charset="0"/>
            </a:endParaRP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solidFill>
                  <a:schemeClr val="accent2"/>
                </a:solidFill>
                <a:latin typeface="Courier" charset="0"/>
                <a:ea typeface="Courier" charset="0"/>
                <a:cs typeface="Courier" charset="0"/>
              </a:rPr>
              <a:t>pthread_cond_timedwait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pthread_mutex_t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mutex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const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struct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timespec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abstime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lvl="2"/>
            <a:r>
              <a:rPr lang="en-US" sz="1400" dirty="0"/>
              <a:t>If </a:t>
            </a:r>
            <a:r>
              <a:rPr lang="en-US" sz="1400" i="1" dirty="0" err="1"/>
              <a:t>cond</a:t>
            </a:r>
            <a:r>
              <a:rPr lang="en-US" sz="1400" dirty="0"/>
              <a:t> has not been signaled within the amount of time specified by </a:t>
            </a:r>
            <a:r>
              <a:rPr lang="en-US" sz="1400" i="1" dirty="0" err="1"/>
              <a:t>abstime</a:t>
            </a:r>
            <a:r>
              <a:rPr lang="en-US" sz="1400" dirty="0"/>
              <a:t>, the </a:t>
            </a:r>
            <a:r>
              <a:rPr lang="en-US" sz="1400" dirty="0" err="1"/>
              <a:t>mutex</a:t>
            </a:r>
            <a:r>
              <a:rPr lang="en-US" sz="1400" dirty="0"/>
              <a:t> </a:t>
            </a:r>
            <a:r>
              <a:rPr lang="en-US" sz="1400" i="1" dirty="0" err="1"/>
              <a:t>mutex</a:t>
            </a:r>
            <a:r>
              <a:rPr lang="en-US" sz="1400" dirty="0"/>
              <a:t> is re-acquired and </a:t>
            </a:r>
            <a:r>
              <a:rPr lang="en-US" sz="1400" b="1" dirty="0" err="1"/>
              <a:t>pthread_cond_timedwait</a:t>
            </a:r>
            <a:r>
              <a:rPr lang="en-US" sz="1400" dirty="0"/>
              <a:t> returns the error </a:t>
            </a:r>
            <a:r>
              <a:rPr lang="en-US" sz="1400" b="1" dirty="0"/>
              <a:t>ETIMEDOUT.</a:t>
            </a:r>
            <a:endParaRPr lang="en-US" sz="1400" b="1" dirty="0">
              <a:latin typeface="Courier" charset="0"/>
              <a:ea typeface="Courier" charset="0"/>
              <a:cs typeface="Courier" charset="0"/>
            </a:endParaRPr>
          </a:p>
          <a:p>
            <a:pPr lvl="1"/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int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pthread_cond_destroy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(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pthread_cond_t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 *</a:t>
            </a:r>
            <a:r>
              <a:rPr lang="en-US" sz="1400" b="1" dirty="0" err="1">
                <a:latin typeface="Courier" charset="0"/>
                <a:ea typeface="Courier" charset="0"/>
                <a:cs typeface="Courier" charset="0"/>
              </a:rPr>
              <a:t>cond</a:t>
            </a:r>
            <a:r>
              <a:rPr lang="en-US" sz="1400" b="1" dirty="0">
                <a:latin typeface="Courier" charset="0"/>
                <a:ea typeface="Courier" charset="0"/>
                <a:cs typeface="Courier" charset="0"/>
              </a:rPr>
              <a:t>);</a:t>
            </a:r>
          </a:p>
          <a:p>
            <a:pPr lvl="2"/>
            <a:r>
              <a:rPr lang="en-US" sz="1400" dirty="0"/>
              <a:t>No threads must be waiting on the condition variable.</a:t>
            </a:r>
            <a:endParaRPr lang="en-US" sz="1400" b="1" dirty="0">
              <a:latin typeface="Courier" charset="0"/>
              <a:ea typeface="Courier" charset="0"/>
              <a:cs typeface="Courier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0198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FBB9-169E-BFE7-FE01-F67AFB76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018" y="435678"/>
            <a:ext cx="8535522" cy="762000"/>
          </a:xfrm>
        </p:spPr>
        <p:txBody>
          <a:bodyPr/>
          <a:lstStyle/>
          <a:p>
            <a:r>
              <a:rPr lang="tr-TR" dirty="0" err="1"/>
              <a:t>Constructing</a:t>
            </a:r>
            <a:r>
              <a:rPr lang="tr-TR" dirty="0"/>
              <a:t> </a:t>
            </a:r>
            <a:r>
              <a:rPr lang="tr-TR" dirty="0" err="1"/>
              <a:t>Mutex</a:t>
            </a:r>
            <a:r>
              <a:rPr lang="tr-TR" dirty="0"/>
              <a:t>/</a:t>
            </a:r>
            <a:r>
              <a:rPr lang="tr-TR" dirty="0" err="1"/>
              <a:t>Semaphore</a:t>
            </a:r>
            <a:r>
              <a:rPr lang="tr-TR" dirty="0"/>
              <a:t>/</a:t>
            </a:r>
            <a:r>
              <a:rPr lang="tr-TR" dirty="0" err="1"/>
              <a:t>Monitors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C459-2F9F-794F-5E3B-061DC34A4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/>
              <a:t>Mutex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Semaphore</a:t>
            </a:r>
            <a:r>
              <a:rPr lang="tr-TR" dirty="0"/>
              <a:t>?</a:t>
            </a:r>
          </a:p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/>
              <a:t>Mutex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Monitor</a:t>
            </a:r>
            <a:r>
              <a:rPr lang="tr-TR" dirty="0"/>
              <a:t>/CV?</a:t>
            </a:r>
          </a:p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/>
              <a:t>Semaphore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a </a:t>
            </a:r>
            <a:r>
              <a:rPr lang="tr-TR" dirty="0" err="1"/>
              <a:t>Monitor</a:t>
            </a:r>
            <a:r>
              <a:rPr lang="tr-TR" dirty="0"/>
              <a:t>/CV?</a:t>
            </a:r>
          </a:p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/>
              <a:t>Monitor</a:t>
            </a:r>
            <a:r>
              <a:rPr lang="tr-TR" dirty="0"/>
              <a:t>/CV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Semaphores</a:t>
            </a:r>
            <a:r>
              <a:rPr lang="tr-TR" dirty="0"/>
              <a:t>?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722591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C6E9-41E4-5CA0-CFCC-9614FEA4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>
                <a:solidFill>
                  <a:srgbClr val="FF0000"/>
                </a:solidFill>
              </a:rPr>
              <a:t>Monitor</a:t>
            </a:r>
            <a:r>
              <a:rPr lang="tr-TR" dirty="0">
                <a:solidFill>
                  <a:srgbClr val="FF0000"/>
                </a:solidFill>
              </a:rPr>
              <a:t>/CV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>
                <a:solidFill>
                  <a:srgbClr val="0070C0"/>
                </a:solidFill>
              </a:rPr>
              <a:t>Semaphores</a:t>
            </a:r>
            <a:r>
              <a:rPr lang="tr-TR" dirty="0"/>
              <a:t>?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F339F-5D3A-E699-F20F-8FEE1FEB1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The locking aspect is easy: Just use a mutex</a:t>
            </a:r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Can we implement condition variables this way?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dirty="0">
                <a:latin typeface="Courier New" panose="02070309020205020404" pitchFamily="49" charset="0"/>
              </a:rPr>
              <a:t>	</a:t>
            </a:r>
            <a:r>
              <a:rPr lang="en-GB" altLang="en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wait</a:t>
            </a:r>
            <a:r>
              <a:rPr lang="en-GB" altLang="en-TR" sz="1800" b="1" dirty="0">
                <a:latin typeface="Courier New" panose="02070309020205020404" pitchFamily="49" charset="0"/>
              </a:rPr>
              <a:t>()</a:t>
            </a:r>
            <a:r>
              <a:rPr lang="en-GB" altLang="en-TR" sz="1800" dirty="0">
                <a:latin typeface="Courier New" panose="02070309020205020404" pitchFamily="49" charset="0"/>
              </a:rPr>
              <a:t>   </a:t>
            </a:r>
            <a:r>
              <a:rPr lang="en-GB" altLang="en-TR" sz="1800" b="1" dirty="0">
                <a:latin typeface="Courier New" panose="02070309020205020404" pitchFamily="49" charset="0"/>
              </a:rPr>
              <a:t>{ 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		wait</a:t>
            </a:r>
            <a:r>
              <a:rPr lang="en-GB" altLang="en-TR" sz="1800" b="1" dirty="0">
                <a:latin typeface="Courier New" panose="02070309020205020404" pitchFamily="49" charset="0"/>
              </a:rPr>
              <a:t>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sem</a:t>
            </a:r>
            <a:r>
              <a:rPr lang="en-GB" altLang="en-TR" sz="1800" b="1" dirty="0">
                <a:latin typeface="Courier New" panose="02070309020205020404" pitchFamily="49" charset="0"/>
              </a:rPr>
              <a:t>); 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b="1" dirty="0">
                <a:latin typeface="Courier New" panose="02070309020205020404" pitchFamily="49" charset="0"/>
              </a:rPr>
              <a:t>	}</a:t>
            </a:r>
            <a:endParaRPr lang="en-GB" altLang="en-TR" sz="1800" dirty="0">
              <a:latin typeface="Courier New" panose="02070309020205020404" pitchFamily="49" charset="0"/>
            </a:endParaRP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  notify</a:t>
            </a:r>
            <a:r>
              <a:rPr lang="en-GB" altLang="en-TR" sz="1800" b="1" dirty="0">
                <a:latin typeface="Courier New" panose="02070309020205020404" pitchFamily="49" charset="0"/>
              </a:rPr>
              <a:t>() { 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		signal</a:t>
            </a:r>
            <a:r>
              <a:rPr lang="en-GB" altLang="en-TR" sz="1800" b="1" dirty="0">
                <a:latin typeface="Courier New" panose="02070309020205020404" pitchFamily="49" charset="0"/>
              </a:rPr>
              <a:t>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sem</a:t>
            </a:r>
            <a:r>
              <a:rPr lang="en-GB" altLang="en-TR" sz="1800" b="1" dirty="0">
                <a:latin typeface="Courier New" panose="02070309020205020404" pitchFamily="49" charset="0"/>
              </a:rPr>
              <a:t>); 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b="1" dirty="0">
                <a:latin typeface="Courier New" panose="02070309020205020404" pitchFamily="49" charset="0"/>
              </a:rPr>
              <a:t> }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Doesn’t work: </a:t>
            </a:r>
            <a:r>
              <a:rPr lang="en-GB" altLang="en-TR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wait() </a:t>
            </a:r>
            <a:r>
              <a:rPr lang="en-GB" altLang="en-TR" dirty="0"/>
              <a:t>may sleep with the lock held</a:t>
            </a:r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endParaRPr lang="en-GB" altLang="en-TR" dirty="0"/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Does this work better?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dirty="0">
                <a:latin typeface="Courier New" panose="02070309020205020404" pitchFamily="49" charset="0"/>
              </a:rPr>
              <a:t>	</a:t>
            </a:r>
            <a:r>
              <a:rPr lang="en-GB" altLang="en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wait</a:t>
            </a:r>
            <a:r>
              <a:rPr lang="en-GB" altLang="en-TR" sz="1800" b="1" dirty="0">
                <a:latin typeface="Courier New" panose="02070309020205020404" pitchFamily="49" charset="0"/>
              </a:rPr>
              <a:t>() {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   </a:t>
            </a: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signal</a:t>
            </a:r>
            <a:r>
              <a:rPr lang="en-GB" altLang="en-TR" sz="1800" b="1" dirty="0">
                <a:latin typeface="Courier New" panose="02070309020205020404" pitchFamily="49" charset="0"/>
              </a:rPr>
              <a:t>(mutex);      // Release mutex lock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   </a:t>
            </a: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wait</a:t>
            </a:r>
            <a:r>
              <a:rPr lang="en-GB" altLang="en-TR" sz="1800" b="1" dirty="0">
                <a:latin typeface="Courier New" panose="02070309020205020404" pitchFamily="49" charset="0"/>
              </a:rPr>
              <a:t>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x_sem</a:t>
            </a:r>
            <a:r>
              <a:rPr lang="en-GB" altLang="en-TR" sz="1800" b="1" dirty="0">
                <a:latin typeface="Courier New" panose="02070309020205020404" pitchFamily="49" charset="0"/>
              </a:rPr>
              <a:t>);        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   </a:t>
            </a: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wait</a:t>
            </a:r>
            <a:r>
              <a:rPr lang="en-GB" altLang="en-TR" sz="1800" b="1" dirty="0">
                <a:latin typeface="Courier New" panose="02070309020205020404" pitchFamily="49" charset="0"/>
              </a:rPr>
              <a:t>(mutex);      // Acquire mutex lock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}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signal</a:t>
            </a:r>
            <a:r>
              <a:rPr lang="en-GB" altLang="en-TR" sz="1800" b="1" dirty="0">
                <a:latin typeface="Courier New" panose="02070309020205020404" pitchFamily="49" charset="0"/>
              </a:rPr>
              <a:t>() { </a:t>
            </a: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signal</a:t>
            </a:r>
            <a:r>
              <a:rPr lang="en-GB" altLang="en-TR" sz="1800" b="1" dirty="0">
                <a:latin typeface="Courier New" panose="02070309020205020404" pitchFamily="49" charset="0"/>
              </a:rPr>
              <a:t>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x_sem</a:t>
            </a:r>
            <a:r>
              <a:rPr lang="en-GB" altLang="en-TR" sz="1800" b="1" dirty="0">
                <a:latin typeface="Courier New" panose="02070309020205020404" pitchFamily="49" charset="0"/>
              </a:rPr>
              <a:t>); }</a:t>
            </a:r>
          </a:p>
          <a:p>
            <a:pPr marL="685800" lvl="1" indent="-228600">
              <a:lnSpc>
                <a:spcPct val="80000"/>
              </a:lnSpc>
              <a:buClr>
                <a:srgbClr val="009999"/>
              </a:buClr>
              <a:buFont typeface="Arial" panose="020B0604020202020204" pitchFamily="34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endParaRPr lang="en-GB" altLang="en-TR" dirty="0">
              <a:solidFill>
                <a:srgbClr val="009999"/>
              </a:solidFill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644073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A476BBB-9931-4446-C6A6-7F144971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E490-808E-E7B1-5998-65F969EFB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>
                <a:solidFill>
                  <a:srgbClr val="FF0000"/>
                </a:solidFill>
              </a:rPr>
              <a:t>Monitor</a:t>
            </a:r>
            <a:r>
              <a:rPr lang="tr-TR" dirty="0">
                <a:solidFill>
                  <a:srgbClr val="FF0000"/>
                </a:solidFill>
              </a:rPr>
              <a:t>/CV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>
                <a:solidFill>
                  <a:srgbClr val="0070C0"/>
                </a:solidFill>
              </a:rPr>
              <a:t>Semaphores</a:t>
            </a:r>
            <a:r>
              <a:rPr lang="tr-TR" dirty="0"/>
              <a:t>?</a:t>
            </a:r>
            <a:br>
              <a:rPr lang="tr-TR" dirty="0"/>
            </a:b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5516-E2BD-022B-D322-0BA43F3FB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The locking aspect is easy: Just use a mutex</a:t>
            </a:r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Can we implement condition variables this way?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dirty="0">
                <a:latin typeface="Courier New" panose="02070309020205020404" pitchFamily="49" charset="0"/>
              </a:rPr>
              <a:t>	</a:t>
            </a:r>
            <a:r>
              <a:rPr lang="en-GB" altLang="en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wait</a:t>
            </a:r>
            <a:r>
              <a:rPr lang="en-GB" altLang="en-TR" sz="1800" b="1" dirty="0">
                <a:latin typeface="Courier New" panose="02070309020205020404" pitchFamily="49" charset="0"/>
              </a:rPr>
              <a:t>()</a:t>
            </a:r>
            <a:r>
              <a:rPr lang="en-GB" altLang="en-TR" sz="1800" dirty="0">
                <a:latin typeface="Courier New" panose="02070309020205020404" pitchFamily="49" charset="0"/>
              </a:rPr>
              <a:t>   </a:t>
            </a:r>
            <a:r>
              <a:rPr lang="en-GB" altLang="en-TR" sz="1800" b="1" dirty="0">
                <a:latin typeface="Courier New" panose="02070309020205020404" pitchFamily="49" charset="0"/>
              </a:rPr>
              <a:t>{ </a:t>
            </a: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wait</a:t>
            </a:r>
            <a:r>
              <a:rPr lang="en-GB" altLang="en-TR" sz="1800" b="1" dirty="0">
                <a:latin typeface="Courier New" panose="02070309020205020404" pitchFamily="49" charset="0"/>
              </a:rPr>
              <a:t>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sem</a:t>
            </a:r>
            <a:r>
              <a:rPr lang="en-GB" altLang="en-TR" sz="1800" b="1" dirty="0">
                <a:latin typeface="Courier New" panose="02070309020205020404" pitchFamily="49" charset="0"/>
              </a:rPr>
              <a:t>); }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dirty="0">
                <a:latin typeface="Courier New" panose="02070309020205020404" pitchFamily="49" charset="0"/>
              </a:rPr>
              <a:t>	</a:t>
            </a:r>
            <a:r>
              <a:rPr lang="en-GB" altLang="en-TR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notify</a:t>
            </a:r>
            <a:r>
              <a:rPr lang="en-GB" altLang="en-TR" sz="1800" b="1" dirty="0">
                <a:latin typeface="Courier New" panose="02070309020205020404" pitchFamily="49" charset="0"/>
              </a:rPr>
              <a:t>() { </a:t>
            </a:r>
            <a:r>
              <a:rPr lang="en-GB" altLang="en-TR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signal</a:t>
            </a:r>
            <a:r>
              <a:rPr lang="en-GB" altLang="en-TR" sz="1800" b="1" dirty="0">
                <a:latin typeface="Courier New" panose="02070309020205020404" pitchFamily="49" charset="0"/>
              </a:rPr>
              <a:t>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sem</a:t>
            </a:r>
            <a:r>
              <a:rPr lang="en-GB" altLang="en-TR" sz="1800" b="1" dirty="0">
                <a:latin typeface="Courier New" panose="02070309020205020404" pitchFamily="49" charset="0"/>
              </a:rPr>
              <a:t>); }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Doesn’t work: </a:t>
            </a:r>
            <a:r>
              <a:rPr lang="en-GB" altLang="en-TR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wait() </a:t>
            </a:r>
            <a:r>
              <a:rPr lang="en-GB" altLang="en-TR" dirty="0"/>
              <a:t>may sleep with the lock held</a:t>
            </a:r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Does this work better?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Courier New" panose="02070309020205020404" pitchFamily="49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sz="1800" dirty="0">
                <a:latin typeface="Courier New" panose="02070309020205020404" pitchFamily="49" charset="0"/>
              </a:rPr>
              <a:t>	</a:t>
            </a:r>
            <a:r>
              <a:rPr lang="en-GB" altLang="en-TR" sz="1800" b="1" dirty="0">
                <a:latin typeface="Courier New" panose="02070309020205020404" pitchFamily="49" charset="0"/>
              </a:rPr>
              <a:t>wait() {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   signal(mutex);      // Release mutex lock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   wait(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x_sem</a:t>
            </a:r>
            <a:r>
              <a:rPr lang="en-GB" altLang="en-TR" sz="1800" b="1" dirty="0">
                <a:latin typeface="Courier New" panose="02070309020205020404" pitchFamily="49" charset="0"/>
              </a:rPr>
              <a:t>);        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   wait(mutex);      // Acquire mutex lock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}</a:t>
            </a:r>
            <a:br>
              <a:rPr lang="en-GB" altLang="en-TR" sz="1800" b="1" dirty="0">
                <a:latin typeface="Courier New" panose="02070309020205020404" pitchFamily="49" charset="0"/>
              </a:rPr>
            </a:br>
            <a:r>
              <a:rPr lang="en-GB" altLang="en-TR" sz="1800" b="1" dirty="0">
                <a:latin typeface="Courier New" panose="02070309020205020404" pitchFamily="49" charset="0"/>
              </a:rPr>
              <a:t>signal() { signal(</a:t>
            </a:r>
            <a:r>
              <a:rPr lang="en-GB" altLang="en-TR" sz="1800" b="1" dirty="0" err="1">
                <a:latin typeface="Courier New" panose="02070309020205020404" pitchFamily="49" charset="0"/>
              </a:rPr>
              <a:t>x_sem</a:t>
            </a:r>
            <a:r>
              <a:rPr lang="en-GB" altLang="en-TR" sz="1800" b="1" dirty="0">
                <a:latin typeface="Courier New" panose="02070309020205020404" pitchFamily="49" charset="0"/>
              </a:rPr>
              <a:t>); }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No: Condition vars have no history, semaphores have history:</a:t>
            </a:r>
          </a:p>
          <a:p>
            <a:pPr lvl="2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What if thread signals and no one is waiting? </a:t>
            </a:r>
            <a:r>
              <a:rPr lang="en-GB" altLang="en-TR" dirty="0">
                <a:solidFill>
                  <a:srgbClr val="009999"/>
                </a:solidFill>
              </a:rPr>
              <a:t>NO-OP</a:t>
            </a:r>
          </a:p>
          <a:p>
            <a:pPr lvl="2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What if thread later waits? </a:t>
            </a:r>
            <a:r>
              <a:rPr lang="en-GB" altLang="en-TR" dirty="0">
                <a:solidFill>
                  <a:srgbClr val="009999"/>
                </a:solidFill>
              </a:rPr>
              <a:t>Thread Waits</a:t>
            </a:r>
          </a:p>
          <a:p>
            <a:pPr lvl="2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What if thread V’s and </a:t>
            </a:r>
            <a:r>
              <a:rPr lang="en-GB" altLang="en-TR" dirty="0" err="1"/>
              <a:t>noone</a:t>
            </a:r>
            <a:r>
              <a:rPr lang="en-GB" altLang="en-TR" dirty="0"/>
              <a:t> is waiting? </a:t>
            </a:r>
            <a:r>
              <a:rPr lang="en-GB" altLang="en-TR" dirty="0">
                <a:solidFill>
                  <a:srgbClr val="009999"/>
                </a:solidFill>
              </a:rPr>
              <a:t>Increment</a:t>
            </a:r>
          </a:p>
          <a:p>
            <a:pPr lvl="2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What if thread later does P? </a:t>
            </a:r>
            <a:r>
              <a:rPr lang="en-GB" altLang="en-TR" dirty="0">
                <a:solidFill>
                  <a:srgbClr val="009999"/>
                </a:solidFill>
              </a:rPr>
              <a:t>Decrement and continue</a:t>
            </a:r>
          </a:p>
          <a:p>
            <a:pPr marL="685800" lvl="1" indent="-228600">
              <a:lnSpc>
                <a:spcPct val="80000"/>
              </a:lnSpc>
              <a:buClr>
                <a:srgbClr val="009999"/>
              </a:buClr>
              <a:buFont typeface="Arial" panose="020B0604020202020204" pitchFamily="34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endParaRPr lang="en-GB" altLang="en-TR" dirty="0">
              <a:solidFill>
                <a:srgbClr val="009999"/>
              </a:solidFill>
            </a:endParaRP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476716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2BC4C-55C1-A984-EFA7-2208A191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would</a:t>
            </a:r>
            <a:r>
              <a:rPr lang="tr-TR" dirty="0"/>
              <a:t> </a:t>
            </a:r>
            <a:r>
              <a:rPr lang="tr-TR" dirty="0" err="1"/>
              <a:t>you</a:t>
            </a:r>
            <a:r>
              <a:rPr lang="tr-TR" dirty="0"/>
              <a:t> </a:t>
            </a:r>
            <a:r>
              <a:rPr lang="tr-TR" dirty="0" err="1"/>
              <a:t>construct</a:t>
            </a:r>
            <a:r>
              <a:rPr lang="tr-TR" dirty="0"/>
              <a:t> a </a:t>
            </a:r>
            <a:r>
              <a:rPr lang="tr-TR" dirty="0" err="1">
                <a:solidFill>
                  <a:srgbClr val="FF0000"/>
                </a:solidFill>
              </a:rPr>
              <a:t>Monitor</a:t>
            </a:r>
            <a:r>
              <a:rPr lang="tr-TR" dirty="0">
                <a:solidFill>
                  <a:srgbClr val="FF0000"/>
                </a:solidFill>
              </a:rPr>
              <a:t>/CV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>
                <a:solidFill>
                  <a:srgbClr val="0070C0"/>
                </a:solidFill>
              </a:rPr>
              <a:t>Semaphores</a:t>
            </a:r>
            <a:r>
              <a:rPr lang="tr-TR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D222E-3250-4F4D-61E3-C7129E0D6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Problem with previous try: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P and V are commutative – result is the same no matter what order they occur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Condition variables are NOT commutative</a:t>
            </a:r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Does this fix the problem?</a:t>
            </a:r>
          </a:p>
          <a:p>
            <a:pPr marL="685800" lvl="1" indent="-228600">
              <a:lnSpc>
                <a:spcPct val="80000"/>
              </a:lnSpc>
              <a:spcBef>
                <a:spcPts val="450"/>
              </a:spcBef>
              <a:buFont typeface="Arial" panose="020B0604020202020204" pitchFamily="34" charset="0"/>
              <a:buNone/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	</a:t>
            </a:r>
            <a:r>
              <a:rPr lang="en-GB" altLang="en-TR" sz="1800" dirty="0">
                <a:latin typeface="Courier New" panose="02070309020205020404" pitchFamily="49" charset="0"/>
              </a:rPr>
              <a:t>Wait(Lock lock) {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   V(mutex);      // Release mutex lock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   P(</a:t>
            </a:r>
            <a:r>
              <a:rPr lang="en-GB" altLang="en-TR" sz="1800" dirty="0" err="1">
                <a:latin typeface="Courier New" panose="02070309020205020404" pitchFamily="49" charset="0"/>
              </a:rPr>
              <a:t>x_sem</a:t>
            </a:r>
            <a:r>
              <a:rPr lang="en-GB" altLang="en-TR" sz="1800" dirty="0">
                <a:latin typeface="Courier New" panose="02070309020205020404" pitchFamily="49" charset="0"/>
              </a:rPr>
              <a:t>);        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   P(mutex);      // Acquire mutex lock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}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Signal() {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   if semaphore queue is not empty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      V(</a:t>
            </a:r>
            <a:r>
              <a:rPr lang="en-GB" altLang="en-TR" sz="1800" dirty="0" err="1">
                <a:latin typeface="Courier New" panose="02070309020205020404" pitchFamily="49" charset="0"/>
              </a:rPr>
              <a:t>x_sem</a:t>
            </a:r>
            <a:r>
              <a:rPr lang="en-GB" altLang="en-TR" sz="1800" dirty="0">
                <a:latin typeface="Courier New" panose="02070309020205020404" pitchFamily="49" charset="0"/>
              </a:rPr>
              <a:t>);</a:t>
            </a:r>
            <a:br>
              <a:rPr lang="en-GB" altLang="en-TR" sz="1800" dirty="0">
                <a:latin typeface="Courier New" panose="02070309020205020404" pitchFamily="49" charset="0"/>
              </a:rPr>
            </a:br>
            <a:r>
              <a:rPr lang="en-GB" altLang="en-TR" sz="1800" dirty="0">
                <a:latin typeface="Courier New" panose="02070309020205020404" pitchFamily="49" charset="0"/>
              </a:rPr>
              <a:t>}</a:t>
            </a:r>
          </a:p>
          <a:p>
            <a:pPr marL="685800" lvl="1" indent="-228600">
              <a:lnSpc>
                <a:spcPct val="7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Not legal to look at contents of semaphore queue</a:t>
            </a:r>
          </a:p>
          <a:p>
            <a:pPr marL="685800" lvl="1" indent="-228600">
              <a:lnSpc>
                <a:spcPct val="7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There is a race condition – </a:t>
            </a:r>
            <a:r>
              <a:rPr lang="en-GB" altLang="en-TR" dirty="0" err="1"/>
              <a:t>signaler</a:t>
            </a:r>
            <a:r>
              <a:rPr lang="en-GB" altLang="en-TR" dirty="0"/>
              <a:t> can slip in after lock release and before waiter executes </a:t>
            </a:r>
            <a:r>
              <a:rPr lang="en-GB" altLang="en-TR" dirty="0" err="1"/>
              <a:t>semaphore.P</a:t>
            </a:r>
            <a:r>
              <a:rPr lang="en-GB" altLang="en-TR" dirty="0"/>
              <a:t>()</a:t>
            </a:r>
          </a:p>
          <a:p>
            <a:pPr marL="280988" indent="-280988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It is actually possible to do this correctly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Complex solution for Hoare scheduling in book</a:t>
            </a:r>
          </a:p>
          <a:p>
            <a:pPr marL="685800" lvl="1" indent="-228600">
              <a:lnSpc>
                <a:spcPct val="80000"/>
              </a:lnSpc>
              <a:tabLst>
                <a:tab pos="396875" algn="l"/>
                <a:tab pos="854075" algn="l"/>
                <a:tab pos="1311275" algn="l"/>
                <a:tab pos="1768475" algn="l"/>
                <a:tab pos="2225675" algn="l"/>
                <a:tab pos="2682875" algn="l"/>
                <a:tab pos="3140075" algn="l"/>
                <a:tab pos="3597275" algn="l"/>
                <a:tab pos="4054475" algn="l"/>
                <a:tab pos="4511675" algn="l"/>
                <a:tab pos="4968875" algn="l"/>
                <a:tab pos="5426075" algn="l"/>
                <a:tab pos="5883275" algn="l"/>
                <a:tab pos="6340475" algn="l"/>
                <a:tab pos="6797675" algn="l"/>
                <a:tab pos="7254875" algn="l"/>
                <a:tab pos="7712075" algn="l"/>
                <a:tab pos="8169275" algn="l"/>
                <a:tab pos="8626475" algn="l"/>
                <a:tab pos="9083675" algn="l"/>
              </a:tabLst>
            </a:pPr>
            <a:r>
              <a:rPr lang="en-GB" altLang="en-TR" dirty="0"/>
              <a:t>Can you come up with simpler Mesa-scheduled solution?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124291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7EB8-2B5B-49E9-59A2-FC108688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Hoare</a:t>
            </a:r>
            <a:r>
              <a:rPr lang="tr-TR" dirty="0"/>
              <a:t> </a:t>
            </a:r>
            <a:r>
              <a:rPr lang="tr-TR" dirty="0" err="1"/>
              <a:t>Monitors</a:t>
            </a:r>
            <a:r>
              <a:rPr lang="tr-TR" dirty="0"/>
              <a:t> </a:t>
            </a:r>
            <a:r>
              <a:rPr lang="tr-TR" dirty="0" err="1"/>
              <a:t>using</a:t>
            </a:r>
            <a:r>
              <a:rPr lang="tr-TR" dirty="0"/>
              <a:t> </a:t>
            </a:r>
            <a:r>
              <a:rPr lang="tr-TR" dirty="0" err="1"/>
              <a:t>Semaphores</a:t>
            </a:r>
            <a:endParaRPr lang="tr-TR" dirty="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66CA5613-BDE7-6DAC-DEBC-6CA7BA5D2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700" y="2209800"/>
            <a:ext cx="3413412" cy="3172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5pPr>
            <a:lvl6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6pPr>
            <a:lvl7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7pPr>
            <a:lvl8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8pPr>
            <a:lvl9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9pPr>
          </a:lstStyle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each procedure F: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endParaRPr lang="en-GB" altLang="en-TR" sz="2000" dirty="0">
              <a:solidFill>
                <a:srgbClr val="0099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P(mutex);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endParaRPr lang="en-GB" altLang="en-TR" sz="2000" dirty="0">
              <a:solidFill>
                <a:srgbClr val="0099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 body of F */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endParaRPr lang="en-GB" altLang="en-TR" sz="2000" dirty="0">
              <a:solidFill>
                <a:srgbClr val="0099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 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V(next);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V(mutex);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B31FD11F-D625-4404-ED09-3ABA230A3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235492"/>
            <a:ext cx="4336741" cy="27106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5pPr>
            <a:lvl6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6pPr>
            <a:lvl7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7pPr>
            <a:lvl8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8pPr>
            <a:lvl9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9pPr>
          </a:lstStyle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u="sng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 Var Wait: </a:t>
            </a:r>
            <a:r>
              <a:rPr lang="en-GB" altLang="en-TR" sz="2000" u="sng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x.wait</a:t>
            </a:r>
            <a:r>
              <a:rPr lang="en-GB" altLang="en-TR" sz="2000" u="sng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endParaRPr lang="en-GB" altLang="en-TR" sz="1000" u="sng" dirty="0">
              <a:solidFill>
                <a:srgbClr val="0099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  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V(next);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V(mutex);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P(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x_sem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--;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EF54284-8126-1B04-4FF2-C1D175A5D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705" y="4180661"/>
            <a:ext cx="4952295" cy="240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5pPr>
            <a:lvl6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6pPr>
            <a:lvl7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7pPr>
            <a:lvl8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8pPr>
            <a:lvl9pPr defTabSz="457200" fontAlgn="base">
              <a:lnSpc>
                <a:spcPct val="86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S Gothic" panose="020B0609070205080204" pitchFamily="49" charset="-128"/>
              </a:defRPr>
            </a:lvl9pPr>
          </a:lstStyle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u="sng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 Var Notify: </a:t>
            </a:r>
            <a:r>
              <a:rPr lang="en-GB" altLang="en-TR" sz="2000" u="sng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x.notify</a:t>
            </a:r>
            <a:r>
              <a:rPr lang="en-GB" altLang="en-TR" sz="2000" u="sng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endParaRPr lang="en-GB" altLang="en-TR" sz="1000" dirty="0">
              <a:solidFill>
                <a:srgbClr val="0099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0) {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V(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x_sem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P(next);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altLang="en-TR" sz="2000" dirty="0" err="1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next_count</a:t>
            </a: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--;</a:t>
            </a:r>
          </a:p>
          <a:p>
            <a:pPr>
              <a:lnSpc>
                <a:spcPct val="100000"/>
              </a:lnSpc>
              <a:buClr>
                <a:srgbClr val="009900"/>
              </a:buClr>
              <a:buFont typeface="Comic Sans MS" panose="030F0902030302020204" pitchFamily="66" charset="0"/>
              <a:buNone/>
            </a:pPr>
            <a:r>
              <a:rPr lang="en-GB" altLang="en-TR" sz="2000" dirty="0">
                <a:solidFill>
                  <a:srgbClr val="0099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2877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altLang="en-US">
                <a:ea typeface="ＭＳ Ｐゴシック" charset="-128"/>
              </a:rPr>
              <a:t>The Big Picture</a:t>
            </a:r>
          </a:p>
        </p:txBody>
      </p:sp>
      <p:sp>
        <p:nvSpPr>
          <p:cNvPr id="727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ea typeface="ＭＳ Ｐゴシック" charset="-128"/>
              </a:rPr>
              <a:t>The point here is that getting synchronization right is </a:t>
            </a:r>
            <a:r>
              <a:rPr lang="en-GB" altLang="en-US" dirty="0">
                <a:solidFill>
                  <a:srgbClr val="2323DC"/>
                </a:solidFill>
                <a:ea typeface="ＭＳ Ｐゴシック" charset="-128"/>
              </a:rPr>
              <a:t>hard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ea typeface="ＭＳ Ｐゴシック" charset="-128"/>
              </a:rPr>
              <a:t>How to pick between locks, semaphores, CVs, monitors?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solidFill>
                  <a:srgbClr val="2323DC"/>
                </a:solidFill>
                <a:ea typeface="ＭＳ Ｐゴシック" charset="-128"/>
              </a:rPr>
              <a:t>Locks</a:t>
            </a:r>
            <a:r>
              <a:rPr lang="en-GB" altLang="en-US" dirty="0">
                <a:ea typeface="ＭＳ Ｐゴシック" charset="-128"/>
              </a:rPr>
              <a:t> are very simple for many cases.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ea typeface="ＭＳ Ｐゴシック" charset="-128"/>
              </a:rPr>
              <a:t>Issues: Maybe not the most efficient solution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ea typeface="ＭＳ Ｐゴシック" charset="-128"/>
              </a:rPr>
              <a:t>For example, can't allow multiple readers but one writer inside a standard lock.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b="1" dirty="0">
                <a:solidFill>
                  <a:srgbClr val="2323DC"/>
                </a:solidFill>
                <a:ea typeface="ＭＳ Ｐゴシック" charset="-128"/>
              </a:rPr>
              <a:t>Condition variables</a:t>
            </a:r>
            <a:r>
              <a:rPr lang="en-GB" altLang="en-US" dirty="0">
                <a:ea typeface="ＭＳ Ｐゴシック" charset="-128"/>
              </a:rPr>
              <a:t> allow threads to sleep while holding a lock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ea typeface="ＭＳ Ｐゴシック" charset="-128"/>
              </a:rPr>
              <a:t>Just be sure you understand whether they use Mesa or Hoare semantics!</a:t>
            </a:r>
          </a:p>
          <a:p>
            <a:pPr marL="437941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solidFill>
                  <a:srgbClr val="2323DC"/>
                </a:solidFill>
                <a:ea typeface="ＭＳ Ｐゴシック" charset="-128"/>
              </a:rPr>
              <a:t>Semaphores</a:t>
            </a:r>
            <a:r>
              <a:rPr lang="en-GB" altLang="en-US" dirty="0">
                <a:ea typeface="ＭＳ Ｐゴシック" charset="-128"/>
              </a:rPr>
              <a:t> provide pretty general functionality</a:t>
            </a:r>
          </a:p>
          <a:p>
            <a:pPr marL="859867" lvl="1" indent="-342900">
              <a:tabLst>
                <a:tab pos="252004" algn="l"/>
                <a:tab pos="411846" algn="l"/>
                <a:tab pos="826572" algn="l"/>
                <a:tab pos="1241298" algn="l"/>
                <a:tab pos="1656024" algn="l"/>
                <a:tab pos="2070751" algn="l"/>
                <a:tab pos="2485477" algn="l"/>
                <a:tab pos="2900203" algn="l"/>
                <a:tab pos="3314929" algn="l"/>
                <a:tab pos="3729655" algn="l"/>
                <a:tab pos="4144381" algn="l"/>
                <a:tab pos="4559107" algn="l"/>
                <a:tab pos="4973833" algn="l"/>
                <a:tab pos="5388560" algn="l"/>
                <a:tab pos="5803286" algn="l"/>
                <a:tab pos="6218012" algn="l"/>
                <a:tab pos="6632738" algn="l"/>
                <a:tab pos="7047464" algn="l"/>
                <a:tab pos="7462190" algn="l"/>
                <a:tab pos="7876916" algn="l"/>
                <a:tab pos="8291642" algn="l"/>
              </a:tabLst>
            </a:pPr>
            <a:r>
              <a:rPr lang="en-GB" altLang="en-US" dirty="0">
                <a:ea typeface="ＭＳ Ｐゴシック" charset="-128"/>
              </a:rPr>
              <a:t>But also make it really easy to botch things up.</a:t>
            </a:r>
          </a:p>
        </p:txBody>
      </p:sp>
    </p:spTree>
    <p:extLst>
      <p:ext uri="{BB962C8B-B14F-4D97-AF65-F5344CB8AC3E}">
        <p14:creationId xmlns:p14="http://schemas.microsoft.com/office/powerpoint/2010/main" val="15747447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Barbershop problem</a:t>
            </a:r>
          </a:p>
        </p:txBody>
      </p:sp>
      <p:sp>
        <p:nvSpPr>
          <p:cNvPr id="74754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4620706" cy="49720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A barber shop consists of a waiting room with N chairs, and the barber room containing the barber chair.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there are no customers to be served, the barber goes to sleep.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a customer enters the barber shop and all chairs are occupied, then the customer leaves the shop.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busy, but chairs are available, then the customer sits in one of the free chairs. </a:t>
            </a:r>
          </a:p>
          <a:p>
            <a:pPr>
              <a:lnSpc>
                <a:spcPct val="120000"/>
              </a:lnSpc>
            </a:pPr>
            <a:r>
              <a:rPr lang="en-US" altLang="en-US" dirty="0">
                <a:ea typeface="ＭＳ Ｐゴシック" charset="-128"/>
              </a:rPr>
              <a:t>If the barber is asleep, the customer wakes up the barber.</a:t>
            </a:r>
          </a:p>
        </p:txBody>
      </p:sp>
      <p:pic>
        <p:nvPicPr>
          <p:cNvPr id="7475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881" y="1509935"/>
            <a:ext cx="3736800" cy="2488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32707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Monitor template</a:t>
            </a:r>
          </a:p>
        </p:txBody>
      </p:sp>
      <p:sp>
        <p:nvSpPr>
          <p:cNvPr id="75778" name="Text Box 3"/>
          <p:cNvSpPr txBox="1">
            <a:spLocks noChangeArrowheads="1"/>
          </p:cNvSpPr>
          <p:nvPr/>
        </p:nvSpPr>
        <p:spPr bwMode="auto">
          <a:xfrm>
            <a:off x="355681" y="1165321"/>
            <a:ext cx="8432640" cy="5173712"/>
          </a:xfrm>
          <a:prstGeom prst="rect">
            <a:avLst/>
          </a:prstGeom>
          <a:solidFill>
            <a:srgbClr val="F6F5BD"/>
          </a:solidFill>
          <a:ln>
            <a:solidFill>
              <a:srgbClr val="000000"/>
            </a:solidFill>
          </a:ln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monitor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BarberShop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condition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waitingForCustomers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waitingForBarbers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waiting = 0; // number of waiting customers in chairs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void barber(){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………………….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cutHair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……………….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void customer(){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………………….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getHairCut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(); // may not be executed if all chairs are full.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………………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void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barberThread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while(1)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BarberShop.barber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void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customerThread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BarberShop.customer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75779" name="TextBox 4"/>
          <p:cNvSpPr txBox="1">
            <a:spLocks noChangeArrowheads="1"/>
          </p:cNvSpPr>
          <p:nvPr/>
        </p:nvSpPr>
        <p:spPr bwMode="auto">
          <a:xfrm>
            <a:off x="9941760" y="5013001"/>
            <a:ext cx="184731" cy="407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2177">
              <a:solidFill>
                <a:schemeClr val="bg1"/>
              </a:solidFill>
              <a:latin typeface="Bitstream Vera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4653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Semaphore template</a:t>
            </a:r>
          </a:p>
        </p:txBody>
      </p:sp>
      <p:sp>
        <p:nvSpPr>
          <p:cNvPr id="76802" name="Text Box 3"/>
          <p:cNvSpPr txBox="1">
            <a:spLocks noChangeArrowheads="1"/>
          </p:cNvSpPr>
          <p:nvPr/>
        </p:nvSpPr>
        <p:spPr bwMode="auto">
          <a:xfrm>
            <a:off x="563041" y="1165321"/>
            <a:ext cx="8017920" cy="4001083"/>
          </a:xfrm>
          <a:prstGeom prst="rect">
            <a:avLst/>
          </a:prstGeom>
          <a:solidFill>
            <a:srgbClr val="F6F5BD"/>
          </a:solidFill>
          <a:ln>
            <a:solidFill>
              <a:srgbClr val="000000"/>
            </a:solidFill>
          </a:ln>
        </p:spPr>
        <p:txBody>
          <a:bodyPr lIns="91429" tIns="45714" rIns="91429" bIns="45714">
            <a:spAutoFit/>
          </a:bodyPr>
          <a:lstStyle>
            <a:lvl1pPr defTabSz="503238"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503238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503238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503238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semaphore customer;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init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(customer,0); // number of customers waiting for service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semaphore barber;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init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(barber,0); // number of barbers waiting for customers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semaphore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mutex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;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init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(mutex,1); // for mutual exclusion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int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 waiting = 0; //customers who are sitting in chairs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void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barberThread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while (1) 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……………….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cutHair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();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	…………….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}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270" dirty="0">
              <a:solidFill>
                <a:schemeClr val="tx1"/>
              </a:solidFill>
              <a:latin typeface="Courier New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void 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customerThread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(){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………………..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</a:t>
            </a:r>
            <a:r>
              <a:rPr lang="en-US" altLang="en-US" sz="1270" dirty="0" err="1">
                <a:solidFill>
                  <a:schemeClr val="tx1"/>
                </a:solidFill>
                <a:latin typeface="Courier New" charset="0"/>
              </a:rPr>
              <a:t>getHairCut</a:t>
            </a: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(); // may not be executed if all chairs are full.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	………………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270" dirty="0">
                <a:solidFill>
                  <a:schemeClr val="tx1"/>
                </a:solidFill>
                <a:latin typeface="Courier New" charset="0"/>
              </a:rPr>
              <a:t>}</a:t>
            </a:r>
          </a:p>
        </p:txBody>
      </p:sp>
      <p:sp>
        <p:nvSpPr>
          <p:cNvPr id="76803" name="TextBox 4"/>
          <p:cNvSpPr txBox="1">
            <a:spLocks noChangeArrowheads="1"/>
          </p:cNvSpPr>
          <p:nvPr/>
        </p:nvSpPr>
        <p:spPr bwMode="auto">
          <a:xfrm>
            <a:off x="9941760" y="5013001"/>
            <a:ext cx="184731" cy="407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6000"/>
              </a:lnSpc>
              <a:spcBef>
                <a:spcPts val="2313"/>
              </a:spcBef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defRPr sz="24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i="1">
                <a:solidFill>
                  <a:srgbClr val="2300DC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lnSpc>
                <a:spcPct val="86000"/>
              </a:lnSpc>
              <a:spcAft>
                <a:spcPts val="575"/>
              </a:spcAft>
              <a:buClr>
                <a:srgbClr val="993333"/>
              </a:buClr>
              <a:buSzPct val="45000"/>
              <a:buFont typeface="Wingdings" charset="2"/>
              <a:buChar char=""/>
              <a:defRPr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lnSpc>
                <a:spcPct val="86000"/>
              </a:lnSpc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lnSpc>
                <a:spcPct val="86000"/>
              </a:lnSpc>
              <a:spcBef>
                <a:spcPct val="0"/>
              </a:spcBef>
              <a:spcAft>
                <a:spcPts val="288"/>
              </a:spcAft>
              <a:buClr>
                <a:srgbClr val="993333"/>
              </a:buClr>
              <a:buSzPct val="45000"/>
              <a:buFont typeface="Wingdings" charset="2"/>
              <a:buChar char=""/>
              <a:defRPr sz="2000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endParaRPr lang="en-US" altLang="en-US" sz="2177">
              <a:solidFill>
                <a:schemeClr val="bg1"/>
              </a:solidFill>
              <a:latin typeface="Bitstream Vera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899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Checking your code</a:t>
            </a:r>
          </a:p>
        </p:txBody>
      </p:sp>
      <p:sp>
        <p:nvSpPr>
          <p:cNvPr id="7782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39381">
              <a:buSzPct val="100000"/>
              <a:buFont typeface="Wingdings" charset="2"/>
              <a:buChar char="§"/>
            </a:pPr>
            <a:r>
              <a:rPr lang="en-US" altLang="en-US" dirty="0">
                <a:ea typeface="ＭＳ Ｐゴシック" charset="-128"/>
              </a:rPr>
              <a:t>B: Does the Barber sleep when there are no customers.</a:t>
            </a:r>
          </a:p>
          <a:p>
            <a:pPr marL="439381">
              <a:buSzPct val="100000"/>
              <a:buFont typeface="Wingdings" charset="2"/>
              <a:buChar char="§"/>
            </a:pPr>
            <a:r>
              <a:rPr lang="en-US" altLang="en-US" dirty="0">
                <a:ea typeface="ＭＳ Ｐゴシック" charset="-128"/>
              </a:rPr>
              <a:t>BC: Does the first customer wake up the sleeping barber and have his haircut.</a:t>
            </a:r>
          </a:p>
          <a:p>
            <a:pPr marL="439381">
              <a:buSzPct val="100000"/>
              <a:buFont typeface="Wingdings" charset="2"/>
              <a:buChar char="§"/>
            </a:pPr>
            <a:r>
              <a:rPr lang="en-US" altLang="en-US" dirty="0">
                <a:ea typeface="ＭＳ Ｐゴシック" charset="-128"/>
              </a:rPr>
              <a:t>BCC: Does the second customer waits for the barber while he is giving a haircut to the first customer.</a:t>
            </a:r>
          </a:p>
          <a:p>
            <a:pPr marL="439381">
              <a:buSzPct val="100000"/>
              <a:buFont typeface="Wingdings" charset="2"/>
              <a:buChar char="§"/>
            </a:pPr>
            <a:r>
              <a:rPr lang="en-US" altLang="en-US" dirty="0">
                <a:ea typeface="ＭＳ Ｐゴシック" charset="-128"/>
              </a:rPr>
              <a:t>BCCCCCCC: Does the 7</a:t>
            </a:r>
            <a:r>
              <a:rPr lang="en-US" altLang="en-US" baseline="30000" dirty="0">
                <a:ea typeface="ＭＳ Ｐゴシック" charset="-128"/>
              </a:rPr>
              <a:t>th</a:t>
            </a:r>
            <a:r>
              <a:rPr lang="en-US" altLang="en-US" dirty="0">
                <a:ea typeface="ＭＳ Ｐゴシック" charset="-128"/>
              </a:rPr>
              <a:t> customer (first  customer having a haircut, the next 5 customers waiting), exits without getting a haircut?</a:t>
            </a:r>
          </a:p>
          <a:p>
            <a:pPr marL="439381">
              <a:buSzPct val="100000"/>
              <a:buFont typeface="Wingdings" charset="2"/>
              <a:buChar char="§"/>
            </a:pPr>
            <a:r>
              <a:rPr lang="en-US" altLang="en-US" dirty="0">
                <a:ea typeface="ＭＳ Ｐゴシック" charset="-128"/>
              </a:rPr>
              <a:t>BCCCCC: Does the barber wake up a waiting customer after finishing the haircut of the first customer?</a:t>
            </a:r>
          </a:p>
          <a:p>
            <a:pPr marL="439381">
              <a:buSzPct val="100000"/>
              <a:buFont typeface="Wingdings" charset="2"/>
              <a:buChar char="§"/>
            </a:pPr>
            <a:endParaRPr lang="en-US" altLang="en-US" dirty="0">
              <a:ea typeface="ＭＳ Ｐゴシック" charset="-128"/>
            </a:endParaRPr>
          </a:p>
          <a:p>
            <a:pPr marL="439381">
              <a:buSzPct val="100000"/>
              <a:buFont typeface="Wingdings" charset="2"/>
              <a:buChar char="§"/>
            </a:pPr>
            <a:r>
              <a:rPr lang="en-US" altLang="en-US" dirty="0">
                <a:ea typeface="ＭＳ Ｐゴシック" charset="-128"/>
              </a:rPr>
              <a:t>Finally, is the solution efficient? Sending more notify signals than needed, or using more variables is not good practice.</a:t>
            </a:r>
          </a:p>
        </p:txBody>
      </p:sp>
    </p:spTree>
    <p:extLst>
      <p:ext uri="{BB962C8B-B14F-4D97-AF65-F5344CB8AC3E}">
        <p14:creationId xmlns:p14="http://schemas.microsoft.com/office/powerpoint/2010/main" val="13670176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3222</TotalTime>
  <Words>4542</Words>
  <Application>Microsoft Macintosh PowerPoint</Application>
  <PresentationFormat>On-screen Show (4:3)</PresentationFormat>
  <Paragraphs>806</Paragraphs>
  <Slides>47</Slides>
  <Notes>32</Notes>
  <HiddenSlides>4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ＭＳ Ｐゴシック</vt:lpstr>
      <vt:lpstr>Arial</vt:lpstr>
      <vt:lpstr>Arial Narrow</vt:lpstr>
      <vt:lpstr>Bitstream Vera Serif</vt:lpstr>
      <vt:lpstr>Calibri</vt:lpstr>
      <vt:lpstr>Comic Sans MS</vt:lpstr>
      <vt:lpstr>Courier</vt:lpstr>
      <vt:lpstr>Courier New</vt:lpstr>
      <vt:lpstr>Times New Roman</vt:lpstr>
      <vt:lpstr>Wingdings</vt:lpstr>
      <vt:lpstr>Wingdings 2</vt:lpstr>
      <vt:lpstr>template2007</vt:lpstr>
      <vt:lpstr>Synchronization  Condition Variables and Monitors</vt:lpstr>
      <vt:lpstr>Issues with Semaphores</vt:lpstr>
      <vt:lpstr>Monitors</vt:lpstr>
      <vt:lpstr>Condition Variables</vt:lpstr>
      <vt:lpstr>Monitors</vt:lpstr>
      <vt:lpstr>Monitors</vt:lpstr>
      <vt:lpstr>Monitors</vt:lpstr>
      <vt:lpstr>Monitors</vt:lpstr>
      <vt:lpstr>Monitors</vt:lpstr>
      <vt:lpstr>Monitors</vt:lpstr>
      <vt:lpstr>Bank Example</vt:lpstr>
      <vt:lpstr>PowerPoint Presentation</vt:lpstr>
      <vt:lpstr>Bank Example</vt:lpstr>
      <vt:lpstr>PowerPoint Presentation</vt:lpstr>
      <vt:lpstr>Hoare vs. Mesa Monitor Semantics</vt:lpstr>
      <vt:lpstr>Hoare vs. Mesa Monitor Semantics</vt:lpstr>
      <vt:lpstr>Hoare Monitor Semantics</vt:lpstr>
      <vt:lpstr>Mesa Monitor Semantics</vt:lpstr>
      <vt:lpstr>Hoare vs. Mesa monitors</vt:lpstr>
      <vt:lpstr>Revisit: Readers/Writers Problem</vt:lpstr>
      <vt:lpstr>Revisit: Readers/Writers Problem</vt:lpstr>
      <vt:lpstr>Readers and Writers</vt:lpstr>
      <vt:lpstr>Readers and Writers</vt:lpstr>
      <vt:lpstr>Readers and Writers</vt:lpstr>
      <vt:lpstr>Readers and Writers</vt:lpstr>
      <vt:lpstr>Understanding the Solution</vt:lpstr>
      <vt:lpstr>Readers and Writers</vt:lpstr>
      <vt:lpstr>Understanding the Solution</vt:lpstr>
      <vt:lpstr>Readers and Writers</vt:lpstr>
      <vt:lpstr>Understanding the Solution</vt:lpstr>
      <vt:lpstr>Readers and Writers</vt:lpstr>
      <vt:lpstr>Understanding the Solution</vt:lpstr>
      <vt:lpstr>Monitors, CV’s versus Semaphores</vt:lpstr>
      <vt:lpstr>Monitors in Java</vt:lpstr>
      <vt:lpstr>Monitors in Java -  example</vt:lpstr>
      <vt:lpstr>Producer/Consumer in Java</vt:lpstr>
      <vt:lpstr>Monitors and CV’s in C</vt:lpstr>
      <vt:lpstr>Constructing Mutex/Semaphore/Monitors</vt:lpstr>
      <vt:lpstr>How would you construct a Monitor/CV from Semaphores? </vt:lpstr>
      <vt:lpstr>How would you construct a Monitor/CV from Semaphores? </vt:lpstr>
      <vt:lpstr>How would you construct a Monitor/CV from Semaphores?</vt:lpstr>
      <vt:lpstr>Hoare Monitors using Semaphores</vt:lpstr>
      <vt:lpstr>The Big Picture</vt:lpstr>
      <vt:lpstr>Barbershop problem</vt:lpstr>
      <vt:lpstr>Monitor template</vt:lpstr>
      <vt:lpstr>Semaphore template</vt:lpstr>
      <vt:lpstr>Checking your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Communication: Intro + Pipes</dc:title>
  <dc:creator>erol sahin</dc:creator>
  <cp:lastModifiedBy>Erol Sahin</cp:lastModifiedBy>
  <cp:revision>119</cp:revision>
  <cp:lastPrinted>2024-04-02T07:01:29Z</cp:lastPrinted>
  <dcterms:modified xsi:type="dcterms:W3CDTF">2025-04-08T07:29:13Z</dcterms:modified>
</cp:coreProperties>
</file>