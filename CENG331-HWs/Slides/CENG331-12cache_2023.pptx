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2.xml" ContentType="application/inkml+xml"/>
  <Override PartName="/ppt/notesSlides/notesSlide24.xml" ContentType="application/vnd.openxmlformats-officedocument.presentationml.notesSlide+xml"/>
  <Override PartName="/ppt/ink/ink3.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5.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6.xml" ContentType="application/inkml+xml"/>
  <Override PartName="/ppt/ink/ink7.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drawings/drawing3.xml" ContentType="application/vnd.openxmlformats-officedocument.drawingml.chartshape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5.xml" ContentType="application/vnd.openxmlformats-officedocument.drawingml.chart+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3"/>
  </p:notesMasterIdLst>
  <p:handoutMasterIdLst>
    <p:handoutMasterId r:id="rId74"/>
  </p:handoutMasterIdLst>
  <p:sldIdLst>
    <p:sldId id="542" r:id="rId2"/>
    <p:sldId id="985" r:id="rId3"/>
    <p:sldId id="986" r:id="rId4"/>
    <p:sldId id="987" r:id="rId5"/>
    <p:sldId id="988" r:id="rId6"/>
    <p:sldId id="989" r:id="rId7"/>
    <p:sldId id="990" r:id="rId8"/>
    <p:sldId id="991" r:id="rId9"/>
    <p:sldId id="992" r:id="rId10"/>
    <p:sldId id="993" r:id="rId11"/>
    <p:sldId id="994" r:id="rId12"/>
    <p:sldId id="995" r:id="rId13"/>
    <p:sldId id="996" r:id="rId14"/>
    <p:sldId id="997" r:id="rId15"/>
    <p:sldId id="998" r:id="rId16"/>
    <p:sldId id="999" r:id="rId17"/>
    <p:sldId id="1001" r:id="rId18"/>
    <p:sldId id="1002" r:id="rId19"/>
    <p:sldId id="1004" r:id="rId20"/>
    <p:sldId id="1005" r:id="rId21"/>
    <p:sldId id="1006" r:id="rId22"/>
    <p:sldId id="1007" r:id="rId23"/>
    <p:sldId id="1008" r:id="rId24"/>
    <p:sldId id="1009" r:id="rId25"/>
    <p:sldId id="1010" r:id="rId26"/>
    <p:sldId id="1011" r:id="rId27"/>
    <p:sldId id="1012" r:id="rId28"/>
    <p:sldId id="1013" r:id="rId29"/>
    <p:sldId id="1014" r:id="rId30"/>
    <p:sldId id="1015" r:id="rId31"/>
    <p:sldId id="1016" r:id="rId32"/>
    <p:sldId id="1017" r:id="rId33"/>
    <p:sldId id="1018" r:id="rId34"/>
    <p:sldId id="1019" r:id="rId35"/>
    <p:sldId id="1050" r:id="rId36"/>
    <p:sldId id="1054" r:id="rId37"/>
    <p:sldId id="1055" r:id="rId38"/>
    <p:sldId id="1051" r:id="rId39"/>
    <p:sldId id="1052" r:id="rId40"/>
    <p:sldId id="1000" r:id="rId41"/>
    <p:sldId id="1020" r:id="rId42"/>
    <p:sldId id="1021" r:id="rId43"/>
    <p:sldId id="1022" r:id="rId44"/>
    <p:sldId id="1023" r:id="rId45"/>
    <p:sldId id="1024" r:id="rId46"/>
    <p:sldId id="1025" r:id="rId47"/>
    <p:sldId id="1026" r:id="rId48"/>
    <p:sldId id="1027" r:id="rId49"/>
    <p:sldId id="1028" r:id="rId50"/>
    <p:sldId id="1029" r:id="rId51"/>
    <p:sldId id="1030" r:id="rId52"/>
    <p:sldId id="1031" r:id="rId53"/>
    <p:sldId id="1032" r:id="rId54"/>
    <p:sldId id="1033" r:id="rId55"/>
    <p:sldId id="1034" r:id="rId56"/>
    <p:sldId id="1035" r:id="rId57"/>
    <p:sldId id="1036" r:id="rId58"/>
    <p:sldId id="1037" r:id="rId59"/>
    <p:sldId id="1038" r:id="rId60"/>
    <p:sldId id="1039" r:id="rId61"/>
    <p:sldId id="1040" r:id="rId62"/>
    <p:sldId id="1041" r:id="rId63"/>
    <p:sldId id="1042" r:id="rId64"/>
    <p:sldId id="1043" r:id="rId65"/>
    <p:sldId id="1044" r:id="rId66"/>
    <p:sldId id="1053" r:id="rId67"/>
    <p:sldId id="1045" r:id="rId68"/>
    <p:sldId id="1046" r:id="rId69"/>
    <p:sldId id="1047" r:id="rId70"/>
    <p:sldId id="1048" r:id="rId71"/>
    <p:sldId id="1049" r:id="rId72"/>
  </p:sldIdLst>
  <p:sldSz cx="9144000" cy="6858000" type="screen4x3"/>
  <p:notesSz cx="7302500" cy="9586913"/>
  <p:custDataLst>
    <p:tags r:id="rId75"/>
  </p:custDataLst>
  <p:defaultTextStyle>
    <a:defPPr>
      <a:defRPr lang="en-US"/>
    </a:defPPr>
    <a:lvl1pPr algn="l" rtl="0" fontAlgn="base">
      <a:spcBef>
        <a:spcPct val="0"/>
      </a:spcBef>
      <a:spcAft>
        <a:spcPct val="0"/>
      </a:spcAft>
      <a:defRPr sz="2400" b="1" kern="1200">
        <a:solidFill>
          <a:schemeClr val="tx1"/>
        </a:solidFill>
        <a:latin typeface="Arial Narrow" pitchFamily="-96" charset="0"/>
        <a:ea typeface="ＭＳ Ｐゴシック" pitchFamily="-96" charset="-128"/>
        <a:cs typeface="ＭＳ Ｐゴシック" pitchFamily="-96" charset="-128"/>
      </a:defRPr>
    </a:lvl1pPr>
    <a:lvl2pPr marL="457200" algn="l" rtl="0" fontAlgn="base">
      <a:spcBef>
        <a:spcPct val="0"/>
      </a:spcBef>
      <a:spcAft>
        <a:spcPct val="0"/>
      </a:spcAft>
      <a:defRPr sz="2400" b="1" kern="1200">
        <a:solidFill>
          <a:schemeClr val="tx1"/>
        </a:solidFill>
        <a:latin typeface="Arial Narrow" pitchFamily="-96" charset="0"/>
        <a:ea typeface="ＭＳ Ｐゴシック" pitchFamily="-96" charset="-128"/>
        <a:cs typeface="ＭＳ Ｐゴシック" pitchFamily="-96" charset="-128"/>
      </a:defRPr>
    </a:lvl2pPr>
    <a:lvl3pPr marL="914400" algn="l" rtl="0" fontAlgn="base">
      <a:spcBef>
        <a:spcPct val="0"/>
      </a:spcBef>
      <a:spcAft>
        <a:spcPct val="0"/>
      </a:spcAft>
      <a:defRPr sz="2400" b="1" kern="1200">
        <a:solidFill>
          <a:schemeClr val="tx1"/>
        </a:solidFill>
        <a:latin typeface="Arial Narrow" pitchFamily="-96" charset="0"/>
        <a:ea typeface="ＭＳ Ｐゴシック" pitchFamily="-96" charset="-128"/>
        <a:cs typeface="ＭＳ Ｐゴシック" pitchFamily="-96" charset="-128"/>
      </a:defRPr>
    </a:lvl3pPr>
    <a:lvl4pPr marL="1371600" algn="l" rtl="0" fontAlgn="base">
      <a:spcBef>
        <a:spcPct val="0"/>
      </a:spcBef>
      <a:spcAft>
        <a:spcPct val="0"/>
      </a:spcAft>
      <a:defRPr sz="2400" b="1" kern="1200">
        <a:solidFill>
          <a:schemeClr val="tx1"/>
        </a:solidFill>
        <a:latin typeface="Arial Narrow" pitchFamily="-96" charset="0"/>
        <a:ea typeface="ＭＳ Ｐゴシック" pitchFamily="-96" charset="-128"/>
        <a:cs typeface="ＭＳ Ｐゴシック" pitchFamily="-96" charset="-128"/>
      </a:defRPr>
    </a:lvl4pPr>
    <a:lvl5pPr marL="1828800" algn="l" rtl="0" fontAlgn="base">
      <a:spcBef>
        <a:spcPct val="0"/>
      </a:spcBef>
      <a:spcAft>
        <a:spcPct val="0"/>
      </a:spcAft>
      <a:defRPr sz="2400" b="1" kern="1200">
        <a:solidFill>
          <a:schemeClr val="tx1"/>
        </a:solidFill>
        <a:latin typeface="Arial Narrow" pitchFamily="-96" charset="0"/>
        <a:ea typeface="ＭＳ Ｐゴシック" pitchFamily="-96" charset="-128"/>
        <a:cs typeface="ＭＳ Ｐゴシック" pitchFamily="-96" charset="-128"/>
      </a:defRPr>
    </a:lvl5pPr>
    <a:lvl6pPr marL="2286000" algn="l" defTabSz="457200" rtl="0" eaLnBrk="1" latinLnBrk="0" hangingPunct="1">
      <a:defRPr sz="2400" b="1" kern="1200">
        <a:solidFill>
          <a:schemeClr val="tx1"/>
        </a:solidFill>
        <a:latin typeface="Arial Narrow" pitchFamily="-96" charset="0"/>
        <a:ea typeface="ＭＳ Ｐゴシック" pitchFamily="-96" charset="-128"/>
        <a:cs typeface="ＭＳ Ｐゴシック" pitchFamily="-96" charset="-128"/>
      </a:defRPr>
    </a:lvl6pPr>
    <a:lvl7pPr marL="2743200" algn="l" defTabSz="457200" rtl="0" eaLnBrk="1" latinLnBrk="0" hangingPunct="1">
      <a:defRPr sz="2400" b="1" kern="1200">
        <a:solidFill>
          <a:schemeClr val="tx1"/>
        </a:solidFill>
        <a:latin typeface="Arial Narrow" pitchFamily="-96" charset="0"/>
        <a:ea typeface="ＭＳ Ｐゴシック" pitchFamily="-96" charset="-128"/>
        <a:cs typeface="ＭＳ Ｐゴシック" pitchFamily="-96" charset="-128"/>
      </a:defRPr>
    </a:lvl7pPr>
    <a:lvl8pPr marL="3200400" algn="l" defTabSz="457200" rtl="0" eaLnBrk="1" latinLnBrk="0" hangingPunct="1">
      <a:defRPr sz="2400" b="1" kern="1200">
        <a:solidFill>
          <a:schemeClr val="tx1"/>
        </a:solidFill>
        <a:latin typeface="Arial Narrow" pitchFamily="-96" charset="0"/>
        <a:ea typeface="ＭＳ Ｐゴシック" pitchFamily="-96" charset="-128"/>
        <a:cs typeface="ＭＳ Ｐゴシック" pitchFamily="-96" charset="-128"/>
      </a:defRPr>
    </a:lvl8pPr>
    <a:lvl9pPr marL="3657600" algn="l" defTabSz="457200" rtl="0" eaLnBrk="1" latinLnBrk="0" hangingPunct="1">
      <a:defRPr sz="2400" b="1" kern="1200">
        <a:solidFill>
          <a:schemeClr val="tx1"/>
        </a:solidFill>
        <a:latin typeface="Arial Narrow" pitchFamily="-96" charset="0"/>
        <a:ea typeface="ＭＳ Ｐゴシック" pitchFamily="-96" charset="-128"/>
        <a:cs typeface="ＭＳ Ｐゴシック" pitchFamily="-96"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19">
          <p15:clr>
            <a:srgbClr val="A4A3A4"/>
          </p15:clr>
        </p15:guide>
        <p15:guide id="2" pos="23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5BD"/>
    <a:srgbClr val="990000"/>
    <a:srgbClr val="D5F1CF"/>
    <a:srgbClr val="F1C7C7"/>
    <a:srgbClr val="CDF1C5"/>
    <a:srgbClr val="FF9999"/>
    <a:srgbClr val="A8E799"/>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56" autoAdjust="0"/>
    <p:restoredTop sz="93353" autoAdjust="0"/>
  </p:normalViewPr>
  <p:slideViewPr>
    <p:cSldViewPr snapToObjects="1">
      <p:cViewPr varScale="1">
        <p:scale>
          <a:sx n="136" d="100"/>
          <a:sy n="136" d="100"/>
        </p:scale>
        <p:origin x="848"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Objects="1">
      <p:cViewPr varScale="1">
        <p:scale>
          <a:sx n="42" d="100"/>
          <a:sy n="42" d="100"/>
        </p:scale>
        <p:origin x="-1728" y="-120"/>
      </p:cViewPr>
      <p:guideLst>
        <p:guide orient="horz" pos="3019"/>
        <p:guide pos="230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droh:Downloads:cpumemgap.xls"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Macintosh%20HD:Users:droh:Downloads:corei7mountain.xls"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Macintosh%20HD:Users:droh:Downloads:corei7mountain.xls"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Macintosh%20HD:Users:droh:Downloads:corei7mountain.xls"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Macintosh%20HD:Users:droh:Downloads:corei7mm.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7333333333333301"/>
          <c:y val="3.9215686274509803E-2"/>
          <c:w val="0.56148148148148103"/>
          <c:h val="0.83660130718954195"/>
        </c:manualLayout>
      </c:layout>
      <c:lineChart>
        <c:grouping val="standard"/>
        <c:varyColors val="0"/>
        <c:ser>
          <c:idx val="0"/>
          <c:order val="0"/>
          <c:tx>
            <c:strRef>
              <c:f>data!$B$1</c:f>
              <c:strCache>
                <c:ptCount val="1"/>
                <c:pt idx="0">
                  <c:v>Disk seek time</c:v>
                </c:pt>
              </c:strCache>
            </c:strRef>
          </c:tx>
          <c:spPr>
            <a:ln w="12700">
              <a:solidFill>
                <a:srgbClr val="000000"/>
              </a:solidFill>
              <a:prstDash val="solid"/>
            </a:ln>
          </c:spPr>
          <c:marker>
            <c:symbol val="diamond"/>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data!$B$2:$B$9</c:f>
              <c:numCache>
                <c:formatCode>#,##0</c:formatCode>
                <c:ptCount val="8"/>
                <c:pt idx="0">
                  <c:v>87000000</c:v>
                </c:pt>
                <c:pt idx="1">
                  <c:v>75000000</c:v>
                </c:pt>
                <c:pt idx="2">
                  <c:v>28000000</c:v>
                </c:pt>
                <c:pt idx="3">
                  <c:v>10000000</c:v>
                </c:pt>
                <c:pt idx="4">
                  <c:v>8000000</c:v>
                </c:pt>
                <c:pt idx="5">
                  <c:v>8000000</c:v>
                </c:pt>
                <c:pt idx="6">
                  <c:v>8000000</c:v>
                </c:pt>
                <c:pt idx="7">
                  <c:v>8000000</c:v>
                </c:pt>
              </c:numCache>
            </c:numRef>
          </c:val>
          <c:smooth val="0"/>
          <c:extLst>
            <c:ext xmlns:c16="http://schemas.microsoft.com/office/drawing/2014/chart" uri="{C3380CC4-5D6E-409C-BE32-E72D297353CC}">
              <c16:uniqueId val="{00000000-D53D-994C-9AAF-0C75600AB86E}"/>
            </c:ext>
          </c:extLst>
        </c:ser>
        <c:ser>
          <c:idx val="1"/>
          <c:order val="1"/>
          <c:tx>
            <c:strRef>
              <c:f>data!$C$1</c:f>
              <c:strCache>
                <c:ptCount val="1"/>
                <c:pt idx="0">
                  <c:v>Flash SSD access time</c:v>
                </c:pt>
              </c:strCache>
            </c:strRef>
          </c:tx>
          <c:spPr>
            <a:ln w="12700">
              <a:solidFill>
                <a:srgbClr val="000000"/>
              </a:solidFill>
              <a:prstDash val="solid"/>
            </a:ln>
          </c:spPr>
          <c:marker>
            <c:symbol val="triangl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data!$C$2:$C$9</c:f>
              <c:numCache>
                <c:formatCode>General</c:formatCode>
                <c:ptCount val="8"/>
                <c:pt idx="7" formatCode="#,##0">
                  <c:v>75000</c:v>
                </c:pt>
              </c:numCache>
            </c:numRef>
          </c:val>
          <c:smooth val="0"/>
          <c:extLst>
            <c:ext xmlns:c16="http://schemas.microsoft.com/office/drawing/2014/chart" uri="{C3380CC4-5D6E-409C-BE32-E72D297353CC}">
              <c16:uniqueId val="{00000001-D53D-994C-9AAF-0C75600AB86E}"/>
            </c:ext>
          </c:extLst>
        </c:ser>
        <c:ser>
          <c:idx val="2"/>
          <c:order val="2"/>
          <c:tx>
            <c:strRef>
              <c:f>data!$D$1</c:f>
              <c:strCache>
                <c:ptCount val="1"/>
                <c:pt idx="0">
                  <c:v>DRAM access time</c:v>
                </c:pt>
              </c:strCache>
            </c:strRef>
          </c:tx>
          <c:spPr>
            <a:ln w="12700">
              <a:solidFill>
                <a:srgbClr val="000000"/>
              </a:solidFill>
              <a:prstDash val="solid"/>
            </a:ln>
          </c:spPr>
          <c:marker>
            <c:symbol val="squar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data!$D$2:$D$9</c:f>
              <c:numCache>
                <c:formatCode>General</c:formatCode>
                <c:ptCount val="8"/>
                <c:pt idx="0">
                  <c:v>375</c:v>
                </c:pt>
                <c:pt idx="1">
                  <c:v>200</c:v>
                </c:pt>
                <c:pt idx="2" formatCode="#,##0">
                  <c:v>100</c:v>
                </c:pt>
                <c:pt idx="3">
                  <c:v>70</c:v>
                </c:pt>
                <c:pt idx="4">
                  <c:v>60</c:v>
                </c:pt>
                <c:pt idx="5">
                  <c:v>55</c:v>
                </c:pt>
                <c:pt idx="6">
                  <c:v>50</c:v>
                </c:pt>
                <c:pt idx="7">
                  <c:v>40</c:v>
                </c:pt>
              </c:numCache>
            </c:numRef>
          </c:val>
          <c:smooth val="0"/>
          <c:extLst>
            <c:ext xmlns:c16="http://schemas.microsoft.com/office/drawing/2014/chart" uri="{C3380CC4-5D6E-409C-BE32-E72D297353CC}">
              <c16:uniqueId val="{00000002-D53D-994C-9AAF-0C75600AB86E}"/>
            </c:ext>
          </c:extLst>
        </c:ser>
        <c:ser>
          <c:idx val="3"/>
          <c:order val="3"/>
          <c:tx>
            <c:strRef>
              <c:f>data!$E$1</c:f>
              <c:strCache>
                <c:ptCount val="1"/>
                <c:pt idx="0">
                  <c:v>SRAM access time</c:v>
                </c:pt>
              </c:strCache>
            </c:strRef>
          </c:tx>
          <c:spPr>
            <a:ln w="12700">
              <a:solidFill>
                <a:srgbClr val="000000"/>
              </a:solidFill>
              <a:prstDash val="solid"/>
            </a:ln>
          </c:spPr>
          <c:marker>
            <c:symbol val="circle"/>
            <c:size val="8"/>
            <c:spPr>
              <a:solidFill>
                <a:srgbClr val="000000"/>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data!$E$2:$E$9</c:f>
              <c:numCache>
                <c:formatCode>General</c:formatCode>
                <c:ptCount val="8"/>
                <c:pt idx="0">
                  <c:v>300</c:v>
                </c:pt>
                <c:pt idx="1">
                  <c:v>150</c:v>
                </c:pt>
                <c:pt idx="2">
                  <c:v>35</c:v>
                </c:pt>
                <c:pt idx="3">
                  <c:v>15</c:v>
                </c:pt>
                <c:pt idx="4">
                  <c:v>3</c:v>
                </c:pt>
                <c:pt idx="5">
                  <c:v>2.5</c:v>
                </c:pt>
                <c:pt idx="6">
                  <c:v>2</c:v>
                </c:pt>
                <c:pt idx="7">
                  <c:v>1.5</c:v>
                </c:pt>
              </c:numCache>
            </c:numRef>
          </c:val>
          <c:smooth val="0"/>
          <c:extLst>
            <c:ext xmlns:c16="http://schemas.microsoft.com/office/drawing/2014/chart" uri="{C3380CC4-5D6E-409C-BE32-E72D297353CC}">
              <c16:uniqueId val="{00000003-D53D-994C-9AAF-0C75600AB86E}"/>
            </c:ext>
          </c:extLst>
        </c:ser>
        <c:ser>
          <c:idx val="4"/>
          <c:order val="4"/>
          <c:tx>
            <c:strRef>
              <c:f>data!$F$1</c:f>
              <c:strCache>
                <c:ptCount val="1"/>
                <c:pt idx="0">
                  <c:v>CPU cycle time</c:v>
                </c:pt>
              </c:strCache>
            </c:strRef>
          </c:tx>
          <c:spPr>
            <a:ln w="12700">
              <a:solidFill>
                <a:srgbClr val="000000"/>
              </a:solidFill>
              <a:prstDash val="solid"/>
            </a:ln>
          </c:spPr>
          <c:marker>
            <c:symbol val="square"/>
            <c:size val="8"/>
            <c:spPr>
              <a:solidFill>
                <a:srgbClr val="FFFFFF"/>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data!$F$2:$F$9</c:f>
              <c:numCache>
                <c:formatCode>General</c:formatCode>
                <c:ptCount val="8"/>
                <c:pt idx="0">
                  <c:v>1000</c:v>
                </c:pt>
                <c:pt idx="1">
                  <c:v>166</c:v>
                </c:pt>
                <c:pt idx="2">
                  <c:v>50</c:v>
                </c:pt>
                <c:pt idx="3">
                  <c:v>6</c:v>
                </c:pt>
                <c:pt idx="4">
                  <c:v>1.6</c:v>
                </c:pt>
                <c:pt idx="5">
                  <c:v>0.3</c:v>
                </c:pt>
                <c:pt idx="6">
                  <c:v>0.5</c:v>
                </c:pt>
                <c:pt idx="7">
                  <c:v>0.4</c:v>
                </c:pt>
              </c:numCache>
            </c:numRef>
          </c:val>
          <c:smooth val="0"/>
          <c:extLst>
            <c:ext xmlns:c16="http://schemas.microsoft.com/office/drawing/2014/chart" uri="{C3380CC4-5D6E-409C-BE32-E72D297353CC}">
              <c16:uniqueId val="{00000004-D53D-994C-9AAF-0C75600AB86E}"/>
            </c:ext>
          </c:extLst>
        </c:ser>
        <c:ser>
          <c:idx val="5"/>
          <c:order val="5"/>
          <c:tx>
            <c:strRef>
              <c:f>data!$G$1</c:f>
              <c:strCache>
                <c:ptCount val="1"/>
                <c:pt idx="0">
                  <c:v>Effective CPU cycle time</c:v>
                </c:pt>
              </c:strCache>
            </c:strRef>
          </c:tx>
          <c:spPr>
            <a:ln w="12700">
              <a:solidFill>
                <a:srgbClr val="000000"/>
              </a:solidFill>
              <a:prstDash val="solid"/>
            </a:ln>
          </c:spPr>
          <c:marker>
            <c:symbol val="circle"/>
            <c:size val="8"/>
            <c:spPr>
              <a:solidFill>
                <a:srgbClr val="FFFFFF"/>
              </a:solidFill>
              <a:ln>
                <a:solidFill>
                  <a:srgbClr val="000000"/>
                </a:solidFill>
                <a:prstDash val="solid"/>
              </a:ln>
            </c:spPr>
          </c:marker>
          <c:cat>
            <c:numRef>
              <c:f>data!$A$2:$A$9</c:f>
              <c:numCache>
                <c:formatCode>General</c:formatCode>
                <c:ptCount val="8"/>
                <c:pt idx="0">
                  <c:v>1980</c:v>
                </c:pt>
                <c:pt idx="1">
                  <c:v>1985</c:v>
                </c:pt>
                <c:pt idx="2">
                  <c:v>1990</c:v>
                </c:pt>
                <c:pt idx="3">
                  <c:v>1995</c:v>
                </c:pt>
                <c:pt idx="4">
                  <c:v>2000</c:v>
                </c:pt>
                <c:pt idx="5">
                  <c:v>2003</c:v>
                </c:pt>
                <c:pt idx="6">
                  <c:v>2005</c:v>
                </c:pt>
                <c:pt idx="7">
                  <c:v>2010</c:v>
                </c:pt>
              </c:numCache>
            </c:numRef>
          </c:cat>
          <c:val>
            <c:numRef>
              <c:f>data!$G$2:$G$9</c:f>
              <c:numCache>
                <c:formatCode>General</c:formatCode>
                <c:ptCount val="8"/>
                <c:pt idx="5">
                  <c:v>0.3</c:v>
                </c:pt>
                <c:pt idx="6">
                  <c:v>0.25</c:v>
                </c:pt>
                <c:pt idx="7">
                  <c:v>0.1</c:v>
                </c:pt>
              </c:numCache>
            </c:numRef>
          </c:val>
          <c:smooth val="0"/>
          <c:extLst>
            <c:ext xmlns:c16="http://schemas.microsoft.com/office/drawing/2014/chart" uri="{C3380CC4-5D6E-409C-BE32-E72D297353CC}">
              <c16:uniqueId val="{00000005-D53D-994C-9AAF-0C75600AB86E}"/>
            </c:ext>
          </c:extLst>
        </c:ser>
        <c:dLbls>
          <c:showLegendKey val="0"/>
          <c:showVal val="0"/>
          <c:showCatName val="0"/>
          <c:showSerName val="0"/>
          <c:showPercent val="0"/>
          <c:showBubbleSize val="0"/>
        </c:dLbls>
        <c:marker val="1"/>
        <c:smooth val="0"/>
        <c:axId val="-2061633488"/>
        <c:axId val="-2054277392"/>
      </c:lineChart>
      <c:catAx>
        <c:axId val="-2061633488"/>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a:t>Year</a:t>
                </a:r>
              </a:p>
            </c:rich>
          </c:tx>
          <c:layout>
            <c:manualLayout>
              <c:xMode val="edge"/>
              <c:yMode val="edge"/>
              <c:x val="0.431111111111111"/>
              <c:y val="0.93464052287581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Arial"/>
                <a:ea typeface="Arial"/>
                <a:cs typeface="Arial"/>
              </a:defRPr>
            </a:pPr>
            <a:endParaRPr lang="en-TR"/>
          </a:p>
        </c:txPr>
        <c:crossAx val="-2054277392"/>
        <c:crossesAt val="0.01"/>
        <c:auto val="1"/>
        <c:lblAlgn val="ctr"/>
        <c:lblOffset val="100"/>
        <c:tickLblSkip val="1"/>
        <c:tickMarkSkip val="1"/>
        <c:noMultiLvlLbl val="0"/>
      </c:catAx>
      <c:valAx>
        <c:axId val="-2054277392"/>
        <c:scaling>
          <c:logBase val="10"/>
          <c:orientation val="minMax"/>
          <c:min val="0.01"/>
        </c:scaling>
        <c:delete val="0"/>
        <c:axPos val="l"/>
        <c:majorGridlines>
          <c:spPr>
            <a:ln w="3175">
              <a:solidFill>
                <a:srgbClr val="000000"/>
              </a:solidFill>
              <a:prstDash val="solid"/>
            </a:ln>
          </c:spPr>
        </c:majorGridlines>
        <c:title>
          <c:tx>
            <c:rich>
              <a:bodyPr/>
              <a:lstStyle/>
              <a:p>
                <a:pPr>
                  <a:defRPr sz="1600" b="1" i="0" u="none" strike="noStrike" baseline="0">
                    <a:solidFill>
                      <a:srgbClr val="000000"/>
                    </a:solidFill>
                    <a:latin typeface="Arial"/>
                    <a:ea typeface="Arial"/>
                    <a:cs typeface="Arial"/>
                  </a:defRPr>
                </a:pPr>
                <a:r>
                  <a:rPr lang="en-US" sz="1600"/>
                  <a:t>ns</a:t>
                </a:r>
              </a:p>
            </c:rich>
          </c:tx>
          <c:layout>
            <c:manualLayout>
              <c:xMode val="edge"/>
              <c:yMode val="edge"/>
              <c:x val="1.3333333333333299E-2"/>
              <c:y val="0.43790849673202598"/>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Arial"/>
                <a:ea typeface="Arial"/>
                <a:cs typeface="Arial"/>
              </a:defRPr>
            </a:pPr>
            <a:endParaRPr lang="en-TR"/>
          </a:p>
        </c:txPr>
        <c:crossAx val="-2061633488"/>
        <c:crosses val="autoZero"/>
        <c:crossBetween val="between"/>
      </c:valAx>
      <c:spPr>
        <a:solidFill>
          <a:srgbClr val="FFFFFF"/>
        </a:solidFill>
        <a:ln w="12700">
          <a:solidFill>
            <a:srgbClr val="808080"/>
          </a:solidFill>
          <a:prstDash val="solid"/>
        </a:ln>
      </c:spPr>
    </c:plotArea>
    <c:legend>
      <c:legendPos val="r"/>
      <c:layout>
        <c:manualLayout>
          <c:xMode val="edge"/>
          <c:yMode val="edge"/>
          <c:x val="0.74666666666666703"/>
          <c:y val="0.33986928104575198"/>
          <c:w val="0.24740740740740699"/>
          <c:h val="0.237472766884532"/>
        </c:manualLayout>
      </c:layout>
      <c:overlay val="0"/>
      <c:spPr>
        <a:solidFill>
          <a:srgbClr val="FFFFFF"/>
        </a:solidFill>
        <a:ln w="3175">
          <a:solidFill>
            <a:srgbClr val="000000"/>
          </a:solidFill>
          <a:prstDash val="solid"/>
        </a:ln>
      </c:spPr>
      <c:txPr>
        <a:bodyPr/>
        <a:lstStyle/>
        <a:p>
          <a:pPr>
            <a:defRPr sz="1100" b="0" i="0" u="none" strike="noStrike" baseline="0">
              <a:solidFill>
                <a:srgbClr val="000000"/>
              </a:solidFill>
              <a:latin typeface="Arial"/>
              <a:ea typeface="Arial"/>
              <a:cs typeface="Arial"/>
            </a:defRPr>
          </a:pPr>
          <a:endParaRPr lang="en-TR"/>
        </a:p>
      </c:txPr>
    </c:legend>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T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hPercent val="100"/>
      <c:rotY val="40"/>
      <c:depthPercent val="100"/>
      <c:rAngAx val="0"/>
    </c:view3D>
    <c:floor>
      <c:thickness val="0"/>
      <c:spPr>
        <a:solidFill>
          <a:srgbClr val="C0C0C0"/>
        </a:solidFill>
        <a:ln w="3175">
          <a:solidFill>
            <a:srgbClr val="000000"/>
          </a:solidFill>
          <a:prstDash val="solid"/>
        </a:ln>
      </c:spPr>
    </c:floor>
    <c:sideWall>
      <c:thickness val="0"/>
      <c:spPr>
        <a:solidFill>
          <a:srgbClr val="FFFFFF"/>
        </a:solidFill>
        <a:ln w="12700">
          <a:solidFill>
            <a:srgbClr val="808080"/>
          </a:solidFill>
          <a:prstDash val="solid"/>
        </a:ln>
      </c:spPr>
    </c:sideWall>
    <c:backWall>
      <c:thickness val="0"/>
      <c:spPr>
        <a:solidFill>
          <a:srgbClr val="FFFFFF"/>
        </a:solidFill>
        <a:ln w="12700">
          <a:solidFill>
            <a:srgbClr val="808080"/>
          </a:solidFill>
          <a:prstDash val="solid"/>
        </a:ln>
      </c:spPr>
    </c:backWall>
    <c:plotArea>
      <c:layout/>
      <c:surface3DChart>
        <c:wireframe val="0"/>
        <c:ser>
          <c:idx val="0"/>
          <c:order val="0"/>
          <c:tx>
            <c:strRef>
              <c:f>'corei7-mountain-data'!$B$1</c:f>
              <c:strCache>
                <c:ptCount val="1"/>
                <c:pt idx="0">
                  <c:v>64M</c:v>
                </c:pt>
              </c:strCache>
            </c:strRef>
          </c:tx>
          <c:spPr>
            <a:solidFill>
              <a:srgbClr val="9999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'corei7-mountain-data'!$B$2:$B$19</c:f>
              <c:numCache>
                <c:formatCode>General</c:formatCode>
                <c:ptCount val="18"/>
                <c:pt idx="0">
                  <c:v>4029.59</c:v>
                </c:pt>
                <c:pt idx="1">
                  <c:v>2752.75</c:v>
                </c:pt>
                <c:pt idx="2">
                  <c:v>2159.29</c:v>
                </c:pt>
                <c:pt idx="3">
                  <c:v>1710.75</c:v>
                </c:pt>
                <c:pt idx="4">
                  <c:v>1391.48</c:v>
                </c:pt>
                <c:pt idx="5">
                  <c:v>1176.29</c:v>
                </c:pt>
                <c:pt idx="6">
                  <c:v>1015.77</c:v>
                </c:pt>
                <c:pt idx="7">
                  <c:v>890.72</c:v>
                </c:pt>
                <c:pt idx="8">
                  <c:v>845.57</c:v>
                </c:pt>
                <c:pt idx="9">
                  <c:v>805.45999999999935</c:v>
                </c:pt>
                <c:pt idx="10">
                  <c:v>773.78</c:v>
                </c:pt>
                <c:pt idx="11">
                  <c:v>757.94</c:v>
                </c:pt>
                <c:pt idx="12">
                  <c:v>727.91</c:v>
                </c:pt>
                <c:pt idx="13">
                  <c:v>712.66</c:v>
                </c:pt>
                <c:pt idx="14">
                  <c:v>705.63</c:v>
                </c:pt>
                <c:pt idx="15">
                  <c:v>701.98</c:v>
                </c:pt>
                <c:pt idx="16">
                  <c:v>598.19000000000005</c:v>
                </c:pt>
                <c:pt idx="17">
                  <c:v>601.22</c:v>
                </c:pt>
              </c:numCache>
            </c:numRef>
          </c:val>
          <c:extLst>
            <c:ext xmlns:c16="http://schemas.microsoft.com/office/drawing/2014/chart" uri="{C3380CC4-5D6E-409C-BE32-E72D297353CC}">
              <c16:uniqueId val="{00000000-28F7-C64E-BBFE-437740DB701B}"/>
            </c:ext>
          </c:extLst>
        </c:ser>
        <c:ser>
          <c:idx val="1"/>
          <c:order val="1"/>
          <c:tx>
            <c:strRef>
              <c:f>'corei7-mountain-data'!$C$1</c:f>
              <c:strCache>
                <c:ptCount val="1"/>
                <c:pt idx="0">
                  <c:v>32M</c:v>
                </c:pt>
              </c:strCache>
            </c:strRef>
          </c:tx>
          <c:spPr>
            <a:solidFill>
              <a:srgbClr val="9933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'corei7-mountain-data'!$C$2:$C$19</c:f>
              <c:numCache>
                <c:formatCode>General</c:formatCode>
                <c:ptCount val="18"/>
                <c:pt idx="0">
                  <c:v>4029.36</c:v>
                </c:pt>
                <c:pt idx="1">
                  <c:v>2752.39</c:v>
                </c:pt>
                <c:pt idx="2">
                  <c:v>2160.62</c:v>
                </c:pt>
                <c:pt idx="3">
                  <c:v>1710.98</c:v>
                </c:pt>
                <c:pt idx="4">
                  <c:v>1391.5</c:v>
                </c:pt>
                <c:pt idx="5">
                  <c:v>1176.54</c:v>
                </c:pt>
                <c:pt idx="6">
                  <c:v>1016.71</c:v>
                </c:pt>
                <c:pt idx="7">
                  <c:v>891.8</c:v>
                </c:pt>
                <c:pt idx="8">
                  <c:v>846.98</c:v>
                </c:pt>
                <c:pt idx="9">
                  <c:v>807.22</c:v>
                </c:pt>
                <c:pt idx="10">
                  <c:v>775.18</c:v>
                </c:pt>
                <c:pt idx="11">
                  <c:v>760.41</c:v>
                </c:pt>
                <c:pt idx="12">
                  <c:v>730.74</c:v>
                </c:pt>
                <c:pt idx="13">
                  <c:v>714.98</c:v>
                </c:pt>
                <c:pt idx="14">
                  <c:v>709.26</c:v>
                </c:pt>
                <c:pt idx="15">
                  <c:v>708.88</c:v>
                </c:pt>
                <c:pt idx="16">
                  <c:v>608.99</c:v>
                </c:pt>
                <c:pt idx="17">
                  <c:v>607.39</c:v>
                </c:pt>
              </c:numCache>
            </c:numRef>
          </c:val>
          <c:extLst>
            <c:ext xmlns:c16="http://schemas.microsoft.com/office/drawing/2014/chart" uri="{C3380CC4-5D6E-409C-BE32-E72D297353CC}">
              <c16:uniqueId val="{00000001-28F7-C64E-BBFE-437740DB701B}"/>
            </c:ext>
          </c:extLst>
        </c:ser>
        <c:ser>
          <c:idx val="2"/>
          <c:order val="2"/>
          <c:tx>
            <c:strRef>
              <c:f>'corei7-mountain-data'!$D$1</c:f>
              <c:strCache>
                <c:ptCount val="1"/>
                <c:pt idx="0">
                  <c:v>16M</c:v>
                </c:pt>
              </c:strCache>
            </c:strRef>
          </c:tx>
          <c:spPr>
            <a:solidFill>
              <a:srgbClr val="FFFF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'corei7-mountain-data'!$D$2:$D$19</c:f>
              <c:numCache>
                <c:formatCode>General</c:formatCode>
                <c:ptCount val="18"/>
                <c:pt idx="0">
                  <c:v>4040.1</c:v>
                </c:pt>
                <c:pt idx="1">
                  <c:v>2788.42</c:v>
                </c:pt>
                <c:pt idx="2">
                  <c:v>2188.92</c:v>
                </c:pt>
                <c:pt idx="3">
                  <c:v>1742.97</c:v>
                </c:pt>
                <c:pt idx="4">
                  <c:v>1421.69</c:v>
                </c:pt>
                <c:pt idx="5">
                  <c:v>1201.31</c:v>
                </c:pt>
                <c:pt idx="6">
                  <c:v>1038.3699999999999</c:v>
                </c:pt>
                <c:pt idx="7">
                  <c:v>911.7</c:v>
                </c:pt>
                <c:pt idx="8">
                  <c:v>870.39</c:v>
                </c:pt>
                <c:pt idx="9">
                  <c:v>835.30999999999938</c:v>
                </c:pt>
                <c:pt idx="10">
                  <c:v>809.25</c:v>
                </c:pt>
                <c:pt idx="11">
                  <c:v>798.05</c:v>
                </c:pt>
                <c:pt idx="12">
                  <c:v>780.28</c:v>
                </c:pt>
                <c:pt idx="13">
                  <c:v>778.37</c:v>
                </c:pt>
                <c:pt idx="14">
                  <c:v>787.2</c:v>
                </c:pt>
                <c:pt idx="15">
                  <c:v>744.13</c:v>
                </c:pt>
                <c:pt idx="16">
                  <c:v>633.53</c:v>
                </c:pt>
                <c:pt idx="17">
                  <c:v>608.85999999999808</c:v>
                </c:pt>
              </c:numCache>
            </c:numRef>
          </c:val>
          <c:extLst>
            <c:ext xmlns:c16="http://schemas.microsoft.com/office/drawing/2014/chart" uri="{C3380CC4-5D6E-409C-BE32-E72D297353CC}">
              <c16:uniqueId val="{00000002-28F7-C64E-BBFE-437740DB701B}"/>
            </c:ext>
          </c:extLst>
        </c:ser>
        <c:ser>
          <c:idx val="3"/>
          <c:order val="3"/>
          <c:tx>
            <c:strRef>
              <c:f>'corei7-mountain-data'!$E$1</c:f>
              <c:strCache>
                <c:ptCount val="1"/>
                <c:pt idx="0">
                  <c:v>8M</c:v>
                </c:pt>
              </c:strCache>
            </c:strRef>
          </c:tx>
          <c:spPr>
            <a:solidFill>
              <a:srgbClr val="CCFF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'corei7-mountain-data'!$E$2:$E$19</c:f>
              <c:numCache>
                <c:formatCode>General</c:formatCode>
                <c:ptCount val="18"/>
                <c:pt idx="0">
                  <c:v>4374.01</c:v>
                </c:pt>
                <c:pt idx="1">
                  <c:v>3610.74</c:v>
                </c:pt>
                <c:pt idx="2">
                  <c:v>3002.03</c:v>
                </c:pt>
                <c:pt idx="3">
                  <c:v>2492.39</c:v>
                </c:pt>
                <c:pt idx="4">
                  <c:v>2131.04</c:v>
                </c:pt>
                <c:pt idx="5">
                  <c:v>1821.71</c:v>
                </c:pt>
                <c:pt idx="6">
                  <c:v>1564.14</c:v>
                </c:pt>
                <c:pt idx="7">
                  <c:v>1414.18</c:v>
                </c:pt>
                <c:pt idx="8">
                  <c:v>1404.78</c:v>
                </c:pt>
                <c:pt idx="9">
                  <c:v>1408.59</c:v>
                </c:pt>
                <c:pt idx="10">
                  <c:v>1423.67</c:v>
                </c:pt>
                <c:pt idx="11">
                  <c:v>1456.86</c:v>
                </c:pt>
                <c:pt idx="12">
                  <c:v>1499.61</c:v>
                </c:pt>
                <c:pt idx="13">
                  <c:v>1600.13</c:v>
                </c:pt>
                <c:pt idx="14">
                  <c:v>1667.47</c:v>
                </c:pt>
                <c:pt idx="15">
                  <c:v>1231.7</c:v>
                </c:pt>
                <c:pt idx="16">
                  <c:v>1078.97</c:v>
                </c:pt>
                <c:pt idx="17">
                  <c:v>1026.03</c:v>
                </c:pt>
              </c:numCache>
            </c:numRef>
          </c:val>
          <c:extLst>
            <c:ext xmlns:c16="http://schemas.microsoft.com/office/drawing/2014/chart" uri="{C3380CC4-5D6E-409C-BE32-E72D297353CC}">
              <c16:uniqueId val="{00000003-28F7-C64E-BBFE-437740DB701B}"/>
            </c:ext>
          </c:extLst>
        </c:ser>
        <c:ser>
          <c:idx val="4"/>
          <c:order val="4"/>
          <c:tx>
            <c:strRef>
              <c:f>'corei7-mountain-data'!$F$1</c:f>
              <c:strCache>
                <c:ptCount val="1"/>
                <c:pt idx="0">
                  <c:v>4M</c:v>
                </c:pt>
              </c:strCache>
            </c:strRef>
          </c:tx>
          <c:spPr>
            <a:solidFill>
              <a:srgbClr val="6600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'corei7-mountain-data'!$F$2:$F$19</c:f>
              <c:numCache>
                <c:formatCode>General</c:formatCode>
                <c:ptCount val="18"/>
                <c:pt idx="0">
                  <c:v>4642.47</c:v>
                </c:pt>
                <c:pt idx="1">
                  <c:v>4583.8</c:v>
                </c:pt>
                <c:pt idx="2">
                  <c:v>4074.93</c:v>
                </c:pt>
                <c:pt idx="3">
                  <c:v>3557.51</c:v>
                </c:pt>
                <c:pt idx="4">
                  <c:v>3337.59</c:v>
                </c:pt>
                <c:pt idx="5">
                  <c:v>2898.78</c:v>
                </c:pt>
                <c:pt idx="6">
                  <c:v>2535.2199999999998</c:v>
                </c:pt>
                <c:pt idx="7">
                  <c:v>2248.83</c:v>
                </c:pt>
                <c:pt idx="8">
                  <c:v>2227.41</c:v>
                </c:pt>
                <c:pt idx="9">
                  <c:v>2203.98</c:v>
                </c:pt>
                <c:pt idx="10">
                  <c:v>2187.29</c:v>
                </c:pt>
                <c:pt idx="11">
                  <c:v>2164.1799999999998</c:v>
                </c:pt>
                <c:pt idx="12">
                  <c:v>2156.96</c:v>
                </c:pt>
                <c:pt idx="13">
                  <c:v>2148.52</c:v>
                </c:pt>
                <c:pt idx="14">
                  <c:v>2146.83</c:v>
                </c:pt>
                <c:pt idx="15">
                  <c:v>2131.36</c:v>
                </c:pt>
                <c:pt idx="16">
                  <c:v>2038.29</c:v>
                </c:pt>
                <c:pt idx="17">
                  <c:v>2060.87</c:v>
                </c:pt>
              </c:numCache>
            </c:numRef>
          </c:val>
          <c:extLst>
            <c:ext xmlns:c16="http://schemas.microsoft.com/office/drawing/2014/chart" uri="{C3380CC4-5D6E-409C-BE32-E72D297353CC}">
              <c16:uniqueId val="{00000004-28F7-C64E-BBFE-437740DB701B}"/>
            </c:ext>
          </c:extLst>
        </c:ser>
        <c:ser>
          <c:idx val="5"/>
          <c:order val="5"/>
          <c:tx>
            <c:strRef>
              <c:f>'corei7-mountain-data'!$G$1</c:f>
              <c:strCache>
                <c:ptCount val="1"/>
                <c:pt idx="0">
                  <c:v>2M</c:v>
                </c:pt>
              </c:strCache>
            </c:strRef>
          </c:tx>
          <c:spPr>
            <a:solidFill>
              <a:srgbClr val="FF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'corei7-mountain-data'!$G$2:$G$19</c:f>
              <c:numCache>
                <c:formatCode>General</c:formatCode>
                <c:ptCount val="18"/>
                <c:pt idx="0">
                  <c:v>4674.0600000000004</c:v>
                </c:pt>
                <c:pt idx="1">
                  <c:v>4659.0600000000004</c:v>
                </c:pt>
                <c:pt idx="2">
                  <c:v>4153.1000000000004</c:v>
                </c:pt>
                <c:pt idx="3">
                  <c:v>4016.4</c:v>
                </c:pt>
                <c:pt idx="4">
                  <c:v>3540.78</c:v>
                </c:pt>
                <c:pt idx="5">
                  <c:v>3027.05</c:v>
                </c:pt>
                <c:pt idx="6">
                  <c:v>2625.06</c:v>
                </c:pt>
                <c:pt idx="7">
                  <c:v>2321.73</c:v>
                </c:pt>
                <c:pt idx="8">
                  <c:v>2306.4</c:v>
                </c:pt>
                <c:pt idx="9">
                  <c:v>2292.86</c:v>
                </c:pt>
                <c:pt idx="10">
                  <c:v>2282.38</c:v>
                </c:pt>
                <c:pt idx="11">
                  <c:v>2270.35</c:v>
                </c:pt>
                <c:pt idx="12">
                  <c:v>2264.14</c:v>
                </c:pt>
                <c:pt idx="13">
                  <c:v>2259.8000000000002</c:v>
                </c:pt>
                <c:pt idx="14">
                  <c:v>2260.46</c:v>
                </c:pt>
                <c:pt idx="15">
                  <c:v>2261.54</c:v>
                </c:pt>
                <c:pt idx="16">
                  <c:v>2224.92</c:v>
                </c:pt>
                <c:pt idx="17">
                  <c:v>2431.58</c:v>
                </c:pt>
              </c:numCache>
            </c:numRef>
          </c:val>
          <c:extLst>
            <c:ext xmlns:c16="http://schemas.microsoft.com/office/drawing/2014/chart" uri="{C3380CC4-5D6E-409C-BE32-E72D297353CC}">
              <c16:uniqueId val="{00000005-28F7-C64E-BBFE-437740DB701B}"/>
            </c:ext>
          </c:extLst>
        </c:ser>
        <c:ser>
          <c:idx val="6"/>
          <c:order val="6"/>
          <c:tx>
            <c:strRef>
              <c:f>'corei7-mountain-data'!$H$1</c:f>
              <c:strCache>
                <c:ptCount val="1"/>
                <c:pt idx="0">
                  <c:v>1M</c:v>
                </c:pt>
              </c:strCache>
            </c:strRef>
          </c:tx>
          <c:spPr>
            <a:solidFill>
              <a:srgbClr val="0066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'corei7-mountain-data'!$H$2:$H$19</c:f>
              <c:numCache>
                <c:formatCode>General</c:formatCode>
                <c:ptCount val="18"/>
                <c:pt idx="0">
                  <c:v>4673.7700000000004</c:v>
                </c:pt>
                <c:pt idx="1">
                  <c:v>4656.9799999999996</c:v>
                </c:pt>
                <c:pt idx="2">
                  <c:v>4156.32</c:v>
                </c:pt>
                <c:pt idx="3">
                  <c:v>4012.65</c:v>
                </c:pt>
                <c:pt idx="4">
                  <c:v>3535.85</c:v>
                </c:pt>
                <c:pt idx="5">
                  <c:v>3021.82</c:v>
                </c:pt>
                <c:pt idx="6">
                  <c:v>2623.08</c:v>
                </c:pt>
                <c:pt idx="7">
                  <c:v>2318.19</c:v>
                </c:pt>
                <c:pt idx="8">
                  <c:v>2303.7199999999998</c:v>
                </c:pt>
                <c:pt idx="9">
                  <c:v>2291.5500000000002</c:v>
                </c:pt>
                <c:pt idx="10">
                  <c:v>2280.42</c:v>
                </c:pt>
                <c:pt idx="11">
                  <c:v>2270.2399999999998</c:v>
                </c:pt>
                <c:pt idx="12">
                  <c:v>2264.8200000000002</c:v>
                </c:pt>
                <c:pt idx="13">
                  <c:v>2261.86</c:v>
                </c:pt>
                <c:pt idx="14">
                  <c:v>2261.31</c:v>
                </c:pt>
                <c:pt idx="15">
                  <c:v>2271.41</c:v>
                </c:pt>
                <c:pt idx="16">
                  <c:v>2237.27</c:v>
                </c:pt>
                <c:pt idx="17">
                  <c:v>2432.7399999999998</c:v>
                </c:pt>
              </c:numCache>
            </c:numRef>
          </c:val>
          <c:extLst>
            <c:ext xmlns:c16="http://schemas.microsoft.com/office/drawing/2014/chart" uri="{C3380CC4-5D6E-409C-BE32-E72D297353CC}">
              <c16:uniqueId val="{00000006-28F7-C64E-BBFE-437740DB701B}"/>
            </c:ext>
          </c:extLst>
        </c:ser>
        <c:ser>
          <c:idx val="7"/>
          <c:order val="7"/>
          <c:tx>
            <c:strRef>
              <c:f>'corei7-mountain-data'!$I$1</c:f>
              <c:strCache>
                <c:ptCount val="1"/>
                <c:pt idx="0">
                  <c:v>512K</c:v>
                </c:pt>
              </c:strCache>
            </c:strRef>
          </c:tx>
          <c:spPr>
            <a:solidFill>
              <a:srgbClr val="CCCC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'corei7-mountain-data'!$I$2:$I$19</c:f>
              <c:numCache>
                <c:formatCode>General</c:formatCode>
                <c:ptCount val="18"/>
                <c:pt idx="0">
                  <c:v>4673</c:v>
                </c:pt>
                <c:pt idx="1">
                  <c:v>4658.05</c:v>
                </c:pt>
                <c:pt idx="2">
                  <c:v>4267.3</c:v>
                </c:pt>
                <c:pt idx="3">
                  <c:v>4052.55</c:v>
                </c:pt>
                <c:pt idx="4">
                  <c:v>3730.88</c:v>
                </c:pt>
                <c:pt idx="5">
                  <c:v>3236.67</c:v>
                </c:pt>
                <c:pt idx="6">
                  <c:v>2839.93</c:v>
                </c:pt>
                <c:pt idx="7">
                  <c:v>2527.15</c:v>
                </c:pt>
                <c:pt idx="8">
                  <c:v>2513.25</c:v>
                </c:pt>
                <c:pt idx="9">
                  <c:v>2503.12</c:v>
                </c:pt>
                <c:pt idx="10">
                  <c:v>2494.19</c:v>
                </c:pt>
                <c:pt idx="11">
                  <c:v>2517.44</c:v>
                </c:pt>
                <c:pt idx="12">
                  <c:v>2523.1</c:v>
                </c:pt>
                <c:pt idx="13">
                  <c:v>2551.67</c:v>
                </c:pt>
                <c:pt idx="14">
                  <c:v>2555.5300000000002</c:v>
                </c:pt>
                <c:pt idx="15">
                  <c:v>2477.41</c:v>
                </c:pt>
                <c:pt idx="16">
                  <c:v>2420.17</c:v>
                </c:pt>
                <c:pt idx="17">
                  <c:v>2590.64</c:v>
                </c:pt>
              </c:numCache>
            </c:numRef>
          </c:val>
          <c:extLst>
            <c:ext xmlns:c16="http://schemas.microsoft.com/office/drawing/2014/chart" uri="{C3380CC4-5D6E-409C-BE32-E72D297353CC}">
              <c16:uniqueId val="{00000007-28F7-C64E-BBFE-437740DB701B}"/>
            </c:ext>
          </c:extLst>
        </c:ser>
        <c:ser>
          <c:idx val="8"/>
          <c:order val="8"/>
          <c:tx>
            <c:strRef>
              <c:f>'corei7-mountain-data'!$J$1</c:f>
              <c:strCache>
                <c:ptCount val="1"/>
                <c:pt idx="0">
                  <c:v>256K</c:v>
                </c:pt>
              </c:strCache>
            </c:strRef>
          </c:tx>
          <c:spPr>
            <a:solidFill>
              <a:srgbClr val="00009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'corei7-mountain-data'!$J$2:$J$19</c:f>
              <c:numCache>
                <c:formatCode>General</c:formatCode>
                <c:ptCount val="18"/>
                <c:pt idx="0">
                  <c:v>4672.3100000000004</c:v>
                </c:pt>
                <c:pt idx="1">
                  <c:v>4645.58</c:v>
                </c:pt>
                <c:pt idx="2">
                  <c:v>4300.1000000000004</c:v>
                </c:pt>
                <c:pt idx="3">
                  <c:v>4091.3</c:v>
                </c:pt>
                <c:pt idx="4">
                  <c:v>3890.2</c:v>
                </c:pt>
                <c:pt idx="5">
                  <c:v>3175.38</c:v>
                </c:pt>
                <c:pt idx="6">
                  <c:v>2748.26</c:v>
                </c:pt>
                <c:pt idx="7">
                  <c:v>2351.27</c:v>
                </c:pt>
                <c:pt idx="8">
                  <c:v>2518.38</c:v>
                </c:pt>
                <c:pt idx="9">
                  <c:v>2627.49</c:v>
                </c:pt>
                <c:pt idx="10">
                  <c:v>2644.71</c:v>
                </c:pt>
                <c:pt idx="11">
                  <c:v>2646.45</c:v>
                </c:pt>
                <c:pt idx="12">
                  <c:v>2690.79</c:v>
                </c:pt>
                <c:pt idx="13">
                  <c:v>2715.46</c:v>
                </c:pt>
                <c:pt idx="14">
                  <c:v>2762.7</c:v>
                </c:pt>
                <c:pt idx="15">
                  <c:v>2445.48</c:v>
                </c:pt>
                <c:pt idx="16">
                  <c:v>2440.11</c:v>
                </c:pt>
                <c:pt idx="17">
                  <c:v>2560.87</c:v>
                </c:pt>
              </c:numCache>
            </c:numRef>
          </c:val>
          <c:extLst>
            <c:ext xmlns:c16="http://schemas.microsoft.com/office/drawing/2014/chart" uri="{C3380CC4-5D6E-409C-BE32-E72D297353CC}">
              <c16:uniqueId val="{00000008-28F7-C64E-BBFE-437740DB701B}"/>
            </c:ext>
          </c:extLst>
        </c:ser>
        <c:ser>
          <c:idx val="9"/>
          <c:order val="9"/>
          <c:tx>
            <c:strRef>
              <c:f>'corei7-mountain-data'!$K$1</c:f>
              <c:strCache>
                <c:ptCount val="1"/>
                <c:pt idx="0">
                  <c:v>128K</c:v>
                </c:pt>
              </c:strCache>
            </c:strRef>
          </c:tx>
          <c:spPr>
            <a:solidFill>
              <a:srgbClr val="F2088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'corei7-mountain-data'!$K$2:$K$19</c:f>
              <c:numCache>
                <c:formatCode>General</c:formatCode>
                <c:ptCount val="18"/>
                <c:pt idx="0">
                  <c:v>4669.8900000000003</c:v>
                </c:pt>
                <c:pt idx="1">
                  <c:v>4661.4399999999996</c:v>
                </c:pt>
                <c:pt idx="2">
                  <c:v>4661.75</c:v>
                </c:pt>
                <c:pt idx="3">
                  <c:v>4570.55</c:v>
                </c:pt>
                <c:pt idx="4">
                  <c:v>4453.42</c:v>
                </c:pt>
                <c:pt idx="5">
                  <c:v>4070.1</c:v>
                </c:pt>
                <c:pt idx="6">
                  <c:v>3626.17</c:v>
                </c:pt>
                <c:pt idx="7">
                  <c:v>2349.0500000000002</c:v>
                </c:pt>
                <c:pt idx="8">
                  <c:v>3332.47</c:v>
                </c:pt>
                <c:pt idx="9">
                  <c:v>3318.78</c:v>
                </c:pt>
                <c:pt idx="10">
                  <c:v>3328.21</c:v>
                </c:pt>
                <c:pt idx="11">
                  <c:v>3312.1</c:v>
                </c:pt>
                <c:pt idx="12">
                  <c:v>3351.75</c:v>
                </c:pt>
                <c:pt idx="13">
                  <c:v>3197.56</c:v>
                </c:pt>
                <c:pt idx="14">
                  <c:v>3342.59</c:v>
                </c:pt>
                <c:pt idx="15">
                  <c:v>3330.51</c:v>
                </c:pt>
                <c:pt idx="16">
                  <c:v>3335.4</c:v>
                </c:pt>
                <c:pt idx="17">
                  <c:v>3374.9</c:v>
                </c:pt>
              </c:numCache>
            </c:numRef>
          </c:val>
          <c:extLst>
            <c:ext xmlns:c16="http://schemas.microsoft.com/office/drawing/2014/chart" uri="{C3380CC4-5D6E-409C-BE32-E72D297353CC}">
              <c16:uniqueId val="{00000009-28F7-C64E-BBFE-437740DB701B}"/>
            </c:ext>
          </c:extLst>
        </c:ser>
        <c:ser>
          <c:idx val="10"/>
          <c:order val="10"/>
          <c:tx>
            <c:strRef>
              <c:f>'corei7-mountain-data'!$L$1</c:f>
              <c:strCache>
                <c:ptCount val="1"/>
                <c:pt idx="0">
                  <c:v>64K</c:v>
                </c:pt>
              </c:strCache>
            </c:strRef>
          </c:tx>
          <c:spPr>
            <a:solidFill>
              <a:srgbClr val="FCF30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'corei7-mountain-data'!$L$2:$L$19</c:f>
              <c:numCache>
                <c:formatCode>General</c:formatCode>
                <c:ptCount val="18"/>
                <c:pt idx="0">
                  <c:v>4664.6899999999996</c:v>
                </c:pt>
                <c:pt idx="1">
                  <c:v>4647.96</c:v>
                </c:pt>
                <c:pt idx="2">
                  <c:v>4646.51</c:v>
                </c:pt>
                <c:pt idx="3">
                  <c:v>4575.1000000000004</c:v>
                </c:pt>
                <c:pt idx="4">
                  <c:v>4473.68</c:v>
                </c:pt>
                <c:pt idx="5">
                  <c:v>4218.51</c:v>
                </c:pt>
                <c:pt idx="6">
                  <c:v>3642.61</c:v>
                </c:pt>
                <c:pt idx="7">
                  <c:v>3334.78</c:v>
                </c:pt>
                <c:pt idx="8">
                  <c:v>3395.82</c:v>
                </c:pt>
                <c:pt idx="9">
                  <c:v>3398</c:v>
                </c:pt>
                <c:pt idx="10">
                  <c:v>3403.08</c:v>
                </c:pt>
                <c:pt idx="11">
                  <c:v>3411.87</c:v>
                </c:pt>
                <c:pt idx="12">
                  <c:v>3395.99</c:v>
                </c:pt>
                <c:pt idx="13">
                  <c:v>3299.01</c:v>
                </c:pt>
                <c:pt idx="14">
                  <c:v>4287.45</c:v>
                </c:pt>
                <c:pt idx="15">
                  <c:v>3416.74</c:v>
                </c:pt>
                <c:pt idx="16">
                  <c:v>3389.13</c:v>
                </c:pt>
                <c:pt idx="17">
                  <c:v>3374.16</c:v>
                </c:pt>
              </c:numCache>
            </c:numRef>
          </c:val>
          <c:extLst>
            <c:ext xmlns:c16="http://schemas.microsoft.com/office/drawing/2014/chart" uri="{C3380CC4-5D6E-409C-BE32-E72D297353CC}">
              <c16:uniqueId val="{0000000A-28F7-C64E-BBFE-437740DB701B}"/>
            </c:ext>
          </c:extLst>
        </c:ser>
        <c:ser>
          <c:idx val="11"/>
          <c:order val="11"/>
          <c:tx>
            <c:strRef>
              <c:f>'corei7-mountain-data'!$M$1</c:f>
              <c:strCache>
                <c:ptCount val="1"/>
                <c:pt idx="0">
                  <c:v>32K</c:v>
                </c:pt>
              </c:strCache>
            </c:strRef>
          </c:tx>
          <c:spPr>
            <a:solidFill>
              <a:srgbClr val="00ABEA"/>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'corei7-mountain-data'!$M$2:$M$19</c:f>
              <c:numCache>
                <c:formatCode>General</c:formatCode>
                <c:ptCount val="18"/>
                <c:pt idx="0">
                  <c:v>4654.62</c:v>
                </c:pt>
                <c:pt idx="1">
                  <c:v>4624.5</c:v>
                </c:pt>
                <c:pt idx="2">
                  <c:v>4631.6899999999996</c:v>
                </c:pt>
                <c:pt idx="3">
                  <c:v>4615.62</c:v>
                </c:pt>
                <c:pt idx="4">
                  <c:v>4600.3900000000003</c:v>
                </c:pt>
                <c:pt idx="5">
                  <c:v>4585.6000000000004</c:v>
                </c:pt>
                <c:pt idx="6">
                  <c:v>4572.8</c:v>
                </c:pt>
                <c:pt idx="7">
                  <c:v>4809.1000000000004</c:v>
                </c:pt>
                <c:pt idx="8">
                  <c:v>4803.13</c:v>
                </c:pt>
                <c:pt idx="9">
                  <c:v>4789.7</c:v>
                </c:pt>
                <c:pt idx="10">
                  <c:v>4790.97</c:v>
                </c:pt>
                <c:pt idx="11">
                  <c:v>4784.6499999999996</c:v>
                </c:pt>
                <c:pt idx="12">
                  <c:v>4754.2299999999996</c:v>
                </c:pt>
                <c:pt idx="13">
                  <c:v>4768.54</c:v>
                </c:pt>
                <c:pt idx="14">
                  <c:v>4750.25</c:v>
                </c:pt>
                <c:pt idx="15">
                  <c:v>4742.01</c:v>
                </c:pt>
                <c:pt idx="16">
                  <c:v>6545.16</c:v>
                </c:pt>
                <c:pt idx="17">
                  <c:v>6408.41</c:v>
                </c:pt>
              </c:numCache>
            </c:numRef>
          </c:val>
          <c:extLst>
            <c:ext xmlns:c16="http://schemas.microsoft.com/office/drawing/2014/chart" uri="{C3380CC4-5D6E-409C-BE32-E72D297353CC}">
              <c16:uniqueId val="{0000000B-28F7-C64E-BBFE-437740DB701B}"/>
            </c:ext>
          </c:extLst>
        </c:ser>
        <c:ser>
          <c:idx val="12"/>
          <c:order val="12"/>
          <c:tx>
            <c:strRef>
              <c:f>'corei7-mountain-data'!$N$1</c:f>
              <c:strCache>
                <c:ptCount val="1"/>
                <c:pt idx="0">
                  <c:v>16K</c:v>
                </c:pt>
              </c:strCache>
            </c:strRef>
          </c:tx>
          <c:spPr>
            <a:solidFill>
              <a:srgbClr val="4600A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'corei7-mountain-data'!$N$2:$N$19</c:f>
              <c:numCache>
                <c:formatCode>General</c:formatCode>
                <c:ptCount val="18"/>
                <c:pt idx="0">
                  <c:v>4635.05</c:v>
                </c:pt>
                <c:pt idx="1">
                  <c:v>4575.1400000000003</c:v>
                </c:pt>
                <c:pt idx="2">
                  <c:v>4577.76</c:v>
                </c:pt>
                <c:pt idx="3">
                  <c:v>4797.16</c:v>
                </c:pt>
                <c:pt idx="4">
                  <c:v>4781.0600000000004</c:v>
                </c:pt>
                <c:pt idx="5">
                  <c:v>4773.37</c:v>
                </c:pt>
                <c:pt idx="6">
                  <c:v>4756.1899999999996</c:v>
                </c:pt>
                <c:pt idx="7">
                  <c:v>4729.6499999999996</c:v>
                </c:pt>
                <c:pt idx="8">
                  <c:v>4701.3</c:v>
                </c:pt>
                <c:pt idx="9">
                  <c:v>4716.3900000000003</c:v>
                </c:pt>
                <c:pt idx="10">
                  <c:v>4668.13</c:v>
                </c:pt>
                <c:pt idx="11">
                  <c:v>4653.51</c:v>
                </c:pt>
                <c:pt idx="12">
                  <c:v>4678.67</c:v>
                </c:pt>
                <c:pt idx="13">
                  <c:v>4620.2299999999996</c:v>
                </c:pt>
                <c:pt idx="14">
                  <c:v>4621.49</c:v>
                </c:pt>
                <c:pt idx="15">
                  <c:v>6529.52</c:v>
                </c:pt>
                <c:pt idx="16">
                  <c:v>6398.15</c:v>
                </c:pt>
                <c:pt idx="17">
                  <c:v>6122.8</c:v>
                </c:pt>
              </c:numCache>
            </c:numRef>
          </c:val>
          <c:extLst>
            <c:ext xmlns:c16="http://schemas.microsoft.com/office/drawing/2014/chart" uri="{C3380CC4-5D6E-409C-BE32-E72D297353CC}">
              <c16:uniqueId val="{0000000C-28F7-C64E-BBFE-437740DB701B}"/>
            </c:ext>
          </c:extLst>
        </c:ser>
        <c:ser>
          <c:idx val="13"/>
          <c:order val="13"/>
          <c:tx>
            <c:strRef>
              <c:f>'corei7-mountain-data'!$O$1</c:f>
              <c:strCache>
                <c:ptCount val="1"/>
                <c:pt idx="0">
                  <c:v>8K</c:v>
                </c:pt>
              </c:strCache>
            </c:strRef>
          </c:tx>
          <c:spPr>
            <a:solidFill>
              <a:srgbClr val="90000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'corei7-mountain-data'!$O$2:$O$19</c:f>
              <c:numCache>
                <c:formatCode>General</c:formatCode>
                <c:ptCount val="18"/>
                <c:pt idx="0">
                  <c:v>4599.95</c:v>
                </c:pt>
                <c:pt idx="1">
                  <c:v>4702.5600000000004</c:v>
                </c:pt>
                <c:pt idx="2">
                  <c:v>4771.3599999999997</c:v>
                </c:pt>
                <c:pt idx="3">
                  <c:v>4725.95</c:v>
                </c:pt>
                <c:pt idx="4">
                  <c:v>4709.6099999999997</c:v>
                </c:pt>
                <c:pt idx="5">
                  <c:v>4646.91</c:v>
                </c:pt>
                <c:pt idx="6">
                  <c:v>4613.58</c:v>
                </c:pt>
                <c:pt idx="7">
                  <c:v>6534.86</c:v>
                </c:pt>
                <c:pt idx="8">
                  <c:v>6513.84</c:v>
                </c:pt>
                <c:pt idx="9">
                  <c:v>6498.25</c:v>
                </c:pt>
                <c:pt idx="10">
                  <c:v>6479.32</c:v>
                </c:pt>
                <c:pt idx="11">
                  <c:v>6460.77</c:v>
                </c:pt>
                <c:pt idx="12">
                  <c:v>6443.44</c:v>
                </c:pt>
                <c:pt idx="13">
                  <c:v>6427.61</c:v>
                </c:pt>
                <c:pt idx="14">
                  <c:v>6408.2</c:v>
                </c:pt>
                <c:pt idx="15">
                  <c:v>6396.54</c:v>
                </c:pt>
                <c:pt idx="16">
                  <c:v>6118.69</c:v>
                </c:pt>
                <c:pt idx="17">
                  <c:v>5642.81</c:v>
                </c:pt>
              </c:numCache>
            </c:numRef>
          </c:val>
          <c:extLst>
            <c:ext xmlns:c16="http://schemas.microsoft.com/office/drawing/2014/chart" uri="{C3380CC4-5D6E-409C-BE32-E72D297353CC}">
              <c16:uniqueId val="{0000000D-28F7-C64E-BBFE-437740DB701B}"/>
            </c:ext>
          </c:extLst>
        </c:ser>
        <c:ser>
          <c:idx val="14"/>
          <c:order val="14"/>
          <c:tx>
            <c:strRef>
              <c:f>'corei7-mountain-data'!$P$1</c:f>
              <c:strCache>
                <c:ptCount val="1"/>
                <c:pt idx="0">
                  <c:v>4K</c:v>
                </c:pt>
              </c:strCache>
            </c:strRef>
          </c:tx>
          <c:spPr>
            <a:solidFill>
              <a:srgbClr val="00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'corei7-mountain-data'!$P$2:$P$19</c:f>
              <c:numCache>
                <c:formatCode>General</c:formatCode>
                <c:ptCount val="18"/>
                <c:pt idx="0">
                  <c:v>4764.2</c:v>
                </c:pt>
                <c:pt idx="1">
                  <c:v>4607.45</c:v>
                </c:pt>
                <c:pt idx="2">
                  <c:v>4617.8599999999997</c:v>
                </c:pt>
                <c:pt idx="3">
                  <c:v>6502.49</c:v>
                </c:pt>
                <c:pt idx="4">
                  <c:v>6466.17</c:v>
                </c:pt>
                <c:pt idx="5">
                  <c:v>6432.81</c:v>
                </c:pt>
                <c:pt idx="6">
                  <c:v>6397.26</c:v>
                </c:pt>
                <c:pt idx="7">
                  <c:v>6369.39</c:v>
                </c:pt>
                <c:pt idx="8">
                  <c:v>6328.29</c:v>
                </c:pt>
                <c:pt idx="9">
                  <c:v>6299.45</c:v>
                </c:pt>
                <c:pt idx="10">
                  <c:v>6259.01</c:v>
                </c:pt>
                <c:pt idx="11">
                  <c:v>6225.06</c:v>
                </c:pt>
                <c:pt idx="12">
                  <c:v>6193.75</c:v>
                </c:pt>
                <c:pt idx="13">
                  <c:v>6159.03</c:v>
                </c:pt>
                <c:pt idx="14">
                  <c:v>6127.24</c:v>
                </c:pt>
                <c:pt idx="15">
                  <c:v>6097.52</c:v>
                </c:pt>
                <c:pt idx="16">
                  <c:v>5623.45</c:v>
                </c:pt>
                <c:pt idx="17">
                  <c:v>4861.38</c:v>
                </c:pt>
              </c:numCache>
            </c:numRef>
          </c:val>
          <c:extLst>
            <c:ext xmlns:c16="http://schemas.microsoft.com/office/drawing/2014/chart" uri="{C3380CC4-5D6E-409C-BE32-E72D297353CC}">
              <c16:uniqueId val="{0000000E-28F7-C64E-BBFE-437740DB701B}"/>
            </c:ext>
          </c:extLst>
        </c:ser>
        <c:ser>
          <c:idx val="15"/>
          <c:order val="15"/>
          <c:tx>
            <c:strRef>
              <c:f>'corei7-mountain-data'!$Q$1</c:f>
              <c:strCache>
                <c:ptCount val="1"/>
                <c:pt idx="0">
                  <c:v>2K</c:v>
                </c:pt>
              </c:strCache>
            </c:strRef>
          </c:tx>
          <c:spPr>
            <a:solidFill>
              <a:srgbClr val="0000D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'corei7-mountain-data'!$Q$2:$Q$19</c:f>
              <c:numCache>
                <c:formatCode>General</c:formatCode>
                <c:ptCount val="18"/>
                <c:pt idx="0">
                  <c:v>4754.1499999999996</c:v>
                </c:pt>
                <c:pt idx="1">
                  <c:v>6086.11</c:v>
                </c:pt>
                <c:pt idx="2">
                  <c:v>6301.73</c:v>
                </c:pt>
                <c:pt idx="3">
                  <c:v>6261.46</c:v>
                </c:pt>
                <c:pt idx="4">
                  <c:v>6188.41</c:v>
                </c:pt>
                <c:pt idx="5">
                  <c:v>6115.06</c:v>
                </c:pt>
                <c:pt idx="6">
                  <c:v>6075.11</c:v>
                </c:pt>
                <c:pt idx="7">
                  <c:v>6013.17</c:v>
                </c:pt>
                <c:pt idx="8">
                  <c:v>5923.29</c:v>
                </c:pt>
                <c:pt idx="9">
                  <c:v>5870.21</c:v>
                </c:pt>
                <c:pt idx="10">
                  <c:v>5803.26</c:v>
                </c:pt>
                <c:pt idx="11">
                  <c:v>5754.86</c:v>
                </c:pt>
                <c:pt idx="12">
                  <c:v>5679.31</c:v>
                </c:pt>
                <c:pt idx="13">
                  <c:v>5629.01</c:v>
                </c:pt>
                <c:pt idx="14">
                  <c:v>5580.53</c:v>
                </c:pt>
                <c:pt idx="15">
                  <c:v>5541.86</c:v>
                </c:pt>
                <c:pt idx="16">
                  <c:v>4799.63</c:v>
                </c:pt>
                <c:pt idx="17">
                  <c:v>4639.2</c:v>
                </c:pt>
              </c:numCache>
            </c:numRef>
          </c:val>
          <c:extLst>
            <c:ext xmlns:c16="http://schemas.microsoft.com/office/drawing/2014/chart" uri="{C3380CC4-5D6E-409C-BE32-E72D297353CC}">
              <c16:uniqueId val="{0000000F-28F7-C64E-BBFE-437740DB701B}"/>
            </c:ext>
          </c:extLst>
        </c:ser>
        <c:bandFmts>
          <c:bandFmt>
            <c:idx val="0"/>
            <c:spPr>
              <a:solidFill>
                <a:srgbClr val="9999FF"/>
              </a:solidFill>
              <a:ln w="12700">
                <a:solidFill>
                  <a:srgbClr val="000000"/>
                </a:solidFill>
                <a:prstDash val="solid"/>
              </a:ln>
              <a:sp3d prstMaterial="flat"/>
            </c:spPr>
          </c:bandFmt>
          <c:bandFmt>
            <c:idx val="1"/>
            <c:spPr>
              <a:solidFill>
                <a:srgbClr val="993366"/>
              </a:solidFill>
              <a:ln w="12700">
                <a:solidFill>
                  <a:srgbClr val="000000"/>
                </a:solidFill>
                <a:prstDash val="solid"/>
              </a:ln>
              <a:sp3d prstMaterial="flat"/>
            </c:spPr>
          </c:bandFmt>
          <c:bandFmt>
            <c:idx val="2"/>
            <c:spPr>
              <a:solidFill>
                <a:srgbClr val="FFFFCC"/>
              </a:solidFill>
              <a:ln w="12700">
                <a:solidFill>
                  <a:srgbClr val="000000"/>
                </a:solidFill>
                <a:prstDash val="solid"/>
              </a:ln>
              <a:sp3d prstMaterial="flat"/>
            </c:spPr>
          </c:bandFmt>
          <c:bandFmt>
            <c:idx val="3"/>
            <c:spPr>
              <a:solidFill>
                <a:srgbClr val="CCFFFF"/>
              </a:solidFill>
              <a:ln w="12700">
                <a:solidFill>
                  <a:srgbClr val="000000"/>
                </a:solidFill>
                <a:prstDash val="solid"/>
              </a:ln>
              <a:sp3d prstMaterial="flat"/>
            </c:spPr>
          </c:bandFmt>
          <c:bandFmt>
            <c:idx val="4"/>
            <c:spPr>
              <a:solidFill>
                <a:srgbClr val="660066"/>
              </a:solidFill>
              <a:ln w="12700">
                <a:solidFill>
                  <a:srgbClr val="000000"/>
                </a:solidFill>
                <a:prstDash val="solid"/>
              </a:ln>
              <a:sp3d prstMaterial="flat"/>
            </c:spPr>
          </c:bandFmt>
          <c:bandFmt>
            <c:idx val="5"/>
            <c:spPr>
              <a:solidFill>
                <a:srgbClr val="FF8080"/>
              </a:solidFill>
              <a:ln w="12700">
                <a:solidFill>
                  <a:srgbClr val="000000"/>
                </a:solidFill>
                <a:prstDash val="solid"/>
              </a:ln>
              <a:sp3d prstMaterial="flat"/>
            </c:spPr>
          </c:bandFmt>
          <c:bandFmt>
            <c:idx val="6"/>
            <c:spPr>
              <a:solidFill>
                <a:srgbClr val="0066CC"/>
              </a:solidFill>
              <a:ln w="12700">
                <a:solidFill>
                  <a:srgbClr val="000000"/>
                </a:solidFill>
                <a:prstDash val="solid"/>
              </a:ln>
              <a:sp3d prstMaterial="flat"/>
            </c:spPr>
          </c:bandFmt>
        </c:bandFmts>
        <c:axId val="-2022679504"/>
        <c:axId val="-2022684944"/>
        <c:axId val="-2022696544"/>
      </c:surface3DChart>
      <c:catAx>
        <c:axId val="-2022679504"/>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a:t>Stride (x8 bytes)</a:t>
                </a:r>
              </a:p>
            </c:rich>
          </c:tx>
          <c:layout>
            <c:manualLayout>
              <c:xMode val="edge"/>
              <c:yMode val="edge"/>
              <c:x val="0.232766870807816"/>
              <c:y val="0.80311478222084998"/>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2684944"/>
        <c:crosses val="autoZero"/>
        <c:auto val="1"/>
        <c:lblAlgn val="ctr"/>
        <c:lblOffset val="100"/>
        <c:tickLblSkip val="2"/>
        <c:tickMarkSkip val="1"/>
        <c:noMultiLvlLbl val="1"/>
      </c:catAx>
      <c:valAx>
        <c:axId val="-2022684944"/>
        <c:scaling>
          <c:orientation val="minMax"/>
        </c:scaling>
        <c:delete val="0"/>
        <c:axPos val="l"/>
        <c:majorGridlines>
          <c:spPr>
            <a:ln w="3175">
              <a:solidFill>
                <a:srgbClr val="000000"/>
              </a:solidFill>
              <a:prstDash val="solid"/>
            </a:ln>
          </c:spPr>
        </c:majorGridlines>
        <c:title>
          <c:tx>
            <c:rich>
              <a:bodyPr/>
              <a:lstStyle/>
              <a:p>
                <a:pPr>
                  <a:defRPr sz="1600" b="1" i="0" u="none" strike="noStrike" baseline="0">
                    <a:solidFill>
                      <a:srgbClr val="000000"/>
                    </a:solidFill>
                    <a:latin typeface="Arial"/>
                    <a:ea typeface="Arial"/>
                    <a:cs typeface="Arial"/>
                  </a:defRPr>
                </a:pPr>
                <a:r>
                  <a:rPr lang="en-US" sz="1600" dirty="0"/>
                  <a:t>Read  throughput (MB/</a:t>
                </a:r>
                <a:r>
                  <a:rPr lang="en-US" sz="1600" dirty="0" err="1"/>
                  <a:t>s</a:t>
                </a:r>
                <a:r>
                  <a:rPr lang="en-US" sz="1600" dirty="0"/>
                  <a:t>)</a:t>
                </a:r>
              </a:p>
            </c:rich>
          </c:tx>
          <c:layout>
            <c:manualLayout>
              <c:xMode val="edge"/>
              <c:yMode val="edge"/>
              <c:x val="9.7302537182852103E-2"/>
              <c:y val="6.7712246753469499E-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TR"/>
          </a:p>
        </c:txPr>
        <c:crossAx val="-2022679504"/>
        <c:crosses val="autoZero"/>
        <c:crossBetween val="between"/>
      </c:valAx>
      <c:serAx>
        <c:axId val="-2022696544"/>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dirty="0"/>
                  <a:t>Working set size (bytes)</a:t>
                </a:r>
              </a:p>
            </c:rich>
          </c:tx>
          <c:layout>
            <c:manualLayout>
              <c:xMode val="edge"/>
              <c:yMode val="edge"/>
              <c:x val="0.72020834062408901"/>
              <c:y val="0.81348206474190699"/>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2684944"/>
        <c:crosses val="autoZero"/>
        <c:tickLblSkip val="3"/>
        <c:tickMarkSkip val="1"/>
      </c:serAx>
      <c:spPr>
        <a:noFill/>
        <a:ln w="25400">
          <a:noFill/>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TR"/>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hPercent val="100"/>
      <c:rotY val="40"/>
      <c:depthPercent val="100"/>
      <c:rAngAx val="0"/>
    </c:view3D>
    <c:floor>
      <c:thickness val="0"/>
      <c:spPr>
        <a:solidFill>
          <a:srgbClr val="C0C0C0"/>
        </a:solidFill>
        <a:ln w="3175">
          <a:solidFill>
            <a:srgbClr val="000000"/>
          </a:solidFill>
          <a:prstDash val="solid"/>
        </a:ln>
      </c:spPr>
    </c:floor>
    <c:sideWall>
      <c:thickness val="0"/>
      <c:spPr>
        <a:solidFill>
          <a:srgbClr val="FFFFFF"/>
        </a:solidFill>
        <a:ln w="12700">
          <a:solidFill>
            <a:srgbClr val="808080"/>
          </a:solidFill>
          <a:prstDash val="solid"/>
        </a:ln>
      </c:spPr>
    </c:sideWall>
    <c:backWall>
      <c:thickness val="0"/>
      <c:spPr>
        <a:solidFill>
          <a:srgbClr val="FFFFFF"/>
        </a:solidFill>
        <a:ln w="12700">
          <a:solidFill>
            <a:srgbClr val="808080"/>
          </a:solidFill>
          <a:prstDash val="solid"/>
        </a:ln>
      </c:spPr>
    </c:backWall>
    <c:plotArea>
      <c:layout/>
      <c:surface3DChart>
        <c:wireframe val="0"/>
        <c:ser>
          <c:idx val="0"/>
          <c:order val="0"/>
          <c:tx>
            <c:strRef>
              <c:f>'corei7-mountain-data'!$B$1</c:f>
              <c:strCache>
                <c:ptCount val="1"/>
                <c:pt idx="0">
                  <c:v>64M</c:v>
                </c:pt>
              </c:strCache>
            </c:strRef>
          </c:tx>
          <c:spPr>
            <a:solidFill>
              <a:srgbClr val="9999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'corei7-mountain-data'!$B$2:$B$19</c:f>
              <c:numCache>
                <c:formatCode>General</c:formatCode>
                <c:ptCount val="18"/>
                <c:pt idx="0">
                  <c:v>4029.59</c:v>
                </c:pt>
                <c:pt idx="1">
                  <c:v>2752.75</c:v>
                </c:pt>
                <c:pt idx="2">
                  <c:v>2159.29</c:v>
                </c:pt>
                <c:pt idx="3">
                  <c:v>1710.75</c:v>
                </c:pt>
                <c:pt idx="4">
                  <c:v>1391.48</c:v>
                </c:pt>
                <c:pt idx="5">
                  <c:v>1176.29</c:v>
                </c:pt>
                <c:pt idx="6">
                  <c:v>1015.77</c:v>
                </c:pt>
                <c:pt idx="7">
                  <c:v>890.72</c:v>
                </c:pt>
                <c:pt idx="8">
                  <c:v>845.57</c:v>
                </c:pt>
                <c:pt idx="9">
                  <c:v>805.45999999999935</c:v>
                </c:pt>
                <c:pt idx="10">
                  <c:v>773.78</c:v>
                </c:pt>
                <c:pt idx="11">
                  <c:v>757.94</c:v>
                </c:pt>
                <c:pt idx="12">
                  <c:v>727.91</c:v>
                </c:pt>
                <c:pt idx="13">
                  <c:v>712.66</c:v>
                </c:pt>
                <c:pt idx="14">
                  <c:v>705.63</c:v>
                </c:pt>
                <c:pt idx="15">
                  <c:v>701.98</c:v>
                </c:pt>
                <c:pt idx="16">
                  <c:v>598.19000000000005</c:v>
                </c:pt>
                <c:pt idx="17">
                  <c:v>601.22</c:v>
                </c:pt>
              </c:numCache>
            </c:numRef>
          </c:val>
          <c:extLst>
            <c:ext xmlns:c16="http://schemas.microsoft.com/office/drawing/2014/chart" uri="{C3380CC4-5D6E-409C-BE32-E72D297353CC}">
              <c16:uniqueId val="{00000000-5B94-8C46-9A6E-6FB2B209291E}"/>
            </c:ext>
          </c:extLst>
        </c:ser>
        <c:ser>
          <c:idx val="1"/>
          <c:order val="1"/>
          <c:tx>
            <c:strRef>
              <c:f>'corei7-mountain-data'!$C$1</c:f>
              <c:strCache>
                <c:ptCount val="1"/>
                <c:pt idx="0">
                  <c:v>32M</c:v>
                </c:pt>
              </c:strCache>
            </c:strRef>
          </c:tx>
          <c:spPr>
            <a:solidFill>
              <a:srgbClr val="9933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'corei7-mountain-data'!$C$2:$C$19</c:f>
              <c:numCache>
                <c:formatCode>General</c:formatCode>
                <c:ptCount val="18"/>
                <c:pt idx="0">
                  <c:v>4029.36</c:v>
                </c:pt>
                <c:pt idx="1">
                  <c:v>2752.39</c:v>
                </c:pt>
                <c:pt idx="2">
                  <c:v>2160.62</c:v>
                </c:pt>
                <c:pt idx="3">
                  <c:v>1710.98</c:v>
                </c:pt>
                <c:pt idx="4">
                  <c:v>1391.5</c:v>
                </c:pt>
                <c:pt idx="5">
                  <c:v>1176.54</c:v>
                </c:pt>
                <c:pt idx="6">
                  <c:v>1016.71</c:v>
                </c:pt>
                <c:pt idx="7">
                  <c:v>891.8</c:v>
                </c:pt>
                <c:pt idx="8">
                  <c:v>846.98</c:v>
                </c:pt>
                <c:pt idx="9">
                  <c:v>807.22</c:v>
                </c:pt>
                <c:pt idx="10">
                  <c:v>775.18</c:v>
                </c:pt>
                <c:pt idx="11">
                  <c:v>760.41</c:v>
                </c:pt>
                <c:pt idx="12">
                  <c:v>730.74</c:v>
                </c:pt>
                <c:pt idx="13">
                  <c:v>714.98</c:v>
                </c:pt>
                <c:pt idx="14">
                  <c:v>709.26</c:v>
                </c:pt>
                <c:pt idx="15">
                  <c:v>708.88</c:v>
                </c:pt>
                <c:pt idx="16">
                  <c:v>608.99</c:v>
                </c:pt>
                <c:pt idx="17">
                  <c:v>607.39</c:v>
                </c:pt>
              </c:numCache>
            </c:numRef>
          </c:val>
          <c:extLst>
            <c:ext xmlns:c16="http://schemas.microsoft.com/office/drawing/2014/chart" uri="{C3380CC4-5D6E-409C-BE32-E72D297353CC}">
              <c16:uniqueId val="{00000001-5B94-8C46-9A6E-6FB2B209291E}"/>
            </c:ext>
          </c:extLst>
        </c:ser>
        <c:ser>
          <c:idx val="2"/>
          <c:order val="2"/>
          <c:tx>
            <c:strRef>
              <c:f>'corei7-mountain-data'!$D$1</c:f>
              <c:strCache>
                <c:ptCount val="1"/>
                <c:pt idx="0">
                  <c:v>16M</c:v>
                </c:pt>
              </c:strCache>
            </c:strRef>
          </c:tx>
          <c:spPr>
            <a:solidFill>
              <a:srgbClr val="FFFF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'corei7-mountain-data'!$D$2:$D$19</c:f>
              <c:numCache>
                <c:formatCode>General</c:formatCode>
                <c:ptCount val="18"/>
                <c:pt idx="0">
                  <c:v>4040.1</c:v>
                </c:pt>
                <c:pt idx="1">
                  <c:v>2788.42</c:v>
                </c:pt>
                <c:pt idx="2">
                  <c:v>2188.92</c:v>
                </c:pt>
                <c:pt idx="3">
                  <c:v>1742.97</c:v>
                </c:pt>
                <c:pt idx="4">
                  <c:v>1421.69</c:v>
                </c:pt>
                <c:pt idx="5">
                  <c:v>1201.31</c:v>
                </c:pt>
                <c:pt idx="6">
                  <c:v>1038.3699999999999</c:v>
                </c:pt>
                <c:pt idx="7">
                  <c:v>911.7</c:v>
                </c:pt>
                <c:pt idx="8">
                  <c:v>870.39</c:v>
                </c:pt>
                <c:pt idx="9">
                  <c:v>835.30999999999938</c:v>
                </c:pt>
                <c:pt idx="10">
                  <c:v>809.25</c:v>
                </c:pt>
                <c:pt idx="11">
                  <c:v>798.05</c:v>
                </c:pt>
                <c:pt idx="12">
                  <c:v>780.28</c:v>
                </c:pt>
                <c:pt idx="13">
                  <c:v>778.37</c:v>
                </c:pt>
                <c:pt idx="14">
                  <c:v>787.2</c:v>
                </c:pt>
                <c:pt idx="15">
                  <c:v>744.13</c:v>
                </c:pt>
                <c:pt idx="16">
                  <c:v>633.53</c:v>
                </c:pt>
                <c:pt idx="17">
                  <c:v>608.85999999999808</c:v>
                </c:pt>
              </c:numCache>
            </c:numRef>
          </c:val>
          <c:extLst>
            <c:ext xmlns:c16="http://schemas.microsoft.com/office/drawing/2014/chart" uri="{C3380CC4-5D6E-409C-BE32-E72D297353CC}">
              <c16:uniqueId val="{00000002-5B94-8C46-9A6E-6FB2B209291E}"/>
            </c:ext>
          </c:extLst>
        </c:ser>
        <c:ser>
          <c:idx val="3"/>
          <c:order val="3"/>
          <c:tx>
            <c:strRef>
              <c:f>'corei7-mountain-data'!$E$1</c:f>
              <c:strCache>
                <c:ptCount val="1"/>
                <c:pt idx="0">
                  <c:v>8M</c:v>
                </c:pt>
              </c:strCache>
            </c:strRef>
          </c:tx>
          <c:spPr>
            <a:solidFill>
              <a:srgbClr val="CCFF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'corei7-mountain-data'!$E$2:$E$19</c:f>
              <c:numCache>
                <c:formatCode>General</c:formatCode>
                <c:ptCount val="18"/>
                <c:pt idx="0">
                  <c:v>4374.01</c:v>
                </c:pt>
                <c:pt idx="1">
                  <c:v>3610.74</c:v>
                </c:pt>
                <c:pt idx="2">
                  <c:v>3002.03</c:v>
                </c:pt>
                <c:pt idx="3">
                  <c:v>2492.39</c:v>
                </c:pt>
                <c:pt idx="4">
                  <c:v>2131.04</c:v>
                </c:pt>
                <c:pt idx="5">
                  <c:v>1821.71</c:v>
                </c:pt>
                <c:pt idx="6">
                  <c:v>1564.14</c:v>
                </c:pt>
                <c:pt idx="7">
                  <c:v>1414.18</c:v>
                </c:pt>
                <c:pt idx="8">
                  <c:v>1404.78</c:v>
                </c:pt>
                <c:pt idx="9">
                  <c:v>1408.59</c:v>
                </c:pt>
                <c:pt idx="10">
                  <c:v>1423.67</c:v>
                </c:pt>
                <c:pt idx="11">
                  <c:v>1456.86</c:v>
                </c:pt>
                <c:pt idx="12">
                  <c:v>1499.61</c:v>
                </c:pt>
                <c:pt idx="13">
                  <c:v>1600.13</c:v>
                </c:pt>
                <c:pt idx="14">
                  <c:v>1667.47</c:v>
                </c:pt>
                <c:pt idx="15">
                  <c:v>1231.7</c:v>
                </c:pt>
                <c:pt idx="16">
                  <c:v>1078.97</c:v>
                </c:pt>
                <c:pt idx="17">
                  <c:v>1026.03</c:v>
                </c:pt>
              </c:numCache>
            </c:numRef>
          </c:val>
          <c:extLst>
            <c:ext xmlns:c16="http://schemas.microsoft.com/office/drawing/2014/chart" uri="{C3380CC4-5D6E-409C-BE32-E72D297353CC}">
              <c16:uniqueId val="{00000003-5B94-8C46-9A6E-6FB2B209291E}"/>
            </c:ext>
          </c:extLst>
        </c:ser>
        <c:ser>
          <c:idx val="4"/>
          <c:order val="4"/>
          <c:tx>
            <c:strRef>
              <c:f>'corei7-mountain-data'!$F$1</c:f>
              <c:strCache>
                <c:ptCount val="1"/>
                <c:pt idx="0">
                  <c:v>4M</c:v>
                </c:pt>
              </c:strCache>
            </c:strRef>
          </c:tx>
          <c:spPr>
            <a:solidFill>
              <a:srgbClr val="6600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'corei7-mountain-data'!$F$2:$F$19</c:f>
              <c:numCache>
                <c:formatCode>General</c:formatCode>
                <c:ptCount val="18"/>
                <c:pt idx="0">
                  <c:v>4642.47</c:v>
                </c:pt>
                <c:pt idx="1">
                  <c:v>4583.8</c:v>
                </c:pt>
                <c:pt idx="2">
                  <c:v>4074.93</c:v>
                </c:pt>
                <c:pt idx="3">
                  <c:v>3557.51</c:v>
                </c:pt>
                <c:pt idx="4">
                  <c:v>3337.59</c:v>
                </c:pt>
                <c:pt idx="5">
                  <c:v>2898.78</c:v>
                </c:pt>
                <c:pt idx="6">
                  <c:v>2535.2199999999998</c:v>
                </c:pt>
                <c:pt idx="7">
                  <c:v>2248.83</c:v>
                </c:pt>
                <c:pt idx="8">
                  <c:v>2227.41</c:v>
                </c:pt>
                <c:pt idx="9">
                  <c:v>2203.98</c:v>
                </c:pt>
                <c:pt idx="10">
                  <c:v>2187.29</c:v>
                </c:pt>
                <c:pt idx="11">
                  <c:v>2164.1799999999998</c:v>
                </c:pt>
                <c:pt idx="12">
                  <c:v>2156.96</c:v>
                </c:pt>
                <c:pt idx="13">
                  <c:v>2148.52</c:v>
                </c:pt>
                <c:pt idx="14">
                  <c:v>2146.83</c:v>
                </c:pt>
                <c:pt idx="15">
                  <c:v>2131.36</c:v>
                </c:pt>
                <c:pt idx="16">
                  <c:v>2038.29</c:v>
                </c:pt>
                <c:pt idx="17">
                  <c:v>2060.87</c:v>
                </c:pt>
              </c:numCache>
            </c:numRef>
          </c:val>
          <c:extLst>
            <c:ext xmlns:c16="http://schemas.microsoft.com/office/drawing/2014/chart" uri="{C3380CC4-5D6E-409C-BE32-E72D297353CC}">
              <c16:uniqueId val="{00000004-5B94-8C46-9A6E-6FB2B209291E}"/>
            </c:ext>
          </c:extLst>
        </c:ser>
        <c:ser>
          <c:idx val="5"/>
          <c:order val="5"/>
          <c:tx>
            <c:strRef>
              <c:f>'corei7-mountain-data'!$G$1</c:f>
              <c:strCache>
                <c:ptCount val="1"/>
                <c:pt idx="0">
                  <c:v>2M</c:v>
                </c:pt>
              </c:strCache>
            </c:strRef>
          </c:tx>
          <c:spPr>
            <a:solidFill>
              <a:srgbClr val="FF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'corei7-mountain-data'!$G$2:$G$19</c:f>
              <c:numCache>
                <c:formatCode>General</c:formatCode>
                <c:ptCount val="18"/>
                <c:pt idx="0">
                  <c:v>4674.0600000000004</c:v>
                </c:pt>
                <c:pt idx="1">
                  <c:v>4659.0600000000004</c:v>
                </c:pt>
                <c:pt idx="2">
                  <c:v>4153.1000000000004</c:v>
                </c:pt>
                <c:pt idx="3">
                  <c:v>4016.4</c:v>
                </c:pt>
                <c:pt idx="4">
                  <c:v>3540.78</c:v>
                </c:pt>
                <c:pt idx="5">
                  <c:v>3027.05</c:v>
                </c:pt>
                <c:pt idx="6">
                  <c:v>2625.06</c:v>
                </c:pt>
                <c:pt idx="7">
                  <c:v>2321.73</c:v>
                </c:pt>
                <c:pt idx="8">
                  <c:v>2306.4</c:v>
                </c:pt>
                <c:pt idx="9">
                  <c:v>2292.86</c:v>
                </c:pt>
                <c:pt idx="10">
                  <c:v>2282.38</c:v>
                </c:pt>
                <c:pt idx="11">
                  <c:v>2270.35</c:v>
                </c:pt>
                <c:pt idx="12">
                  <c:v>2264.14</c:v>
                </c:pt>
                <c:pt idx="13">
                  <c:v>2259.8000000000002</c:v>
                </c:pt>
                <c:pt idx="14">
                  <c:v>2260.46</c:v>
                </c:pt>
                <c:pt idx="15">
                  <c:v>2261.54</c:v>
                </c:pt>
                <c:pt idx="16">
                  <c:v>2224.92</c:v>
                </c:pt>
                <c:pt idx="17">
                  <c:v>2431.58</c:v>
                </c:pt>
              </c:numCache>
            </c:numRef>
          </c:val>
          <c:extLst>
            <c:ext xmlns:c16="http://schemas.microsoft.com/office/drawing/2014/chart" uri="{C3380CC4-5D6E-409C-BE32-E72D297353CC}">
              <c16:uniqueId val="{00000005-5B94-8C46-9A6E-6FB2B209291E}"/>
            </c:ext>
          </c:extLst>
        </c:ser>
        <c:ser>
          <c:idx val="6"/>
          <c:order val="6"/>
          <c:tx>
            <c:strRef>
              <c:f>'corei7-mountain-data'!$H$1</c:f>
              <c:strCache>
                <c:ptCount val="1"/>
                <c:pt idx="0">
                  <c:v>1M</c:v>
                </c:pt>
              </c:strCache>
            </c:strRef>
          </c:tx>
          <c:spPr>
            <a:solidFill>
              <a:srgbClr val="0066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'corei7-mountain-data'!$H$2:$H$19</c:f>
              <c:numCache>
                <c:formatCode>General</c:formatCode>
                <c:ptCount val="18"/>
                <c:pt idx="0">
                  <c:v>4673.7700000000004</c:v>
                </c:pt>
                <c:pt idx="1">
                  <c:v>4656.9799999999996</c:v>
                </c:pt>
                <c:pt idx="2">
                  <c:v>4156.32</c:v>
                </c:pt>
                <c:pt idx="3">
                  <c:v>4012.65</c:v>
                </c:pt>
                <c:pt idx="4">
                  <c:v>3535.85</c:v>
                </c:pt>
                <c:pt idx="5">
                  <c:v>3021.82</c:v>
                </c:pt>
                <c:pt idx="6">
                  <c:v>2623.08</c:v>
                </c:pt>
                <c:pt idx="7">
                  <c:v>2318.19</c:v>
                </c:pt>
                <c:pt idx="8">
                  <c:v>2303.7199999999998</c:v>
                </c:pt>
                <c:pt idx="9">
                  <c:v>2291.5500000000002</c:v>
                </c:pt>
                <c:pt idx="10">
                  <c:v>2280.42</c:v>
                </c:pt>
                <c:pt idx="11">
                  <c:v>2270.2399999999998</c:v>
                </c:pt>
                <c:pt idx="12">
                  <c:v>2264.8200000000002</c:v>
                </c:pt>
                <c:pt idx="13">
                  <c:v>2261.86</c:v>
                </c:pt>
                <c:pt idx="14">
                  <c:v>2261.31</c:v>
                </c:pt>
                <c:pt idx="15">
                  <c:v>2271.41</c:v>
                </c:pt>
                <c:pt idx="16">
                  <c:v>2237.27</c:v>
                </c:pt>
                <c:pt idx="17">
                  <c:v>2432.7399999999998</c:v>
                </c:pt>
              </c:numCache>
            </c:numRef>
          </c:val>
          <c:extLst>
            <c:ext xmlns:c16="http://schemas.microsoft.com/office/drawing/2014/chart" uri="{C3380CC4-5D6E-409C-BE32-E72D297353CC}">
              <c16:uniqueId val="{00000006-5B94-8C46-9A6E-6FB2B209291E}"/>
            </c:ext>
          </c:extLst>
        </c:ser>
        <c:ser>
          <c:idx val="7"/>
          <c:order val="7"/>
          <c:tx>
            <c:strRef>
              <c:f>'corei7-mountain-data'!$I$1</c:f>
              <c:strCache>
                <c:ptCount val="1"/>
                <c:pt idx="0">
                  <c:v>512K</c:v>
                </c:pt>
              </c:strCache>
            </c:strRef>
          </c:tx>
          <c:spPr>
            <a:solidFill>
              <a:srgbClr val="CCCC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'corei7-mountain-data'!$I$2:$I$19</c:f>
              <c:numCache>
                <c:formatCode>General</c:formatCode>
                <c:ptCount val="18"/>
                <c:pt idx="0">
                  <c:v>4673</c:v>
                </c:pt>
                <c:pt idx="1">
                  <c:v>4658.05</c:v>
                </c:pt>
                <c:pt idx="2">
                  <c:v>4267.3</c:v>
                </c:pt>
                <c:pt idx="3">
                  <c:v>4052.55</c:v>
                </c:pt>
                <c:pt idx="4">
                  <c:v>3730.88</c:v>
                </c:pt>
                <c:pt idx="5">
                  <c:v>3236.67</c:v>
                </c:pt>
                <c:pt idx="6">
                  <c:v>2839.93</c:v>
                </c:pt>
                <c:pt idx="7">
                  <c:v>2527.15</c:v>
                </c:pt>
                <c:pt idx="8">
                  <c:v>2513.25</c:v>
                </c:pt>
                <c:pt idx="9">
                  <c:v>2503.12</c:v>
                </c:pt>
                <c:pt idx="10">
                  <c:v>2494.19</c:v>
                </c:pt>
                <c:pt idx="11">
                  <c:v>2517.44</c:v>
                </c:pt>
                <c:pt idx="12">
                  <c:v>2523.1</c:v>
                </c:pt>
                <c:pt idx="13">
                  <c:v>2551.67</c:v>
                </c:pt>
                <c:pt idx="14">
                  <c:v>2555.5300000000002</c:v>
                </c:pt>
                <c:pt idx="15">
                  <c:v>2477.41</c:v>
                </c:pt>
                <c:pt idx="16">
                  <c:v>2420.17</c:v>
                </c:pt>
                <c:pt idx="17">
                  <c:v>2590.64</c:v>
                </c:pt>
              </c:numCache>
            </c:numRef>
          </c:val>
          <c:extLst>
            <c:ext xmlns:c16="http://schemas.microsoft.com/office/drawing/2014/chart" uri="{C3380CC4-5D6E-409C-BE32-E72D297353CC}">
              <c16:uniqueId val="{00000007-5B94-8C46-9A6E-6FB2B209291E}"/>
            </c:ext>
          </c:extLst>
        </c:ser>
        <c:ser>
          <c:idx val="8"/>
          <c:order val="8"/>
          <c:tx>
            <c:strRef>
              <c:f>'corei7-mountain-data'!$J$1</c:f>
              <c:strCache>
                <c:ptCount val="1"/>
                <c:pt idx="0">
                  <c:v>256K</c:v>
                </c:pt>
              </c:strCache>
            </c:strRef>
          </c:tx>
          <c:spPr>
            <a:solidFill>
              <a:srgbClr val="00009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'corei7-mountain-data'!$J$2:$J$19</c:f>
              <c:numCache>
                <c:formatCode>General</c:formatCode>
                <c:ptCount val="18"/>
                <c:pt idx="0">
                  <c:v>4672.3100000000004</c:v>
                </c:pt>
                <c:pt idx="1">
                  <c:v>4645.58</c:v>
                </c:pt>
                <c:pt idx="2">
                  <c:v>4300.1000000000004</c:v>
                </c:pt>
                <c:pt idx="3">
                  <c:v>4091.3</c:v>
                </c:pt>
                <c:pt idx="4">
                  <c:v>3890.2</c:v>
                </c:pt>
                <c:pt idx="5">
                  <c:v>3175.38</c:v>
                </c:pt>
                <c:pt idx="6">
                  <c:v>2748.26</c:v>
                </c:pt>
                <c:pt idx="7">
                  <c:v>2351.27</c:v>
                </c:pt>
                <c:pt idx="8">
                  <c:v>2518.38</c:v>
                </c:pt>
                <c:pt idx="9">
                  <c:v>2627.49</c:v>
                </c:pt>
                <c:pt idx="10">
                  <c:v>2644.71</c:v>
                </c:pt>
                <c:pt idx="11">
                  <c:v>2646.45</c:v>
                </c:pt>
                <c:pt idx="12">
                  <c:v>2690.79</c:v>
                </c:pt>
                <c:pt idx="13">
                  <c:v>2715.46</c:v>
                </c:pt>
                <c:pt idx="14">
                  <c:v>2762.7</c:v>
                </c:pt>
                <c:pt idx="15">
                  <c:v>2445.48</c:v>
                </c:pt>
                <c:pt idx="16">
                  <c:v>2440.11</c:v>
                </c:pt>
                <c:pt idx="17">
                  <c:v>2560.87</c:v>
                </c:pt>
              </c:numCache>
            </c:numRef>
          </c:val>
          <c:extLst>
            <c:ext xmlns:c16="http://schemas.microsoft.com/office/drawing/2014/chart" uri="{C3380CC4-5D6E-409C-BE32-E72D297353CC}">
              <c16:uniqueId val="{00000008-5B94-8C46-9A6E-6FB2B209291E}"/>
            </c:ext>
          </c:extLst>
        </c:ser>
        <c:ser>
          <c:idx val="9"/>
          <c:order val="9"/>
          <c:tx>
            <c:strRef>
              <c:f>'corei7-mountain-data'!$K$1</c:f>
              <c:strCache>
                <c:ptCount val="1"/>
                <c:pt idx="0">
                  <c:v>128K</c:v>
                </c:pt>
              </c:strCache>
            </c:strRef>
          </c:tx>
          <c:spPr>
            <a:solidFill>
              <a:srgbClr val="F2088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'corei7-mountain-data'!$K$2:$K$19</c:f>
              <c:numCache>
                <c:formatCode>General</c:formatCode>
                <c:ptCount val="18"/>
                <c:pt idx="0">
                  <c:v>4669.8900000000003</c:v>
                </c:pt>
                <c:pt idx="1">
                  <c:v>4661.4399999999996</c:v>
                </c:pt>
                <c:pt idx="2">
                  <c:v>4661.75</c:v>
                </c:pt>
                <c:pt idx="3">
                  <c:v>4570.55</c:v>
                </c:pt>
                <c:pt idx="4">
                  <c:v>4453.42</c:v>
                </c:pt>
                <c:pt idx="5">
                  <c:v>4070.1</c:v>
                </c:pt>
                <c:pt idx="6">
                  <c:v>3626.17</c:v>
                </c:pt>
                <c:pt idx="7">
                  <c:v>2349.0500000000002</c:v>
                </c:pt>
                <c:pt idx="8">
                  <c:v>3332.47</c:v>
                </c:pt>
                <c:pt idx="9">
                  <c:v>3318.78</c:v>
                </c:pt>
                <c:pt idx="10">
                  <c:v>3328.21</c:v>
                </c:pt>
                <c:pt idx="11">
                  <c:v>3312.1</c:v>
                </c:pt>
                <c:pt idx="12">
                  <c:v>3351.75</c:v>
                </c:pt>
                <c:pt idx="13">
                  <c:v>3197.56</c:v>
                </c:pt>
                <c:pt idx="14">
                  <c:v>3342.59</c:v>
                </c:pt>
                <c:pt idx="15">
                  <c:v>3330.51</c:v>
                </c:pt>
                <c:pt idx="16">
                  <c:v>3335.4</c:v>
                </c:pt>
                <c:pt idx="17">
                  <c:v>3374.9</c:v>
                </c:pt>
              </c:numCache>
            </c:numRef>
          </c:val>
          <c:extLst>
            <c:ext xmlns:c16="http://schemas.microsoft.com/office/drawing/2014/chart" uri="{C3380CC4-5D6E-409C-BE32-E72D297353CC}">
              <c16:uniqueId val="{00000009-5B94-8C46-9A6E-6FB2B209291E}"/>
            </c:ext>
          </c:extLst>
        </c:ser>
        <c:ser>
          <c:idx val="10"/>
          <c:order val="10"/>
          <c:tx>
            <c:strRef>
              <c:f>'corei7-mountain-data'!$L$1</c:f>
              <c:strCache>
                <c:ptCount val="1"/>
                <c:pt idx="0">
                  <c:v>64K</c:v>
                </c:pt>
              </c:strCache>
            </c:strRef>
          </c:tx>
          <c:spPr>
            <a:solidFill>
              <a:srgbClr val="FCF30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'corei7-mountain-data'!$L$2:$L$19</c:f>
              <c:numCache>
                <c:formatCode>General</c:formatCode>
                <c:ptCount val="18"/>
                <c:pt idx="0">
                  <c:v>4664.6899999999996</c:v>
                </c:pt>
                <c:pt idx="1">
                  <c:v>4647.96</c:v>
                </c:pt>
                <c:pt idx="2">
                  <c:v>4646.51</c:v>
                </c:pt>
                <c:pt idx="3">
                  <c:v>4575.1000000000004</c:v>
                </c:pt>
                <c:pt idx="4">
                  <c:v>4473.68</c:v>
                </c:pt>
                <c:pt idx="5">
                  <c:v>4218.51</c:v>
                </c:pt>
                <c:pt idx="6">
                  <c:v>3642.61</c:v>
                </c:pt>
                <c:pt idx="7">
                  <c:v>3334.78</c:v>
                </c:pt>
                <c:pt idx="8">
                  <c:v>3395.82</c:v>
                </c:pt>
                <c:pt idx="9">
                  <c:v>3398</c:v>
                </c:pt>
                <c:pt idx="10">
                  <c:v>3403.08</c:v>
                </c:pt>
                <c:pt idx="11">
                  <c:v>3411.87</c:v>
                </c:pt>
                <c:pt idx="12">
                  <c:v>3395.99</c:v>
                </c:pt>
                <c:pt idx="13">
                  <c:v>3299.01</c:v>
                </c:pt>
                <c:pt idx="14">
                  <c:v>4287.45</c:v>
                </c:pt>
                <c:pt idx="15">
                  <c:v>3416.74</c:v>
                </c:pt>
                <c:pt idx="16">
                  <c:v>3389.13</c:v>
                </c:pt>
                <c:pt idx="17">
                  <c:v>3374.16</c:v>
                </c:pt>
              </c:numCache>
            </c:numRef>
          </c:val>
          <c:extLst>
            <c:ext xmlns:c16="http://schemas.microsoft.com/office/drawing/2014/chart" uri="{C3380CC4-5D6E-409C-BE32-E72D297353CC}">
              <c16:uniqueId val="{0000000A-5B94-8C46-9A6E-6FB2B209291E}"/>
            </c:ext>
          </c:extLst>
        </c:ser>
        <c:ser>
          <c:idx val="11"/>
          <c:order val="11"/>
          <c:tx>
            <c:strRef>
              <c:f>'corei7-mountain-data'!$M$1</c:f>
              <c:strCache>
                <c:ptCount val="1"/>
                <c:pt idx="0">
                  <c:v>32K</c:v>
                </c:pt>
              </c:strCache>
            </c:strRef>
          </c:tx>
          <c:spPr>
            <a:solidFill>
              <a:srgbClr val="00ABEA"/>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'corei7-mountain-data'!$M$2:$M$19</c:f>
              <c:numCache>
                <c:formatCode>General</c:formatCode>
                <c:ptCount val="18"/>
                <c:pt idx="0">
                  <c:v>4654.62</c:v>
                </c:pt>
                <c:pt idx="1">
                  <c:v>4624.5</c:v>
                </c:pt>
                <c:pt idx="2">
                  <c:v>4631.6899999999996</c:v>
                </c:pt>
                <c:pt idx="3">
                  <c:v>4615.62</c:v>
                </c:pt>
                <c:pt idx="4">
                  <c:v>4600.3900000000003</c:v>
                </c:pt>
                <c:pt idx="5">
                  <c:v>4585.6000000000004</c:v>
                </c:pt>
                <c:pt idx="6">
                  <c:v>4572.8</c:v>
                </c:pt>
                <c:pt idx="7">
                  <c:v>4809.1000000000004</c:v>
                </c:pt>
                <c:pt idx="8">
                  <c:v>4803.13</c:v>
                </c:pt>
                <c:pt idx="9">
                  <c:v>4789.7</c:v>
                </c:pt>
                <c:pt idx="10">
                  <c:v>4790.97</c:v>
                </c:pt>
                <c:pt idx="11">
                  <c:v>4784.6499999999996</c:v>
                </c:pt>
                <c:pt idx="12">
                  <c:v>4754.2299999999996</c:v>
                </c:pt>
                <c:pt idx="13">
                  <c:v>4768.54</c:v>
                </c:pt>
                <c:pt idx="14">
                  <c:v>4750.25</c:v>
                </c:pt>
                <c:pt idx="15">
                  <c:v>4742.01</c:v>
                </c:pt>
                <c:pt idx="16">
                  <c:v>6545.16</c:v>
                </c:pt>
                <c:pt idx="17">
                  <c:v>6408.41</c:v>
                </c:pt>
              </c:numCache>
            </c:numRef>
          </c:val>
          <c:extLst>
            <c:ext xmlns:c16="http://schemas.microsoft.com/office/drawing/2014/chart" uri="{C3380CC4-5D6E-409C-BE32-E72D297353CC}">
              <c16:uniqueId val="{0000000B-5B94-8C46-9A6E-6FB2B209291E}"/>
            </c:ext>
          </c:extLst>
        </c:ser>
        <c:ser>
          <c:idx val="12"/>
          <c:order val="12"/>
          <c:tx>
            <c:strRef>
              <c:f>'corei7-mountain-data'!$N$1</c:f>
              <c:strCache>
                <c:ptCount val="1"/>
                <c:pt idx="0">
                  <c:v>16K</c:v>
                </c:pt>
              </c:strCache>
            </c:strRef>
          </c:tx>
          <c:spPr>
            <a:solidFill>
              <a:srgbClr val="4600A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'corei7-mountain-data'!$N$2:$N$19</c:f>
              <c:numCache>
                <c:formatCode>General</c:formatCode>
                <c:ptCount val="18"/>
                <c:pt idx="0">
                  <c:v>4635.05</c:v>
                </c:pt>
                <c:pt idx="1">
                  <c:v>4575.1400000000003</c:v>
                </c:pt>
                <c:pt idx="2">
                  <c:v>4577.76</c:v>
                </c:pt>
                <c:pt idx="3">
                  <c:v>4797.16</c:v>
                </c:pt>
                <c:pt idx="4">
                  <c:v>4781.0600000000004</c:v>
                </c:pt>
                <c:pt idx="5">
                  <c:v>4773.37</c:v>
                </c:pt>
                <c:pt idx="6">
                  <c:v>4756.1899999999996</c:v>
                </c:pt>
                <c:pt idx="7">
                  <c:v>4729.6499999999996</c:v>
                </c:pt>
                <c:pt idx="8">
                  <c:v>4701.3</c:v>
                </c:pt>
                <c:pt idx="9">
                  <c:v>4716.3900000000003</c:v>
                </c:pt>
                <c:pt idx="10">
                  <c:v>4668.13</c:v>
                </c:pt>
                <c:pt idx="11">
                  <c:v>4653.51</c:v>
                </c:pt>
                <c:pt idx="12">
                  <c:v>4678.67</c:v>
                </c:pt>
                <c:pt idx="13">
                  <c:v>4620.2299999999996</c:v>
                </c:pt>
                <c:pt idx="14">
                  <c:v>4621.49</c:v>
                </c:pt>
                <c:pt idx="15">
                  <c:v>6529.52</c:v>
                </c:pt>
                <c:pt idx="16">
                  <c:v>6398.15</c:v>
                </c:pt>
                <c:pt idx="17">
                  <c:v>6122.8</c:v>
                </c:pt>
              </c:numCache>
            </c:numRef>
          </c:val>
          <c:extLst>
            <c:ext xmlns:c16="http://schemas.microsoft.com/office/drawing/2014/chart" uri="{C3380CC4-5D6E-409C-BE32-E72D297353CC}">
              <c16:uniqueId val="{0000000C-5B94-8C46-9A6E-6FB2B209291E}"/>
            </c:ext>
          </c:extLst>
        </c:ser>
        <c:ser>
          <c:idx val="13"/>
          <c:order val="13"/>
          <c:tx>
            <c:strRef>
              <c:f>'corei7-mountain-data'!$O$1</c:f>
              <c:strCache>
                <c:ptCount val="1"/>
                <c:pt idx="0">
                  <c:v>8K</c:v>
                </c:pt>
              </c:strCache>
            </c:strRef>
          </c:tx>
          <c:spPr>
            <a:solidFill>
              <a:srgbClr val="90000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'corei7-mountain-data'!$O$2:$O$19</c:f>
              <c:numCache>
                <c:formatCode>General</c:formatCode>
                <c:ptCount val="18"/>
                <c:pt idx="0">
                  <c:v>4599.95</c:v>
                </c:pt>
                <c:pt idx="1">
                  <c:v>4702.5600000000004</c:v>
                </c:pt>
                <c:pt idx="2">
                  <c:v>4771.3599999999997</c:v>
                </c:pt>
                <c:pt idx="3">
                  <c:v>4725.95</c:v>
                </c:pt>
                <c:pt idx="4">
                  <c:v>4709.6099999999997</c:v>
                </c:pt>
                <c:pt idx="5">
                  <c:v>4646.91</c:v>
                </c:pt>
                <c:pt idx="6">
                  <c:v>4613.58</c:v>
                </c:pt>
                <c:pt idx="7">
                  <c:v>6534.86</c:v>
                </c:pt>
                <c:pt idx="8">
                  <c:v>6513.84</c:v>
                </c:pt>
                <c:pt idx="9">
                  <c:v>6498.25</c:v>
                </c:pt>
                <c:pt idx="10">
                  <c:v>6479.32</c:v>
                </c:pt>
                <c:pt idx="11">
                  <c:v>6460.77</c:v>
                </c:pt>
                <c:pt idx="12">
                  <c:v>6443.44</c:v>
                </c:pt>
                <c:pt idx="13">
                  <c:v>6427.61</c:v>
                </c:pt>
                <c:pt idx="14">
                  <c:v>6408.2</c:v>
                </c:pt>
                <c:pt idx="15">
                  <c:v>6396.54</c:v>
                </c:pt>
                <c:pt idx="16">
                  <c:v>6118.69</c:v>
                </c:pt>
                <c:pt idx="17">
                  <c:v>5642.81</c:v>
                </c:pt>
              </c:numCache>
            </c:numRef>
          </c:val>
          <c:extLst>
            <c:ext xmlns:c16="http://schemas.microsoft.com/office/drawing/2014/chart" uri="{C3380CC4-5D6E-409C-BE32-E72D297353CC}">
              <c16:uniqueId val="{0000000D-5B94-8C46-9A6E-6FB2B209291E}"/>
            </c:ext>
          </c:extLst>
        </c:ser>
        <c:ser>
          <c:idx val="14"/>
          <c:order val="14"/>
          <c:tx>
            <c:strRef>
              <c:f>'corei7-mountain-data'!$P$1</c:f>
              <c:strCache>
                <c:ptCount val="1"/>
                <c:pt idx="0">
                  <c:v>4K</c:v>
                </c:pt>
              </c:strCache>
            </c:strRef>
          </c:tx>
          <c:spPr>
            <a:solidFill>
              <a:srgbClr val="00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'corei7-mountain-data'!$P$2:$P$19</c:f>
              <c:numCache>
                <c:formatCode>General</c:formatCode>
                <c:ptCount val="18"/>
                <c:pt idx="0">
                  <c:v>4764.2</c:v>
                </c:pt>
                <c:pt idx="1">
                  <c:v>4607.45</c:v>
                </c:pt>
                <c:pt idx="2">
                  <c:v>4617.8599999999997</c:v>
                </c:pt>
                <c:pt idx="3">
                  <c:v>6502.49</c:v>
                </c:pt>
                <c:pt idx="4">
                  <c:v>6466.17</c:v>
                </c:pt>
                <c:pt idx="5">
                  <c:v>6432.81</c:v>
                </c:pt>
                <c:pt idx="6">
                  <c:v>6397.26</c:v>
                </c:pt>
                <c:pt idx="7">
                  <c:v>6369.39</c:v>
                </c:pt>
                <c:pt idx="8">
                  <c:v>6328.29</c:v>
                </c:pt>
                <c:pt idx="9">
                  <c:v>6299.45</c:v>
                </c:pt>
                <c:pt idx="10">
                  <c:v>6259.01</c:v>
                </c:pt>
                <c:pt idx="11">
                  <c:v>6225.06</c:v>
                </c:pt>
                <c:pt idx="12">
                  <c:v>6193.75</c:v>
                </c:pt>
                <c:pt idx="13">
                  <c:v>6159.03</c:v>
                </c:pt>
                <c:pt idx="14">
                  <c:v>6127.24</c:v>
                </c:pt>
                <c:pt idx="15">
                  <c:v>6097.52</c:v>
                </c:pt>
                <c:pt idx="16">
                  <c:v>5623.45</c:v>
                </c:pt>
                <c:pt idx="17">
                  <c:v>4861.38</c:v>
                </c:pt>
              </c:numCache>
            </c:numRef>
          </c:val>
          <c:extLst>
            <c:ext xmlns:c16="http://schemas.microsoft.com/office/drawing/2014/chart" uri="{C3380CC4-5D6E-409C-BE32-E72D297353CC}">
              <c16:uniqueId val="{0000000E-5B94-8C46-9A6E-6FB2B209291E}"/>
            </c:ext>
          </c:extLst>
        </c:ser>
        <c:ser>
          <c:idx val="15"/>
          <c:order val="15"/>
          <c:tx>
            <c:strRef>
              <c:f>'corei7-mountain-data'!$Q$1</c:f>
              <c:strCache>
                <c:ptCount val="1"/>
                <c:pt idx="0">
                  <c:v>2K</c:v>
                </c:pt>
              </c:strCache>
            </c:strRef>
          </c:tx>
          <c:spPr>
            <a:solidFill>
              <a:srgbClr val="0000D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'corei7-mountain-data'!$Q$2:$Q$19</c:f>
              <c:numCache>
                <c:formatCode>General</c:formatCode>
                <c:ptCount val="18"/>
                <c:pt idx="0">
                  <c:v>4754.1499999999996</c:v>
                </c:pt>
                <c:pt idx="1">
                  <c:v>6086.11</c:v>
                </c:pt>
                <c:pt idx="2">
                  <c:v>6301.73</c:v>
                </c:pt>
                <c:pt idx="3">
                  <c:v>6261.46</c:v>
                </c:pt>
                <c:pt idx="4">
                  <c:v>6188.41</c:v>
                </c:pt>
                <c:pt idx="5">
                  <c:v>6115.06</c:v>
                </c:pt>
                <c:pt idx="6">
                  <c:v>6075.11</c:v>
                </c:pt>
                <c:pt idx="7">
                  <c:v>6013.17</c:v>
                </c:pt>
                <c:pt idx="8">
                  <c:v>5923.29</c:v>
                </c:pt>
                <c:pt idx="9">
                  <c:v>5870.21</c:v>
                </c:pt>
                <c:pt idx="10">
                  <c:v>5803.26</c:v>
                </c:pt>
                <c:pt idx="11">
                  <c:v>5754.86</c:v>
                </c:pt>
                <c:pt idx="12">
                  <c:v>5679.31</c:v>
                </c:pt>
                <c:pt idx="13">
                  <c:v>5629.01</c:v>
                </c:pt>
                <c:pt idx="14">
                  <c:v>5580.53</c:v>
                </c:pt>
                <c:pt idx="15">
                  <c:v>5541.86</c:v>
                </c:pt>
                <c:pt idx="16">
                  <c:v>4799.63</c:v>
                </c:pt>
                <c:pt idx="17">
                  <c:v>4639.2</c:v>
                </c:pt>
              </c:numCache>
            </c:numRef>
          </c:val>
          <c:extLst>
            <c:ext xmlns:c16="http://schemas.microsoft.com/office/drawing/2014/chart" uri="{C3380CC4-5D6E-409C-BE32-E72D297353CC}">
              <c16:uniqueId val="{0000000F-5B94-8C46-9A6E-6FB2B209291E}"/>
            </c:ext>
          </c:extLst>
        </c:ser>
        <c:bandFmts>
          <c:bandFmt>
            <c:idx val="0"/>
            <c:spPr>
              <a:solidFill>
                <a:srgbClr val="9999FF"/>
              </a:solidFill>
              <a:ln w="12700">
                <a:solidFill>
                  <a:srgbClr val="000000"/>
                </a:solidFill>
                <a:prstDash val="solid"/>
              </a:ln>
              <a:sp3d prstMaterial="flat"/>
            </c:spPr>
          </c:bandFmt>
          <c:bandFmt>
            <c:idx val="1"/>
            <c:spPr>
              <a:solidFill>
                <a:srgbClr val="993366"/>
              </a:solidFill>
              <a:ln w="12700">
                <a:solidFill>
                  <a:srgbClr val="000000"/>
                </a:solidFill>
                <a:prstDash val="solid"/>
              </a:ln>
              <a:sp3d prstMaterial="flat"/>
            </c:spPr>
          </c:bandFmt>
          <c:bandFmt>
            <c:idx val="2"/>
            <c:spPr>
              <a:solidFill>
                <a:srgbClr val="FFFFCC"/>
              </a:solidFill>
              <a:ln w="12700">
                <a:solidFill>
                  <a:srgbClr val="000000"/>
                </a:solidFill>
                <a:prstDash val="solid"/>
              </a:ln>
              <a:sp3d prstMaterial="flat"/>
            </c:spPr>
          </c:bandFmt>
          <c:bandFmt>
            <c:idx val="3"/>
            <c:spPr>
              <a:solidFill>
                <a:srgbClr val="CCFFFF"/>
              </a:solidFill>
              <a:ln w="12700">
                <a:solidFill>
                  <a:srgbClr val="000000"/>
                </a:solidFill>
                <a:prstDash val="solid"/>
              </a:ln>
              <a:sp3d prstMaterial="flat"/>
            </c:spPr>
          </c:bandFmt>
          <c:bandFmt>
            <c:idx val="4"/>
            <c:spPr>
              <a:solidFill>
                <a:srgbClr val="660066"/>
              </a:solidFill>
              <a:ln w="12700">
                <a:solidFill>
                  <a:srgbClr val="000000"/>
                </a:solidFill>
                <a:prstDash val="solid"/>
              </a:ln>
              <a:sp3d prstMaterial="flat"/>
            </c:spPr>
          </c:bandFmt>
          <c:bandFmt>
            <c:idx val="5"/>
            <c:spPr>
              <a:solidFill>
                <a:srgbClr val="FF8080"/>
              </a:solidFill>
              <a:ln w="12700">
                <a:solidFill>
                  <a:srgbClr val="000000"/>
                </a:solidFill>
                <a:prstDash val="solid"/>
              </a:ln>
              <a:sp3d prstMaterial="flat"/>
            </c:spPr>
          </c:bandFmt>
          <c:bandFmt>
            <c:idx val="6"/>
            <c:spPr>
              <a:solidFill>
                <a:srgbClr val="0066CC"/>
              </a:solidFill>
              <a:ln w="12700">
                <a:solidFill>
                  <a:srgbClr val="000000"/>
                </a:solidFill>
                <a:prstDash val="solid"/>
              </a:ln>
              <a:sp3d prstMaterial="flat"/>
            </c:spPr>
          </c:bandFmt>
        </c:bandFmts>
        <c:axId val="-2020796096"/>
        <c:axId val="-2020790528"/>
        <c:axId val="-2020784480"/>
      </c:surface3DChart>
      <c:catAx>
        <c:axId val="-2020796096"/>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a:t>Stride (x8 bytes)</a:t>
                </a:r>
              </a:p>
            </c:rich>
          </c:tx>
          <c:layout>
            <c:manualLayout>
              <c:xMode val="edge"/>
              <c:yMode val="edge"/>
              <c:x val="0.232766870807816"/>
              <c:y val="0.80311478222084998"/>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0790528"/>
        <c:crosses val="autoZero"/>
        <c:auto val="1"/>
        <c:lblAlgn val="ctr"/>
        <c:lblOffset val="100"/>
        <c:tickLblSkip val="2"/>
        <c:tickMarkSkip val="1"/>
        <c:noMultiLvlLbl val="1"/>
      </c:catAx>
      <c:valAx>
        <c:axId val="-2020790528"/>
        <c:scaling>
          <c:orientation val="minMax"/>
        </c:scaling>
        <c:delete val="0"/>
        <c:axPos val="l"/>
        <c:majorGridlines>
          <c:spPr>
            <a:ln w="3175">
              <a:solidFill>
                <a:srgbClr val="000000"/>
              </a:solidFill>
              <a:prstDash val="solid"/>
            </a:ln>
          </c:spPr>
        </c:majorGridlines>
        <c:title>
          <c:tx>
            <c:rich>
              <a:bodyPr/>
              <a:lstStyle/>
              <a:p>
                <a:pPr>
                  <a:defRPr sz="1600" b="1" i="0" u="none" strike="noStrike" baseline="0">
                    <a:solidFill>
                      <a:srgbClr val="000000"/>
                    </a:solidFill>
                    <a:latin typeface="Arial"/>
                    <a:ea typeface="Arial"/>
                    <a:cs typeface="Arial"/>
                  </a:defRPr>
                </a:pPr>
                <a:r>
                  <a:rPr lang="en-US" sz="1600" dirty="0"/>
                  <a:t>Read  throughput (MB/</a:t>
                </a:r>
                <a:r>
                  <a:rPr lang="en-US" sz="1600" dirty="0" err="1"/>
                  <a:t>s</a:t>
                </a:r>
                <a:r>
                  <a:rPr lang="en-US" sz="1600" dirty="0"/>
                  <a:t>)</a:t>
                </a:r>
              </a:p>
            </c:rich>
          </c:tx>
          <c:layout>
            <c:manualLayout>
              <c:xMode val="edge"/>
              <c:yMode val="edge"/>
              <c:x val="9.7302537182852103E-2"/>
              <c:y val="6.7712246753469499E-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TR"/>
          </a:p>
        </c:txPr>
        <c:crossAx val="-2020796096"/>
        <c:crosses val="autoZero"/>
        <c:crossBetween val="between"/>
      </c:valAx>
      <c:serAx>
        <c:axId val="-2020784480"/>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dirty="0"/>
                  <a:t>Working set size (bytes)</a:t>
                </a:r>
              </a:p>
            </c:rich>
          </c:tx>
          <c:layout>
            <c:manualLayout>
              <c:xMode val="edge"/>
              <c:yMode val="edge"/>
              <c:x val="0.72020834062408901"/>
              <c:y val="0.81348206474190699"/>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0790528"/>
        <c:crosses val="autoZero"/>
        <c:tickLblSkip val="3"/>
        <c:tickMarkSkip val="1"/>
      </c:serAx>
      <c:spPr>
        <a:noFill/>
        <a:ln w="25400">
          <a:noFill/>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TR"/>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hPercent val="100"/>
      <c:rotY val="40"/>
      <c:depthPercent val="100"/>
      <c:rAngAx val="0"/>
    </c:view3D>
    <c:floor>
      <c:thickness val="0"/>
      <c:spPr>
        <a:solidFill>
          <a:srgbClr val="C0C0C0"/>
        </a:solidFill>
        <a:ln w="3175">
          <a:solidFill>
            <a:srgbClr val="000000"/>
          </a:solidFill>
          <a:prstDash val="solid"/>
        </a:ln>
      </c:spPr>
    </c:floor>
    <c:sideWall>
      <c:thickness val="0"/>
      <c:spPr>
        <a:solidFill>
          <a:srgbClr val="FFFFFF"/>
        </a:solidFill>
        <a:ln w="12700">
          <a:solidFill>
            <a:srgbClr val="808080"/>
          </a:solidFill>
          <a:prstDash val="solid"/>
        </a:ln>
      </c:spPr>
    </c:sideWall>
    <c:backWall>
      <c:thickness val="0"/>
      <c:spPr>
        <a:solidFill>
          <a:srgbClr val="FFFFFF"/>
        </a:solidFill>
        <a:ln w="12700">
          <a:solidFill>
            <a:srgbClr val="808080"/>
          </a:solidFill>
          <a:prstDash val="solid"/>
        </a:ln>
      </c:spPr>
    </c:backWall>
    <c:plotArea>
      <c:layout/>
      <c:surface3DChart>
        <c:wireframe val="0"/>
        <c:ser>
          <c:idx val="0"/>
          <c:order val="0"/>
          <c:tx>
            <c:strRef>
              <c:f>'corei7-mountain-data'!$B$1</c:f>
              <c:strCache>
                <c:ptCount val="1"/>
                <c:pt idx="0">
                  <c:v>64M</c:v>
                </c:pt>
              </c:strCache>
            </c:strRef>
          </c:tx>
          <c:spPr>
            <a:solidFill>
              <a:srgbClr val="9999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'corei7-mountain-data'!$B$2:$B$19</c:f>
              <c:numCache>
                <c:formatCode>General</c:formatCode>
                <c:ptCount val="18"/>
                <c:pt idx="0">
                  <c:v>4029.59</c:v>
                </c:pt>
                <c:pt idx="1">
                  <c:v>2752.75</c:v>
                </c:pt>
                <c:pt idx="2">
                  <c:v>2159.29</c:v>
                </c:pt>
                <c:pt idx="3">
                  <c:v>1710.75</c:v>
                </c:pt>
                <c:pt idx="4">
                  <c:v>1391.48</c:v>
                </c:pt>
                <c:pt idx="5">
                  <c:v>1176.29</c:v>
                </c:pt>
                <c:pt idx="6">
                  <c:v>1015.77</c:v>
                </c:pt>
                <c:pt idx="7">
                  <c:v>890.72</c:v>
                </c:pt>
                <c:pt idx="8">
                  <c:v>845.57</c:v>
                </c:pt>
                <c:pt idx="9">
                  <c:v>805.45999999999935</c:v>
                </c:pt>
                <c:pt idx="10">
                  <c:v>773.78</c:v>
                </c:pt>
                <c:pt idx="11">
                  <c:v>757.94</c:v>
                </c:pt>
                <c:pt idx="12">
                  <c:v>727.91</c:v>
                </c:pt>
                <c:pt idx="13">
                  <c:v>712.66</c:v>
                </c:pt>
                <c:pt idx="14">
                  <c:v>705.63</c:v>
                </c:pt>
                <c:pt idx="15">
                  <c:v>701.98</c:v>
                </c:pt>
                <c:pt idx="16">
                  <c:v>598.19000000000005</c:v>
                </c:pt>
                <c:pt idx="17">
                  <c:v>601.22</c:v>
                </c:pt>
              </c:numCache>
            </c:numRef>
          </c:val>
          <c:extLst>
            <c:ext xmlns:c16="http://schemas.microsoft.com/office/drawing/2014/chart" uri="{C3380CC4-5D6E-409C-BE32-E72D297353CC}">
              <c16:uniqueId val="{00000000-6AEA-4245-86FF-1171910F4D31}"/>
            </c:ext>
          </c:extLst>
        </c:ser>
        <c:ser>
          <c:idx val="1"/>
          <c:order val="1"/>
          <c:tx>
            <c:strRef>
              <c:f>'corei7-mountain-data'!$C$1</c:f>
              <c:strCache>
                <c:ptCount val="1"/>
                <c:pt idx="0">
                  <c:v>32M</c:v>
                </c:pt>
              </c:strCache>
            </c:strRef>
          </c:tx>
          <c:spPr>
            <a:solidFill>
              <a:srgbClr val="9933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'corei7-mountain-data'!$C$2:$C$19</c:f>
              <c:numCache>
                <c:formatCode>General</c:formatCode>
                <c:ptCount val="18"/>
                <c:pt idx="0">
                  <c:v>4029.36</c:v>
                </c:pt>
                <c:pt idx="1">
                  <c:v>2752.39</c:v>
                </c:pt>
                <c:pt idx="2">
                  <c:v>2160.62</c:v>
                </c:pt>
                <c:pt idx="3">
                  <c:v>1710.98</c:v>
                </c:pt>
                <c:pt idx="4">
                  <c:v>1391.5</c:v>
                </c:pt>
                <c:pt idx="5">
                  <c:v>1176.54</c:v>
                </c:pt>
                <c:pt idx="6">
                  <c:v>1016.71</c:v>
                </c:pt>
                <c:pt idx="7">
                  <c:v>891.8</c:v>
                </c:pt>
                <c:pt idx="8">
                  <c:v>846.98</c:v>
                </c:pt>
                <c:pt idx="9">
                  <c:v>807.22</c:v>
                </c:pt>
                <c:pt idx="10">
                  <c:v>775.18</c:v>
                </c:pt>
                <c:pt idx="11">
                  <c:v>760.41</c:v>
                </c:pt>
                <c:pt idx="12">
                  <c:v>730.74</c:v>
                </c:pt>
                <c:pt idx="13">
                  <c:v>714.98</c:v>
                </c:pt>
                <c:pt idx="14">
                  <c:v>709.26</c:v>
                </c:pt>
                <c:pt idx="15">
                  <c:v>708.88</c:v>
                </c:pt>
                <c:pt idx="16">
                  <c:v>608.99</c:v>
                </c:pt>
                <c:pt idx="17">
                  <c:v>607.39</c:v>
                </c:pt>
              </c:numCache>
            </c:numRef>
          </c:val>
          <c:extLst>
            <c:ext xmlns:c16="http://schemas.microsoft.com/office/drawing/2014/chart" uri="{C3380CC4-5D6E-409C-BE32-E72D297353CC}">
              <c16:uniqueId val="{00000001-6AEA-4245-86FF-1171910F4D31}"/>
            </c:ext>
          </c:extLst>
        </c:ser>
        <c:ser>
          <c:idx val="2"/>
          <c:order val="2"/>
          <c:tx>
            <c:strRef>
              <c:f>'corei7-mountain-data'!$D$1</c:f>
              <c:strCache>
                <c:ptCount val="1"/>
                <c:pt idx="0">
                  <c:v>16M</c:v>
                </c:pt>
              </c:strCache>
            </c:strRef>
          </c:tx>
          <c:spPr>
            <a:solidFill>
              <a:srgbClr val="FFFF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'corei7-mountain-data'!$D$2:$D$19</c:f>
              <c:numCache>
                <c:formatCode>General</c:formatCode>
                <c:ptCount val="18"/>
                <c:pt idx="0">
                  <c:v>4040.1</c:v>
                </c:pt>
                <c:pt idx="1">
                  <c:v>2788.42</c:v>
                </c:pt>
                <c:pt idx="2">
                  <c:v>2188.92</c:v>
                </c:pt>
                <c:pt idx="3">
                  <c:v>1742.97</c:v>
                </c:pt>
                <c:pt idx="4">
                  <c:v>1421.69</c:v>
                </c:pt>
                <c:pt idx="5">
                  <c:v>1201.31</c:v>
                </c:pt>
                <c:pt idx="6">
                  <c:v>1038.3699999999999</c:v>
                </c:pt>
                <c:pt idx="7">
                  <c:v>911.7</c:v>
                </c:pt>
                <c:pt idx="8">
                  <c:v>870.39</c:v>
                </c:pt>
                <c:pt idx="9">
                  <c:v>835.30999999999938</c:v>
                </c:pt>
                <c:pt idx="10">
                  <c:v>809.25</c:v>
                </c:pt>
                <c:pt idx="11">
                  <c:v>798.05</c:v>
                </c:pt>
                <c:pt idx="12">
                  <c:v>780.28</c:v>
                </c:pt>
                <c:pt idx="13">
                  <c:v>778.37</c:v>
                </c:pt>
                <c:pt idx="14">
                  <c:v>787.2</c:v>
                </c:pt>
                <c:pt idx="15">
                  <c:v>744.13</c:v>
                </c:pt>
                <c:pt idx="16">
                  <c:v>633.53</c:v>
                </c:pt>
                <c:pt idx="17">
                  <c:v>608.85999999999808</c:v>
                </c:pt>
              </c:numCache>
            </c:numRef>
          </c:val>
          <c:extLst>
            <c:ext xmlns:c16="http://schemas.microsoft.com/office/drawing/2014/chart" uri="{C3380CC4-5D6E-409C-BE32-E72D297353CC}">
              <c16:uniqueId val="{00000002-6AEA-4245-86FF-1171910F4D31}"/>
            </c:ext>
          </c:extLst>
        </c:ser>
        <c:ser>
          <c:idx val="3"/>
          <c:order val="3"/>
          <c:tx>
            <c:strRef>
              <c:f>'corei7-mountain-data'!$E$1</c:f>
              <c:strCache>
                <c:ptCount val="1"/>
                <c:pt idx="0">
                  <c:v>8M</c:v>
                </c:pt>
              </c:strCache>
            </c:strRef>
          </c:tx>
          <c:spPr>
            <a:solidFill>
              <a:srgbClr val="CCFF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'corei7-mountain-data'!$E$2:$E$19</c:f>
              <c:numCache>
                <c:formatCode>General</c:formatCode>
                <c:ptCount val="18"/>
                <c:pt idx="0">
                  <c:v>4374.01</c:v>
                </c:pt>
                <c:pt idx="1">
                  <c:v>3610.74</c:v>
                </c:pt>
                <c:pt idx="2">
                  <c:v>3002.03</c:v>
                </c:pt>
                <c:pt idx="3">
                  <c:v>2492.39</c:v>
                </c:pt>
                <c:pt idx="4">
                  <c:v>2131.04</c:v>
                </c:pt>
                <c:pt idx="5">
                  <c:v>1821.71</c:v>
                </c:pt>
                <c:pt idx="6">
                  <c:v>1564.14</c:v>
                </c:pt>
                <c:pt idx="7">
                  <c:v>1414.18</c:v>
                </c:pt>
                <c:pt idx="8">
                  <c:v>1404.78</c:v>
                </c:pt>
                <c:pt idx="9">
                  <c:v>1408.59</c:v>
                </c:pt>
                <c:pt idx="10">
                  <c:v>1423.67</c:v>
                </c:pt>
                <c:pt idx="11">
                  <c:v>1456.86</c:v>
                </c:pt>
                <c:pt idx="12">
                  <c:v>1499.61</c:v>
                </c:pt>
                <c:pt idx="13">
                  <c:v>1600.13</c:v>
                </c:pt>
                <c:pt idx="14">
                  <c:v>1667.47</c:v>
                </c:pt>
                <c:pt idx="15">
                  <c:v>1231.7</c:v>
                </c:pt>
                <c:pt idx="16">
                  <c:v>1078.97</c:v>
                </c:pt>
                <c:pt idx="17">
                  <c:v>1026.03</c:v>
                </c:pt>
              </c:numCache>
            </c:numRef>
          </c:val>
          <c:extLst>
            <c:ext xmlns:c16="http://schemas.microsoft.com/office/drawing/2014/chart" uri="{C3380CC4-5D6E-409C-BE32-E72D297353CC}">
              <c16:uniqueId val="{00000003-6AEA-4245-86FF-1171910F4D31}"/>
            </c:ext>
          </c:extLst>
        </c:ser>
        <c:ser>
          <c:idx val="4"/>
          <c:order val="4"/>
          <c:tx>
            <c:strRef>
              <c:f>'corei7-mountain-data'!$F$1</c:f>
              <c:strCache>
                <c:ptCount val="1"/>
                <c:pt idx="0">
                  <c:v>4M</c:v>
                </c:pt>
              </c:strCache>
            </c:strRef>
          </c:tx>
          <c:spPr>
            <a:solidFill>
              <a:srgbClr val="660066"/>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'corei7-mountain-data'!$F$2:$F$19</c:f>
              <c:numCache>
                <c:formatCode>General</c:formatCode>
                <c:ptCount val="18"/>
                <c:pt idx="0">
                  <c:v>4642.47</c:v>
                </c:pt>
                <c:pt idx="1">
                  <c:v>4583.8</c:v>
                </c:pt>
                <c:pt idx="2">
                  <c:v>4074.93</c:v>
                </c:pt>
                <c:pt idx="3">
                  <c:v>3557.51</c:v>
                </c:pt>
                <c:pt idx="4">
                  <c:v>3337.59</c:v>
                </c:pt>
                <c:pt idx="5">
                  <c:v>2898.78</c:v>
                </c:pt>
                <c:pt idx="6">
                  <c:v>2535.2199999999998</c:v>
                </c:pt>
                <c:pt idx="7">
                  <c:v>2248.83</c:v>
                </c:pt>
                <c:pt idx="8">
                  <c:v>2227.41</c:v>
                </c:pt>
                <c:pt idx="9">
                  <c:v>2203.98</c:v>
                </c:pt>
                <c:pt idx="10">
                  <c:v>2187.29</c:v>
                </c:pt>
                <c:pt idx="11">
                  <c:v>2164.1799999999998</c:v>
                </c:pt>
                <c:pt idx="12">
                  <c:v>2156.96</c:v>
                </c:pt>
                <c:pt idx="13">
                  <c:v>2148.52</c:v>
                </c:pt>
                <c:pt idx="14">
                  <c:v>2146.83</c:v>
                </c:pt>
                <c:pt idx="15">
                  <c:v>2131.36</c:v>
                </c:pt>
                <c:pt idx="16">
                  <c:v>2038.29</c:v>
                </c:pt>
                <c:pt idx="17">
                  <c:v>2060.87</c:v>
                </c:pt>
              </c:numCache>
            </c:numRef>
          </c:val>
          <c:extLst>
            <c:ext xmlns:c16="http://schemas.microsoft.com/office/drawing/2014/chart" uri="{C3380CC4-5D6E-409C-BE32-E72D297353CC}">
              <c16:uniqueId val="{00000004-6AEA-4245-86FF-1171910F4D31}"/>
            </c:ext>
          </c:extLst>
        </c:ser>
        <c:ser>
          <c:idx val="5"/>
          <c:order val="5"/>
          <c:tx>
            <c:strRef>
              <c:f>'corei7-mountain-data'!$G$1</c:f>
              <c:strCache>
                <c:ptCount val="1"/>
                <c:pt idx="0">
                  <c:v>2M</c:v>
                </c:pt>
              </c:strCache>
            </c:strRef>
          </c:tx>
          <c:spPr>
            <a:solidFill>
              <a:srgbClr val="FF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'corei7-mountain-data'!$G$2:$G$19</c:f>
              <c:numCache>
                <c:formatCode>General</c:formatCode>
                <c:ptCount val="18"/>
                <c:pt idx="0">
                  <c:v>4674.0600000000004</c:v>
                </c:pt>
                <c:pt idx="1">
                  <c:v>4659.0600000000004</c:v>
                </c:pt>
                <c:pt idx="2">
                  <c:v>4153.1000000000004</c:v>
                </c:pt>
                <c:pt idx="3">
                  <c:v>4016.4</c:v>
                </c:pt>
                <c:pt idx="4">
                  <c:v>3540.78</c:v>
                </c:pt>
                <c:pt idx="5">
                  <c:v>3027.05</c:v>
                </c:pt>
                <c:pt idx="6">
                  <c:v>2625.06</c:v>
                </c:pt>
                <c:pt idx="7">
                  <c:v>2321.73</c:v>
                </c:pt>
                <c:pt idx="8">
                  <c:v>2306.4</c:v>
                </c:pt>
                <c:pt idx="9">
                  <c:v>2292.86</c:v>
                </c:pt>
                <c:pt idx="10">
                  <c:v>2282.38</c:v>
                </c:pt>
                <c:pt idx="11">
                  <c:v>2270.35</c:v>
                </c:pt>
                <c:pt idx="12">
                  <c:v>2264.14</c:v>
                </c:pt>
                <c:pt idx="13">
                  <c:v>2259.8000000000002</c:v>
                </c:pt>
                <c:pt idx="14">
                  <c:v>2260.46</c:v>
                </c:pt>
                <c:pt idx="15">
                  <c:v>2261.54</c:v>
                </c:pt>
                <c:pt idx="16">
                  <c:v>2224.92</c:v>
                </c:pt>
                <c:pt idx="17">
                  <c:v>2431.58</c:v>
                </c:pt>
              </c:numCache>
            </c:numRef>
          </c:val>
          <c:extLst>
            <c:ext xmlns:c16="http://schemas.microsoft.com/office/drawing/2014/chart" uri="{C3380CC4-5D6E-409C-BE32-E72D297353CC}">
              <c16:uniqueId val="{00000005-6AEA-4245-86FF-1171910F4D31}"/>
            </c:ext>
          </c:extLst>
        </c:ser>
        <c:ser>
          <c:idx val="6"/>
          <c:order val="6"/>
          <c:tx>
            <c:strRef>
              <c:f>'corei7-mountain-data'!$H$1</c:f>
              <c:strCache>
                <c:ptCount val="1"/>
                <c:pt idx="0">
                  <c:v>1M</c:v>
                </c:pt>
              </c:strCache>
            </c:strRef>
          </c:tx>
          <c:spPr>
            <a:solidFill>
              <a:srgbClr val="0066CC"/>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'corei7-mountain-data'!$H$2:$H$19</c:f>
              <c:numCache>
                <c:formatCode>General</c:formatCode>
                <c:ptCount val="18"/>
                <c:pt idx="0">
                  <c:v>4673.7700000000004</c:v>
                </c:pt>
                <c:pt idx="1">
                  <c:v>4656.9799999999996</c:v>
                </c:pt>
                <c:pt idx="2">
                  <c:v>4156.32</c:v>
                </c:pt>
                <c:pt idx="3">
                  <c:v>4012.65</c:v>
                </c:pt>
                <c:pt idx="4">
                  <c:v>3535.85</c:v>
                </c:pt>
                <c:pt idx="5">
                  <c:v>3021.82</c:v>
                </c:pt>
                <c:pt idx="6">
                  <c:v>2623.08</c:v>
                </c:pt>
                <c:pt idx="7">
                  <c:v>2318.19</c:v>
                </c:pt>
                <c:pt idx="8">
                  <c:v>2303.7199999999998</c:v>
                </c:pt>
                <c:pt idx="9">
                  <c:v>2291.5500000000002</c:v>
                </c:pt>
                <c:pt idx="10">
                  <c:v>2280.42</c:v>
                </c:pt>
                <c:pt idx="11">
                  <c:v>2270.2399999999998</c:v>
                </c:pt>
                <c:pt idx="12">
                  <c:v>2264.8200000000002</c:v>
                </c:pt>
                <c:pt idx="13">
                  <c:v>2261.86</c:v>
                </c:pt>
                <c:pt idx="14">
                  <c:v>2261.31</c:v>
                </c:pt>
                <c:pt idx="15">
                  <c:v>2271.41</c:v>
                </c:pt>
                <c:pt idx="16">
                  <c:v>2237.27</c:v>
                </c:pt>
                <c:pt idx="17">
                  <c:v>2432.7399999999998</c:v>
                </c:pt>
              </c:numCache>
            </c:numRef>
          </c:val>
          <c:extLst>
            <c:ext xmlns:c16="http://schemas.microsoft.com/office/drawing/2014/chart" uri="{C3380CC4-5D6E-409C-BE32-E72D297353CC}">
              <c16:uniqueId val="{00000006-6AEA-4245-86FF-1171910F4D31}"/>
            </c:ext>
          </c:extLst>
        </c:ser>
        <c:ser>
          <c:idx val="7"/>
          <c:order val="7"/>
          <c:tx>
            <c:strRef>
              <c:f>'corei7-mountain-data'!$I$1</c:f>
              <c:strCache>
                <c:ptCount val="1"/>
                <c:pt idx="0">
                  <c:v>512K</c:v>
                </c:pt>
              </c:strCache>
            </c:strRef>
          </c:tx>
          <c:spPr>
            <a:solidFill>
              <a:srgbClr val="CCCCFF"/>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'corei7-mountain-data'!$I$2:$I$19</c:f>
              <c:numCache>
                <c:formatCode>General</c:formatCode>
                <c:ptCount val="18"/>
                <c:pt idx="0">
                  <c:v>4673</c:v>
                </c:pt>
                <c:pt idx="1">
                  <c:v>4658.05</c:v>
                </c:pt>
                <c:pt idx="2">
                  <c:v>4267.3</c:v>
                </c:pt>
                <c:pt idx="3">
                  <c:v>4052.55</c:v>
                </c:pt>
                <c:pt idx="4">
                  <c:v>3730.88</c:v>
                </c:pt>
                <c:pt idx="5">
                  <c:v>3236.67</c:v>
                </c:pt>
                <c:pt idx="6">
                  <c:v>2839.93</c:v>
                </c:pt>
                <c:pt idx="7">
                  <c:v>2527.15</c:v>
                </c:pt>
                <c:pt idx="8">
                  <c:v>2513.25</c:v>
                </c:pt>
                <c:pt idx="9">
                  <c:v>2503.12</c:v>
                </c:pt>
                <c:pt idx="10">
                  <c:v>2494.19</c:v>
                </c:pt>
                <c:pt idx="11">
                  <c:v>2517.44</c:v>
                </c:pt>
                <c:pt idx="12">
                  <c:v>2523.1</c:v>
                </c:pt>
                <c:pt idx="13">
                  <c:v>2551.67</c:v>
                </c:pt>
                <c:pt idx="14">
                  <c:v>2555.5300000000002</c:v>
                </c:pt>
                <c:pt idx="15">
                  <c:v>2477.41</c:v>
                </c:pt>
                <c:pt idx="16">
                  <c:v>2420.17</c:v>
                </c:pt>
                <c:pt idx="17">
                  <c:v>2590.64</c:v>
                </c:pt>
              </c:numCache>
            </c:numRef>
          </c:val>
          <c:extLst>
            <c:ext xmlns:c16="http://schemas.microsoft.com/office/drawing/2014/chart" uri="{C3380CC4-5D6E-409C-BE32-E72D297353CC}">
              <c16:uniqueId val="{00000007-6AEA-4245-86FF-1171910F4D31}"/>
            </c:ext>
          </c:extLst>
        </c:ser>
        <c:ser>
          <c:idx val="8"/>
          <c:order val="8"/>
          <c:tx>
            <c:strRef>
              <c:f>'corei7-mountain-data'!$J$1</c:f>
              <c:strCache>
                <c:ptCount val="1"/>
                <c:pt idx="0">
                  <c:v>256K</c:v>
                </c:pt>
              </c:strCache>
            </c:strRef>
          </c:tx>
          <c:spPr>
            <a:solidFill>
              <a:srgbClr val="00009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'corei7-mountain-data'!$J$2:$J$19</c:f>
              <c:numCache>
                <c:formatCode>General</c:formatCode>
                <c:ptCount val="18"/>
                <c:pt idx="0">
                  <c:v>4672.3100000000004</c:v>
                </c:pt>
                <c:pt idx="1">
                  <c:v>4645.58</c:v>
                </c:pt>
                <c:pt idx="2">
                  <c:v>4300.1000000000004</c:v>
                </c:pt>
                <c:pt idx="3">
                  <c:v>4091.3</c:v>
                </c:pt>
                <c:pt idx="4">
                  <c:v>3890.2</c:v>
                </c:pt>
                <c:pt idx="5">
                  <c:v>3175.38</c:v>
                </c:pt>
                <c:pt idx="6">
                  <c:v>2748.26</c:v>
                </c:pt>
                <c:pt idx="7">
                  <c:v>2351.27</c:v>
                </c:pt>
                <c:pt idx="8">
                  <c:v>2518.38</c:v>
                </c:pt>
                <c:pt idx="9">
                  <c:v>2627.49</c:v>
                </c:pt>
                <c:pt idx="10">
                  <c:v>2644.71</c:v>
                </c:pt>
                <c:pt idx="11">
                  <c:v>2646.45</c:v>
                </c:pt>
                <c:pt idx="12">
                  <c:v>2690.79</c:v>
                </c:pt>
                <c:pt idx="13">
                  <c:v>2715.46</c:v>
                </c:pt>
                <c:pt idx="14">
                  <c:v>2762.7</c:v>
                </c:pt>
                <c:pt idx="15">
                  <c:v>2445.48</c:v>
                </c:pt>
                <c:pt idx="16">
                  <c:v>2440.11</c:v>
                </c:pt>
                <c:pt idx="17">
                  <c:v>2560.87</c:v>
                </c:pt>
              </c:numCache>
            </c:numRef>
          </c:val>
          <c:extLst>
            <c:ext xmlns:c16="http://schemas.microsoft.com/office/drawing/2014/chart" uri="{C3380CC4-5D6E-409C-BE32-E72D297353CC}">
              <c16:uniqueId val="{00000008-6AEA-4245-86FF-1171910F4D31}"/>
            </c:ext>
          </c:extLst>
        </c:ser>
        <c:ser>
          <c:idx val="9"/>
          <c:order val="9"/>
          <c:tx>
            <c:strRef>
              <c:f>'corei7-mountain-data'!$K$1</c:f>
              <c:strCache>
                <c:ptCount val="1"/>
                <c:pt idx="0">
                  <c:v>128K</c:v>
                </c:pt>
              </c:strCache>
            </c:strRef>
          </c:tx>
          <c:spPr>
            <a:solidFill>
              <a:srgbClr val="F2088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'corei7-mountain-data'!$K$2:$K$19</c:f>
              <c:numCache>
                <c:formatCode>General</c:formatCode>
                <c:ptCount val="18"/>
                <c:pt idx="0">
                  <c:v>4669.8900000000003</c:v>
                </c:pt>
                <c:pt idx="1">
                  <c:v>4661.4399999999996</c:v>
                </c:pt>
                <c:pt idx="2">
                  <c:v>4661.75</c:v>
                </c:pt>
                <c:pt idx="3">
                  <c:v>4570.55</c:v>
                </c:pt>
                <c:pt idx="4">
                  <c:v>4453.42</c:v>
                </c:pt>
                <c:pt idx="5">
                  <c:v>4070.1</c:v>
                </c:pt>
                <c:pt idx="6">
                  <c:v>3626.17</c:v>
                </c:pt>
                <c:pt idx="7">
                  <c:v>2349.0500000000002</c:v>
                </c:pt>
                <c:pt idx="8">
                  <c:v>3332.47</c:v>
                </c:pt>
                <c:pt idx="9">
                  <c:v>3318.78</c:v>
                </c:pt>
                <c:pt idx="10">
                  <c:v>3328.21</c:v>
                </c:pt>
                <c:pt idx="11">
                  <c:v>3312.1</c:v>
                </c:pt>
                <c:pt idx="12">
                  <c:v>3351.75</c:v>
                </c:pt>
                <c:pt idx="13">
                  <c:v>3197.56</c:v>
                </c:pt>
                <c:pt idx="14">
                  <c:v>3342.59</c:v>
                </c:pt>
                <c:pt idx="15">
                  <c:v>3330.51</c:v>
                </c:pt>
                <c:pt idx="16">
                  <c:v>3335.4</c:v>
                </c:pt>
                <c:pt idx="17">
                  <c:v>3374.9</c:v>
                </c:pt>
              </c:numCache>
            </c:numRef>
          </c:val>
          <c:extLst>
            <c:ext xmlns:c16="http://schemas.microsoft.com/office/drawing/2014/chart" uri="{C3380CC4-5D6E-409C-BE32-E72D297353CC}">
              <c16:uniqueId val="{00000009-6AEA-4245-86FF-1171910F4D31}"/>
            </c:ext>
          </c:extLst>
        </c:ser>
        <c:ser>
          <c:idx val="10"/>
          <c:order val="10"/>
          <c:tx>
            <c:strRef>
              <c:f>'corei7-mountain-data'!$L$1</c:f>
              <c:strCache>
                <c:ptCount val="1"/>
                <c:pt idx="0">
                  <c:v>64K</c:v>
                </c:pt>
              </c:strCache>
            </c:strRef>
          </c:tx>
          <c:spPr>
            <a:solidFill>
              <a:srgbClr val="FCF30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'corei7-mountain-data'!$L$2:$L$19</c:f>
              <c:numCache>
                <c:formatCode>General</c:formatCode>
                <c:ptCount val="18"/>
                <c:pt idx="0">
                  <c:v>4664.6899999999996</c:v>
                </c:pt>
                <c:pt idx="1">
                  <c:v>4647.96</c:v>
                </c:pt>
                <c:pt idx="2">
                  <c:v>4646.51</c:v>
                </c:pt>
                <c:pt idx="3">
                  <c:v>4575.1000000000004</c:v>
                </c:pt>
                <c:pt idx="4">
                  <c:v>4473.68</c:v>
                </c:pt>
                <c:pt idx="5">
                  <c:v>4218.51</c:v>
                </c:pt>
                <c:pt idx="6">
                  <c:v>3642.61</c:v>
                </c:pt>
                <c:pt idx="7">
                  <c:v>3334.78</c:v>
                </c:pt>
                <c:pt idx="8">
                  <c:v>3395.82</c:v>
                </c:pt>
                <c:pt idx="9">
                  <c:v>3398</c:v>
                </c:pt>
                <c:pt idx="10">
                  <c:v>3403.08</c:v>
                </c:pt>
                <c:pt idx="11">
                  <c:v>3411.87</c:v>
                </c:pt>
                <c:pt idx="12">
                  <c:v>3395.99</c:v>
                </c:pt>
                <c:pt idx="13">
                  <c:v>3299.01</c:v>
                </c:pt>
                <c:pt idx="14">
                  <c:v>4287.45</c:v>
                </c:pt>
                <c:pt idx="15">
                  <c:v>3416.74</c:v>
                </c:pt>
                <c:pt idx="16">
                  <c:v>3389.13</c:v>
                </c:pt>
                <c:pt idx="17">
                  <c:v>3374.16</c:v>
                </c:pt>
              </c:numCache>
            </c:numRef>
          </c:val>
          <c:extLst>
            <c:ext xmlns:c16="http://schemas.microsoft.com/office/drawing/2014/chart" uri="{C3380CC4-5D6E-409C-BE32-E72D297353CC}">
              <c16:uniqueId val="{0000000A-6AEA-4245-86FF-1171910F4D31}"/>
            </c:ext>
          </c:extLst>
        </c:ser>
        <c:ser>
          <c:idx val="11"/>
          <c:order val="11"/>
          <c:tx>
            <c:strRef>
              <c:f>'corei7-mountain-data'!$M$1</c:f>
              <c:strCache>
                <c:ptCount val="1"/>
                <c:pt idx="0">
                  <c:v>32K</c:v>
                </c:pt>
              </c:strCache>
            </c:strRef>
          </c:tx>
          <c:spPr>
            <a:solidFill>
              <a:srgbClr val="00ABEA"/>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'corei7-mountain-data'!$M$2:$M$19</c:f>
              <c:numCache>
                <c:formatCode>General</c:formatCode>
                <c:ptCount val="18"/>
                <c:pt idx="0">
                  <c:v>4654.62</c:v>
                </c:pt>
                <c:pt idx="1">
                  <c:v>4624.5</c:v>
                </c:pt>
                <c:pt idx="2">
                  <c:v>4631.6899999999996</c:v>
                </c:pt>
                <c:pt idx="3">
                  <c:v>4615.62</c:v>
                </c:pt>
                <c:pt idx="4">
                  <c:v>4600.3900000000003</c:v>
                </c:pt>
                <c:pt idx="5">
                  <c:v>4585.6000000000004</c:v>
                </c:pt>
                <c:pt idx="6">
                  <c:v>4572.8</c:v>
                </c:pt>
                <c:pt idx="7">
                  <c:v>4809.1000000000004</c:v>
                </c:pt>
                <c:pt idx="8">
                  <c:v>4803.13</c:v>
                </c:pt>
                <c:pt idx="9">
                  <c:v>4789.7</c:v>
                </c:pt>
                <c:pt idx="10">
                  <c:v>4790.97</c:v>
                </c:pt>
                <c:pt idx="11">
                  <c:v>4784.6499999999996</c:v>
                </c:pt>
                <c:pt idx="12">
                  <c:v>4754.2299999999996</c:v>
                </c:pt>
                <c:pt idx="13">
                  <c:v>4768.54</c:v>
                </c:pt>
                <c:pt idx="14">
                  <c:v>4750.25</c:v>
                </c:pt>
                <c:pt idx="15">
                  <c:v>4742.01</c:v>
                </c:pt>
                <c:pt idx="16">
                  <c:v>6545.16</c:v>
                </c:pt>
                <c:pt idx="17">
                  <c:v>6408.41</c:v>
                </c:pt>
              </c:numCache>
            </c:numRef>
          </c:val>
          <c:extLst>
            <c:ext xmlns:c16="http://schemas.microsoft.com/office/drawing/2014/chart" uri="{C3380CC4-5D6E-409C-BE32-E72D297353CC}">
              <c16:uniqueId val="{0000000B-6AEA-4245-86FF-1171910F4D31}"/>
            </c:ext>
          </c:extLst>
        </c:ser>
        <c:ser>
          <c:idx val="12"/>
          <c:order val="12"/>
          <c:tx>
            <c:strRef>
              <c:f>'corei7-mountain-data'!$N$1</c:f>
              <c:strCache>
                <c:ptCount val="1"/>
                <c:pt idx="0">
                  <c:v>16K</c:v>
                </c:pt>
              </c:strCache>
            </c:strRef>
          </c:tx>
          <c:spPr>
            <a:solidFill>
              <a:srgbClr val="4600A5"/>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'corei7-mountain-data'!$N$2:$N$19</c:f>
              <c:numCache>
                <c:formatCode>General</c:formatCode>
                <c:ptCount val="18"/>
                <c:pt idx="0">
                  <c:v>4635.05</c:v>
                </c:pt>
                <c:pt idx="1">
                  <c:v>4575.1400000000003</c:v>
                </c:pt>
                <c:pt idx="2">
                  <c:v>4577.76</c:v>
                </c:pt>
                <c:pt idx="3">
                  <c:v>4797.16</c:v>
                </c:pt>
                <c:pt idx="4">
                  <c:v>4781.0600000000004</c:v>
                </c:pt>
                <c:pt idx="5">
                  <c:v>4773.37</c:v>
                </c:pt>
                <c:pt idx="6">
                  <c:v>4756.1899999999996</c:v>
                </c:pt>
                <c:pt idx="7">
                  <c:v>4729.6499999999996</c:v>
                </c:pt>
                <c:pt idx="8">
                  <c:v>4701.3</c:v>
                </c:pt>
                <c:pt idx="9">
                  <c:v>4716.3900000000003</c:v>
                </c:pt>
                <c:pt idx="10">
                  <c:v>4668.13</c:v>
                </c:pt>
                <c:pt idx="11">
                  <c:v>4653.51</c:v>
                </c:pt>
                <c:pt idx="12">
                  <c:v>4678.67</c:v>
                </c:pt>
                <c:pt idx="13">
                  <c:v>4620.2299999999996</c:v>
                </c:pt>
                <c:pt idx="14">
                  <c:v>4621.49</c:v>
                </c:pt>
                <c:pt idx="15">
                  <c:v>6529.52</c:v>
                </c:pt>
                <c:pt idx="16">
                  <c:v>6398.15</c:v>
                </c:pt>
                <c:pt idx="17">
                  <c:v>6122.8</c:v>
                </c:pt>
              </c:numCache>
            </c:numRef>
          </c:val>
          <c:extLst>
            <c:ext xmlns:c16="http://schemas.microsoft.com/office/drawing/2014/chart" uri="{C3380CC4-5D6E-409C-BE32-E72D297353CC}">
              <c16:uniqueId val="{0000000C-6AEA-4245-86FF-1171910F4D31}"/>
            </c:ext>
          </c:extLst>
        </c:ser>
        <c:ser>
          <c:idx val="13"/>
          <c:order val="13"/>
          <c:tx>
            <c:strRef>
              <c:f>'corei7-mountain-data'!$O$1</c:f>
              <c:strCache>
                <c:ptCount val="1"/>
                <c:pt idx="0">
                  <c:v>8K</c:v>
                </c:pt>
              </c:strCache>
            </c:strRef>
          </c:tx>
          <c:spPr>
            <a:solidFill>
              <a:srgbClr val="90000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'corei7-mountain-data'!$O$2:$O$19</c:f>
              <c:numCache>
                <c:formatCode>General</c:formatCode>
                <c:ptCount val="18"/>
                <c:pt idx="0">
                  <c:v>4599.95</c:v>
                </c:pt>
                <c:pt idx="1">
                  <c:v>4702.5600000000004</c:v>
                </c:pt>
                <c:pt idx="2">
                  <c:v>4771.3599999999997</c:v>
                </c:pt>
                <c:pt idx="3">
                  <c:v>4725.95</c:v>
                </c:pt>
                <c:pt idx="4">
                  <c:v>4709.6099999999997</c:v>
                </c:pt>
                <c:pt idx="5">
                  <c:v>4646.91</c:v>
                </c:pt>
                <c:pt idx="6">
                  <c:v>4613.58</c:v>
                </c:pt>
                <c:pt idx="7">
                  <c:v>6534.86</c:v>
                </c:pt>
                <c:pt idx="8">
                  <c:v>6513.84</c:v>
                </c:pt>
                <c:pt idx="9">
                  <c:v>6498.25</c:v>
                </c:pt>
                <c:pt idx="10">
                  <c:v>6479.32</c:v>
                </c:pt>
                <c:pt idx="11">
                  <c:v>6460.77</c:v>
                </c:pt>
                <c:pt idx="12">
                  <c:v>6443.44</c:v>
                </c:pt>
                <c:pt idx="13">
                  <c:v>6427.61</c:v>
                </c:pt>
                <c:pt idx="14">
                  <c:v>6408.2</c:v>
                </c:pt>
                <c:pt idx="15">
                  <c:v>6396.54</c:v>
                </c:pt>
                <c:pt idx="16">
                  <c:v>6118.69</c:v>
                </c:pt>
                <c:pt idx="17">
                  <c:v>5642.81</c:v>
                </c:pt>
              </c:numCache>
            </c:numRef>
          </c:val>
          <c:extLst>
            <c:ext xmlns:c16="http://schemas.microsoft.com/office/drawing/2014/chart" uri="{C3380CC4-5D6E-409C-BE32-E72D297353CC}">
              <c16:uniqueId val="{0000000D-6AEA-4245-86FF-1171910F4D31}"/>
            </c:ext>
          </c:extLst>
        </c:ser>
        <c:ser>
          <c:idx val="14"/>
          <c:order val="14"/>
          <c:tx>
            <c:strRef>
              <c:f>'corei7-mountain-data'!$P$1</c:f>
              <c:strCache>
                <c:ptCount val="1"/>
                <c:pt idx="0">
                  <c:v>4K</c:v>
                </c:pt>
              </c:strCache>
            </c:strRef>
          </c:tx>
          <c:spPr>
            <a:solidFill>
              <a:srgbClr val="008080"/>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'corei7-mountain-data'!$P$2:$P$19</c:f>
              <c:numCache>
                <c:formatCode>General</c:formatCode>
                <c:ptCount val="18"/>
                <c:pt idx="0">
                  <c:v>4764.2</c:v>
                </c:pt>
                <c:pt idx="1">
                  <c:v>4607.45</c:v>
                </c:pt>
                <c:pt idx="2">
                  <c:v>4617.8599999999997</c:v>
                </c:pt>
                <c:pt idx="3">
                  <c:v>6502.49</c:v>
                </c:pt>
                <c:pt idx="4">
                  <c:v>6466.17</c:v>
                </c:pt>
                <c:pt idx="5">
                  <c:v>6432.81</c:v>
                </c:pt>
                <c:pt idx="6">
                  <c:v>6397.26</c:v>
                </c:pt>
                <c:pt idx="7">
                  <c:v>6369.39</c:v>
                </c:pt>
                <c:pt idx="8">
                  <c:v>6328.29</c:v>
                </c:pt>
                <c:pt idx="9">
                  <c:v>6299.45</c:v>
                </c:pt>
                <c:pt idx="10">
                  <c:v>6259.01</c:v>
                </c:pt>
                <c:pt idx="11">
                  <c:v>6225.06</c:v>
                </c:pt>
                <c:pt idx="12">
                  <c:v>6193.75</c:v>
                </c:pt>
                <c:pt idx="13">
                  <c:v>6159.03</c:v>
                </c:pt>
                <c:pt idx="14">
                  <c:v>6127.24</c:v>
                </c:pt>
                <c:pt idx="15">
                  <c:v>6097.52</c:v>
                </c:pt>
                <c:pt idx="16">
                  <c:v>5623.45</c:v>
                </c:pt>
                <c:pt idx="17">
                  <c:v>4861.38</c:v>
                </c:pt>
              </c:numCache>
            </c:numRef>
          </c:val>
          <c:extLst>
            <c:ext xmlns:c16="http://schemas.microsoft.com/office/drawing/2014/chart" uri="{C3380CC4-5D6E-409C-BE32-E72D297353CC}">
              <c16:uniqueId val="{0000000E-6AEA-4245-86FF-1171910F4D31}"/>
            </c:ext>
          </c:extLst>
        </c:ser>
        <c:ser>
          <c:idx val="15"/>
          <c:order val="15"/>
          <c:tx>
            <c:strRef>
              <c:f>'corei7-mountain-data'!$Q$1</c:f>
              <c:strCache>
                <c:ptCount val="1"/>
                <c:pt idx="0">
                  <c:v>2K</c:v>
                </c:pt>
              </c:strCache>
            </c:strRef>
          </c:tx>
          <c:spPr>
            <a:solidFill>
              <a:srgbClr val="0000D4"/>
            </a:solidFill>
            <a:ln w="12700">
              <a:solidFill>
                <a:srgbClr val="000000"/>
              </a:solidFill>
              <a:prstDash val="solid"/>
            </a:ln>
            <a:sp3d prstMaterial="flat"/>
          </c:spPr>
          <c:cat>
            <c:strRef>
              <c:f>'corei7-mountain-data'!$A$2:$A$19</c:f>
              <c:strCache>
                <c:ptCount val="18"/>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s32</c:v>
                </c:pt>
                <c:pt idx="17">
                  <c:v>s64</c:v>
                </c:pt>
              </c:strCache>
            </c:strRef>
          </c:cat>
          <c:val>
            <c:numRef>
              <c:f>'corei7-mountain-data'!$Q$2:$Q$19</c:f>
              <c:numCache>
                <c:formatCode>General</c:formatCode>
                <c:ptCount val="18"/>
                <c:pt idx="0">
                  <c:v>4754.1499999999996</c:v>
                </c:pt>
                <c:pt idx="1">
                  <c:v>6086.11</c:v>
                </c:pt>
                <c:pt idx="2">
                  <c:v>6301.73</c:v>
                </c:pt>
                <c:pt idx="3">
                  <c:v>6261.46</c:v>
                </c:pt>
                <c:pt idx="4">
                  <c:v>6188.41</c:v>
                </c:pt>
                <c:pt idx="5">
                  <c:v>6115.06</c:v>
                </c:pt>
                <c:pt idx="6">
                  <c:v>6075.11</c:v>
                </c:pt>
                <c:pt idx="7">
                  <c:v>6013.17</c:v>
                </c:pt>
                <c:pt idx="8">
                  <c:v>5923.29</c:v>
                </c:pt>
                <c:pt idx="9">
                  <c:v>5870.21</c:v>
                </c:pt>
                <c:pt idx="10">
                  <c:v>5803.26</c:v>
                </c:pt>
                <c:pt idx="11">
                  <c:v>5754.86</c:v>
                </c:pt>
                <c:pt idx="12">
                  <c:v>5679.31</c:v>
                </c:pt>
                <c:pt idx="13">
                  <c:v>5629.01</c:v>
                </c:pt>
                <c:pt idx="14">
                  <c:v>5580.53</c:v>
                </c:pt>
                <c:pt idx="15">
                  <c:v>5541.86</c:v>
                </c:pt>
                <c:pt idx="16">
                  <c:v>4799.63</c:v>
                </c:pt>
                <c:pt idx="17">
                  <c:v>4639.2</c:v>
                </c:pt>
              </c:numCache>
            </c:numRef>
          </c:val>
          <c:extLst>
            <c:ext xmlns:c16="http://schemas.microsoft.com/office/drawing/2014/chart" uri="{C3380CC4-5D6E-409C-BE32-E72D297353CC}">
              <c16:uniqueId val="{0000000F-6AEA-4245-86FF-1171910F4D31}"/>
            </c:ext>
          </c:extLst>
        </c:ser>
        <c:bandFmts>
          <c:bandFmt>
            <c:idx val="0"/>
            <c:spPr>
              <a:solidFill>
                <a:srgbClr val="9999FF"/>
              </a:solidFill>
              <a:ln w="12700">
                <a:solidFill>
                  <a:srgbClr val="000000"/>
                </a:solidFill>
                <a:prstDash val="solid"/>
              </a:ln>
              <a:sp3d prstMaterial="flat"/>
            </c:spPr>
          </c:bandFmt>
          <c:bandFmt>
            <c:idx val="1"/>
            <c:spPr>
              <a:solidFill>
                <a:srgbClr val="993366"/>
              </a:solidFill>
              <a:ln w="12700">
                <a:solidFill>
                  <a:srgbClr val="000000"/>
                </a:solidFill>
                <a:prstDash val="solid"/>
              </a:ln>
              <a:sp3d prstMaterial="flat"/>
            </c:spPr>
          </c:bandFmt>
          <c:bandFmt>
            <c:idx val="2"/>
            <c:spPr>
              <a:solidFill>
                <a:srgbClr val="FFFFCC"/>
              </a:solidFill>
              <a:ln w="12700">
                <a:solidFill>
                  <a:srgbClr val="000000"/>
                </a:solidFill>
                <a:prstDash val="solid"/>
              </a:ln>
              <a:sp3d prstMaterial="flat"/>
            </c:spPr>
          </c:bandFmt>
          <c:bandFmt>
            <c:idx val="3"/>
            <c:spPr>
              <a:solidFill>
                <a:srgbClr val="CCFFFF"/>
              </a:solidFill>
              <a:ln w="12700">
                <a:solidFill>
                  <a:srgbClr val="000000"/>
                </a:solidFill>
                <a:prstDash val="solid"/>
              </a:ln>
              <a:sp3d prstMaterial="flat"/>
            </c:spPr>
          </c:bandFmt>
          <c:bandFmt>
            <c:idx val="4"/>
            <c:spPr>
              <a:solidFill>
                <a:srgbClr val="660066"/>
              </a:solidFill>
              <a:ln w="12700">
                <a:solidFill>
                  <a:srgbClr val="000000"/>
                </a:solidFill>
                <a:prstDash val="solid"/>
              </a:ln>
              <a:sp3d prstMaterial="flat"/>
            </c:spPr>
          </c:bandFmt>
          <c:bandFmt>
            <c:idx val="5"/>
            <c:spPr>
              <a:solidFill>
                <a:srgbClr val="FF8080"/>
              </a:solidFill>
              <a:ln w="12700">
                <a:solidFill>
                  <a:srgbClr val="000000"/>
                </a:solidFill>
                <a:prstDash val="solid"/>
              </a:ln>
              <a:sp3d prstMaterial="flat"/>
            </c:spPr>
          </c:bandFmt>
          <c:bandFmt>
            <c:idx val="6"/>
            <c:spPr>
              <a:solidFill>
                <a:srgbClr val="0066CC"/>
              </a:solidFill>
              <a:ln w="12700">
                <a:solidFill>
                  <a:srgbClr val="000000"/>
                </a:solidFill>
                <a:prstDash val="solid"/>
              </a:ln>
              <a:sp3d prstMaterial="flat"/>
            </c:spPr>
          </c:bandFmt>
        </c:bandFmts>
        <c:axId val="-2026842560"/>
        <c:axId val="-2026779136"/>
        <c:axId val="-2025976784"/>
      </c:surface3DChart>
      <c:catAx>
        <c:axId val="-2026842560"/>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a:t>Stride (x8 bytes)</a:t>
                </a:r>
              </a:p>
            </c:rich>
          </c:tx>
          <c:layout>
            <c:manualLayout>
              <c:xMode val="edge"/>
              <c:yMode val="edge"/>
              <c:x val="0.232766870807816"/>
              <c:y val="0.80311478222084998"/>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6779136"/>
        <c:crosses val="autoZero"/>
        <c:auto val="1"/>
        <c:lblAlgn val="ctr"/>
        <c:lblOffset val="100"/>
        <c:tickLblSkip val="2"/>
        <c:tickMarkSkip val="1"/>
        <c:noMultiLvlLbl val="1"/>
      </c:catAx>
      <c:valAx>
        <c:axId val="-2026779136"/>
        <c:scaling>
          <c:orientation val="minMax"/>
        </c:scaling>
        <c:delete val="0"/>
        <c:axPos val="l"/>
        <c:majorGridlines>
          <c:spPr>
            <a:ln w="3175">
              <a:solidFill>
                <a:srgbClr val="000000"/>
              </a:solidFill>
              <a:prstDash val="solid"/>
            </a:ln>
          </c:spPr>
        </c:majorGridlines>
        <c:title>
          <c:tx>
            <c:rich>
              <a:bodyPr/>
              <a:lstStyle/>
              <a:p>
                <a:pPr>
                  <a:defRPr sz="1600" b="1" i="0" u="none" strike="noStrike" baseline="0">
                    <a:solidFill>
                      <a:srgbClr val="000000"/>
                    </a:solidFill>
                    <a:latin typeface="Arial"/>
                    <a:ea typeface="Arial"/>
                    <a:cs typeface="Arial"/>
                  </a:defRPr>
                </a:pPr>
                <a:r>
                  <a:rPr lang="en-US" sz="1600" dirty="0"/>
                  <a:t>Read  throughput (MB/</a:t>
                </a:r>
                <a:r>
                  <a:rPr lang="en-US" sz="1600" dirty="0" err="1"/>
                  <a:t>s</a:t>
                </a:r>
                <a:r>
                  <a:rPr lang="en-US" sz="1600" dirty="0"/>
                  <a:t>)</a:t>
                </a:r>
              </a:p>
            </c:rich>
          </c:tx>
          <c:layout>
            <c:manualLayout>
              <c:xMode val="edge"/>
              <c:yMode val="edge"/>
              <c:x val="9.7302537182852103E-2"/>
              <c:y val="6.7712246753469499E-2"/>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TR"/>
          </a:p>
        </c:txPr>
        <c:crossAx val="-2026842560"/>
        <c:crosses val="autoZero"/>
        <c:crossBetween val="between"/>
      </c:valAx>
      <c:serAx>
        <c:axId val="-2025976784"/>
        <c:scaling>
          <c:orientation val="minMax"/>
        </c:scaling>
        <c:delete val="0"/>
        <c:axPos val="b"/>
        <c:title>
          <c:tx>
            <c:rich>
              <a:bodyPr/>
              <a:lstStyle/>
              <a:p>
                <a:pPr>
                  <a:defRPr sz="1600" b="1" i="0" u="none" strike="noStrike" baseline="0">
                    <a:solidFill>
                      <a:srgbClr val="000000"/>
                    </a:solidFill>
                    <a:latin typeface="Arial"/>
                    <a:ea typeface="Arial"/>
                    <a:cs typeface="Arial"/>
                  </a:defRPr>
                </a:pPr>
                <a:r>
                  <a:rPr lang="en-US" sz="1600" dirty="0"/>
                  <a:t>Working set size (bytes)</a:t>
                </a:r>
              </a:p>
            </c:rich>
          </c:tx>
          <c:layout>
            <c:manualLayout>
              <c:xMode val="edge"/>
              <c:yMode val="edge"/>
              <c:x val="0.72020834062408901"/>
              <c:y val="0.81348206474190699"/>
            </c:manualLayout>
          </c:layout>
          <c:overlay val="0"/>
          <c:spPr>
            <a:noFill/>
            <a:ln w="25400">
              <a:noFill/>
            </a:ln>
          </c:spPr>
        </c:title>
        <c:numFmt formatCode="General" sourceLinked="1"/>
        <c:majorTickMark val="out"/>
        <c:minorTickMark val="none"/>
        <c:tickLblPos val="low"/>
        <c:spPr>
          <a:ln w="3175">
            <a:solidFill>
              <a:srgbClr val="000000"/>
            </a:solidFill>
            <a:prstDash val="solid"/>
          </a:ln>
        </c:spPr>
        <c:txPr>
          <a:bodyPr rot="-5400000" vert="horz"/>
          <a:lstStyle/>
          <a:p>
            <a:pPr>
              <a:defRPr sz="1600" b="0" i="0" u="none" strike="noStrike" baseline="0">
                <a:solidFill>
                  <a:srgbClr val="000000"/>
                </a:solidFill>
                <a:latin typeface="Arial"/>
                <a:ea typeface="Arial"/>
                <a:cs typeface="Arial"/>
              </a:defRPr>
            </a:pPr>
            <a:endParaRPr lang="en-TR"/>
          </a:p>
        </c:txPr>
        <c:crossAx val="-2026779136"/>
        <c:crosses val="autoZero"/>
        <c:tickLblSkip val="3"/>
        <c:tickMarkSkip val="1"/>
      </c:serAx>
      <c:spPr>
        <a:noFill/>
        <a:ln w="25400">
          <a:noFill/>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TR"/>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08"/>
          <c:y val="3.9215686274509803E-2"/>
          <c:w val="0.832592592592592"/>
          <c:h val="0.83660130718954195"/>
        </c:manualLayout>
      </c:layout>
      <c:lineChart>
        <c:grouping val="standard"/>
        <c:varyColors val="0"/>
        <c:ser>
          <c:idx val="4"/>
          <c:order val="0"/>
          <c:tx>
            <c:strRef>
              <c:f>corei7mmdata!$F$1</c:f>
              <c:strCache>
                <c:ptCount val="1"/>
                <c:pt idx="0">
                  <c:v>jki</c:v>
                </c:pt>
              </c:strCache>
            </c:strRef>
          </c:tx>
          <c:spPr>
            <a:ln w="12700">
              <a:solidFill>
                <a:srgbClr val="000000"/>
              </a:solidFill>
              <a:prstDash val="solid"/>
            </a:ln>
          </c:spPr>
          <c:marker>
            <c:symbol val="star"/>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corei7mmdata!$F$2:$F$16</c:f>
              <c:numCache>
                <c:formatCode>General</c:formatCode>
                <c:ptCount val="15"/>
                <c:pt idx="0">
                  <c:v>6.4</c:v>
                </c:pt>
                <c:pt idx="1">
                  <c:v>6.87</c:v>
                </c:pt>
                <c:pt idx="2">
                  <c:v>4.1399999999999997</c:v>
                </c:pt>
                <c:pt idx="3">
                  <c:v>5.53</c:v>
                </c:pt>
                <c:pt idx="4">
                  <c:v>10.93</c:v>
                </c:pt>
                <c:pt idx="5">
                  <c:v>33.229999999999997</c:v>
                </c:pt>
                <c:pt idx="6">
                  <c:v>49.43</c:v>
                </c:pt>
                <c:pt idx="7">
                  <c:v>51.49</c:v>
                </c:pt>
                <c:pt idx="8">
                  <c:v>52.06</c:v>
                </c:pt>
                <c:pt idx="9">
                  <c:v>52.06</c:v>
                </c:pt>
                <c:pt idx="10">
                  <c:v>52.07</c:v>
                </c:pt>
                <c:pt idx="11">
                  <c:v>52.09</c:v>
                </c:pt>
                <c:pt idx="12">
                  <c:v>52.12</c:v>
                </c:pt>
                <c:pt idx="13">
                  <c:v>52.17</c:v>
                </c:pt>
                <c:pt idx="14">
                  <c:v>52.2</c:v>
                </c:pt>
              </c:numCache>
            </c:numRef>
          </c:val>
          <c:smooth val="0"/>
          <c:extLst>
            <c:ext xmlns:c16="http://schemas.microsoft.com/office/drawing/2014/chart" uri="{C3380CC4-5D6E-409C-BE32-E72D297353CC}">
              <c16:uniqueId val="{00000000-FE8D-AE49-B45F-88A4FFCAF476}"/>
            </c:ext>
          </c:extLst>
        </c:ser>
        <c:ser>
          <c:idx val="5"/>
          <c:order val="1"/>
          <c:tx>
            <c:strRef>
              <c:f>corei7mmdata!$G$1</c:f>
              <c:strCache>
                <c:ptCount val="1"/>
                <c:pt idx="0">
                  <c:v>kji</c:v>
                </c:pt>
              </c:strCache>
            </c:strRef>
          </c:tx>
          <c:spPr>
            <a:ln w="12700">
              <a:solidFill>
                <a:srgbClr val="000000"/>
              </a:solidFill>
              <a:prstDash val="solid"/>
            </a:ln>
          </c:spPr>
          <c:marker>
            <c:symbol val="square"/>
            <c:size val="12"/>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corei7mmdata!$G$2:$G$16</c:f>
              <c:numCache>
                <c:formatCode>General</c:formatCode>
                <c:ptCount val="15"/>
                <c:pt idx="0">
                  <c:v>6.4</c:v>
                </c:pt>
                <c:pt idx="1">
                  <c:v>6.8199999999999976</c:v>
                </c:pt>
                <c:pt idx="2">
                  <c:v>4.01</c:v>
                </c:pt>
                <c:pt idx="3">
                  <c:v>5.33</c:v>
                </c:pt>
                <c:pt idx="4">
                  <c:v>11.04</c:v>
                </c:pt>
                <c:pt idx="5">
                  <c:v>33.21</c:v>
                </c:pt>
                <c:pt idx="6">
                  <c:v>49.42</c:v>
                </c:pt>
                <c:pt idx="7">
                  <c:v>51.5</c:v>
                </c:pt>
                <c:pt idx="8">
                  <c:v>52.07</c:v>
                </c:pt>
                <c:pt idx="9">
                  <c:v>52.08</c:v>
                </c:pt>
                <c:pt idx="10">
                  <c:v>52.09</c:v>
                </c:pt>
                <c:pt idx="11">
                  <c:v>52.1</c:v>
                </c:pt>
                <c:pt idx="12">
                  <c:v>52.14</c:v>
                </c:pt>
                <c:pt idx="13">
                  <c:v>52.19</c:v>
                </c:pt>
                <c:pt idx="14">
                  <c:v>52.23</c:v>
                </c:pt>
              </c:numCache>
            </c:numRef>
          </c:val>
          <c:smooth val="0"/>
          <c:extLst>
            <c:ext xmlns:c16="http://schemas.microsoft.com/office/drawing/2014/chart" uri="{C3380CC4-5D6E-409C-BE32-E72D297353CC}">
              <c16:uniqueId val="{00000001-FE8D-AE49-B45F-88A4FFCAF476}"/>
            </c:ext>
          </c:extLst>
        </c:ser>
        <c:ser>
          <c:idx val="2"/>
          <c:order val="2"/>
          <c:tx>
            <c:strRef>
              <c:f>corei7mmdata!$D$1</c:f>
              <c:strCache>
                <c:ptCount val="1"/>
                <c:pt idx="0">
                  <c:v>ijk</c:v>
                </c:pt>
              </c:strCache>
            </c:strRef>
          </c:tx>
          <c:spPr>
            <a:ln w="12700">
              <a:solidFill>
                <a:srgbClr val="000000"/>
              </a:solidFill>
              <a:prstDash val="solid"/>
            </a:ln>
          </c:spPr>
          <c:marker>
            <c:symbol val="x"/>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corei7mmdata!$D$2:$D$16</c:f>
              <c:numCache>
                <c:formatCode>General</c:formatCode>
                <c:ptCount val="15"/>
                <c:pt idx="0">
                  <c:v>5.31</c:v>
                </c:pt>
                <c:pt idx="1">
                  <c:v>6.35</c:v>
                </c:pt>
                <c:pt idx="2">
                  <c:v>6.29</c:v>
                </c:pt>
                <c:pt idx="3">
                  <c:v>3.7</c:v>
                </c:pt>
                <c:pt idx="4">
                  <c:v>3.72</c:v>
                </c:pt>
                <c:pt idx="5">
                  <c:v>3.71</c:v>
                </c:pt>
                <c:pt idx="6">
                  <c:v>3.72</c:v>
                </c:pt>
                <c:pt idx="7">
                  <c:v>3.83</c:v>
                </c:pt>
                <c:pt idx="8">
                  <c:v>4.5999999999999996</c:v>
                </c:pt>
                <c:pt idx="9">
                  <c:v>7.74</c:v>
                </c:pt>
                <c:pt idx="10">
                  <c:v>11.71</c:v>
                </c:pt>
                <c:pt idx="11">
                  <c:v>16.54</c:v>
                </c:pt>
                <c:pt idx="12">
                  <c:v>20.57</c:v>
                </c:pt>
                <c:pt idx="13">
                  <c:v>23.85</c:v>
                </c:pt>
                <c:pt idx="14">
                  <c:v>23.86</c:v>
                </c:pt>
              </c:numCache>
            </c:numRef>
          </c:val>
          <c:smooth val="0"/>
          <c:extLst>
            <c:ext xmlns:c16="http://schemas.microsoft.com/office/drawing/2014/chart" uri="{C3380CC4-5D6E-409C-BE32-E72D297353CC}">
              <c16:uniqueId val="{00000002-FE8D-AE49-B45F-88A4FFCAF476}"/>
            </c:ext>
          </c:extLst>
        </c:ser>
        <c:ser>
          <c:idx val="3"/>
          <c:order val="3"/>
          <c:tx>
            <c:strRef>
              <c:f>corei7mmdata!$E$1</c:f>
              <c:strCache>
                <c:ptCount val="1"/>
                <c:pt idx="0">
                  <c:v>jik</c:v>
                </c:pt>
              </c:strCache>
            </c:strRef>
          </c:tx>
          <c:spPr>
            <a:ln w="12700">
              <a:solidFill>
                <a:srgbClr val="000000"/>
              </a:solidFill>
              <a:prstDash val="solid"/>
            </a:ln>
          </c:spPr>
          <c:marker>
            <c:symbol val="circle"/>
            <c:size val="10"/>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corei7mmdata!$E$2:$E$16</c:f>
              <c:numCache>
                <c:formatCode>General</c:formatCode>
                <c:ptCount val="15"/>
                <c:pt idx="0">
                  <c:v>5.4</c:v>
                </c:pt>
                <c:pt idx="1">
                  <c:v>6.23</c:v>
                </c:pt>
                <c:pt idx="2">
                  <c:v>3.64</c:v>
                </c:pt>
                <c:pt idx="3">
                  <c:v>3.71</c:v>
                </c:pt>
                <c:pt idx="4">
                  <c:v>3.61</c:v>
                </c:pt>
                <c:pt idx="5">
                  <c:v>3.6</c:v>
                </c:pt>
                <c:pt idx="6">
                  <c:v>3.63</c:v>
                </c:pt>
                <c:pt idx="7">
                  <c:v>3.74</c:v>
                </c:pt>
                <c:pt idx="8">
                  <c:v>4.6399999999999997</c:v>
                </c:pt>
                <c:pt idx="9">
                  <c:v>7.57</c:v>
                </c:pt>
                <c:pt idx="10">
                  <c:v>11.62</c:v>
                </c:pt>
                <c:pt idx="11">
                  <c:v>16.440000000000001</c:v>
                </c:pt>
                <c:pt idx="12">
                  <c:v>20.440000000000001</c:v>
                </c:pt>
                <c:pt idx="13">
                  <c:v>23.68</c:v>
                </c:pt>
                <c:pt idx="14">
                  <c:v>23.66</c:v>
                </c:pt>
              </c:numCache>
            </c:numRef>
          </c:val>
          <c:smooth val="0"/>
          <c:extLst>
            <c:ext xmlns:c16="http://schemas.microsoft.com/office/drawing/2014/chart" uri="{C3380CC4-5D6E-409C-BE32-E72D297353CC}">
              <c16:uniqueId val="{00000003-FE8D-AE49-B45F-88A4FFCAF476}"/>
            </c:ext>
          </c:extLst>
        </c:ser>
        <c:ser>
          <c:idx val="0"/>
          <c:order val="4"/>
          <c:tx>
            <c:strRef>
              <c:f>corei7mmdata!$B$1</c:f>
              <c:strCache>
                <c:ptCount val="1"/>
                <c:pt idx="0">
                  <c:v>kij</c:v>
                </c:pt>
              </c:strCache>
            </c:strRef>
          </c:tx>
          <c:spPr>
            <a:ln w="12700">
              <a:solidFill>
                <a:srgbClr val="000000"/>
              </a:solidFill>
              <a:prstDash val="solid"/>
            </a:ln>
          </c:spPr>
          <c:marker>
            <c:symbol val="plus"/>
            <c:size val="8"/>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corei7mmdata!$B$2:$B$16</c:f>
              <c:numCache>
                <c:formatCode>General</c:formatCode>
                <c:ptCount val="15"/>
                <c:pt idx="0">
                  <c:v>4.37</c:v>
                </c:pt>
                <c:pt idx="1">
                  <c:v>5.3599999999999977</c:v>
                </c:pt>
                <c:pt idx="2">
                  <c:v>3.23</c:v>
                </c:pt>
                <c:pt idx="3">
                  <c:v>3.32</c:v>
                </c:pt>
                <c:pt idx="4">
                  <c:v>3.29</c:v>
                </c:pt>
                <c:pt idx="5">
                  <c:v>3.24</c:v>
                </c:pt>
                <c:pt idx="6">
                  <c:v>3.2</c:v>
                </c:pt>
                <c:pt idx="7">
                  <c:v>3.17</c:v>
                </c:pt>
                <c:pt idx="8">
                  <c:v>3.16</c:v>
                </c:pt>
                <c:pt idx="9">
                  <c:v>3.14</c:v>
                </c:pt>
                <c:pt idx="10">
                  <c:v>3.13</c:v>
                </c:pt>
                <c:pt idx="11">
                  <c:v>3.12</c:v>
                </c:pt>
                <c:pt idx="12">
                  <c:v>3.1</c:v>
                </c:pt>
                <c:pt idx="13">
                  <c:v>3.1</c:v>
                </c:pt>
                <c:pt idx="14">
                  <c:v>3.08</c:v>
                </c:pt>
              </c:numCache>
            </c:numRef>
          </c:val>
          <c:smooth val="0"/>
          <c:extLst>
            <c:ext xmlns:c16="http://schemas.microsoft.com/office/drawing/2014/chart" uri="{C3380CC4-5D6E-409C-BE32-E72D297353CC}">
              <c16:uniqueId val="{00000004-FE8D-AE49-B45F-88A4FFCAF476}"/>
            </c:ext>
          </c:extLst>
        </c:ser>
        <c:ser>
          <c:idx val="1"/>
          <c:order val="5"/>
          <c:tx>
            <c:strRef>
              <c:f>corei7mmdata!$C$1</c:f>
              <c:strCache>
                <c:ptCount val="1"/>
                <c:pt idx="0">
                  <c:v>ikj</c:v>
                </c:pt>
              </c:strCache>
            </c:strRef>
          </c:tx>
          <c:spPr>
            <a:ln w="12700">
              <a:solidFill>
                <a:srgbClr val="000000"/>
              </a:solidFill>
              <a:prstDash val="solid"/>
            </a:ln>
          </c:spPr>
          <c:marker>
            <c:symbol val="triangle"/>
            <c:size val="10"/>
            <c:spPr>
              <a:noFill/>
              <a:ln>
                <a:solidFill>
                  <a:srgbClr val="000000"/>
                </a:solidFill>
                <a:prstDash val="solid"/>
              </a:ln>
            </c:spPr>
          </c:marker>
          <c:cat>
            <c:numRef>
              <c:f>corei7mmdata!$A$2:$A$16</c:f>
              <c:numCache>
                <c:formatCode>General</c:formatCode>
                <c:ptCount val="15"/>
                <c:pt idx="0">
                  <c:v>50</c:v>
                </c:pt>
                <c:pt idx="1">
                  <c:v>100</c:v>
                </c:pt>
                <c:pt idx="2">
                  <c:v>150</c:v>
                </c:pt>
                <c:pt idx="3">
                  <c:v>200</c:v>
                </c:pt>
                <c:pt idx="4">
                  <c:v>250</c:v>
                </c:pt>
                <c:pt idx="5">
                  <c:v>300</c:v>
                </c:pt>
                <c:pt idx="6">
                  <c:v>350</c:v>
                </c:pt>
                <c:pt idx="7">
                  <c:v>400</c:v>
                </c:pt>
                <c:pt idx="8">
                  <c:v>450</c:v>
                </c:pt>
                <c:pt idx="9">
                  <c:v>500</c:v>
                </c:pt>
                <c:pt idx="10">
                  <c:v>550</c:v>
                </c:pt>
                <c:pt idx="11">
                  <c:v>600</c:v>
                </c:pt>
                <c:pt idx="12">
                  <c:v>650</c:v>
                </c:pt>
                <c:pt idx="13">
                  <c:v>700</c:v>
                </c:pt>
                <c:pt idx="14">
                  <c:v>750</c:v>
                </c:pt>
              </c:numCache>
            </c:numRef>
          </c:cat>
          <c:val>
            <c:numRef>
              <c:f>corei7mmdata!$C$2:$C$16</c:f>
              <c:numCache>
                <c:formatCode>General</c:formatCode>
                <c:ptCount val="15"/>
                <c:pt idx="0">
                  <c:v>3.58</c:v>
                </c:pt>
                <c:pt idx="1">
                  <c:v>5.31</c:v>
                </c:pt>
                <c:pt idx="2">
                  <c:v>3.19</c:v>
                </c:pt>
                <c:pt idx="3">
                  <c:v>3.18</c:v>
                </c:pt>
                <c:pt idx="4">
                  <c:v>3.15</c:v>
                </c:pt>
                <c:pt idx="5">
                  <c:v>3.12</c:v>
                </c:pt>
                <c:pt idx="6">
                  <c:v>3.1</c:v>
                </c:pt>
                <c:pt idx="7">
                  <c:v>3.1</c:v>
                </c:pt>
                <c:pt idx="8">
                  <c:v>3.11</c:v>
                </c:pt>
                <c:pt idx="9">
                  <c:v>3.09</c:v>
                </c:pt>
                <c:pt idx="10">
                  <c:v>3.07</c:v>
                </c:pt>
                <c:pt idx="11">
                  <c:v>3.06</c:v>
                </c:pt>
                <c:pt idx="12">
                  <c:v>3.02</c:v>
                </c:pt>
                <c:pt idx="13">
                  <c:v>3.02</c:v>
                </c:pt>
                <c:pt idx="14">
                  <c:v>3.01</c:v>
                </c:pt>
              </c:numCache>
            </c:numRef>
          </c:val>
          <c:smooth val="0"/>
          <c:extLst>
            <c:ext xmlns:c16="http://schemas.microsoft.com/office/drawing/2014/chart" uri="{C3380CC4-5D6E-409C-BE32-E72D297353CC}">
              <c16:uniqueId val="{00000005-FE8D-AE49-B45F-88A4FFCAF476}"/>
            </c:ext>
          </c:extLst>
        </c:ser>
        <c:dLbls>
          <c:showLegendKey val="0"/>
          <c:showVal val="0"/>
          <c:showCatName val="0"/>
          <c:showSerName val="0"/>
          <c:showPercent val="0"/>
          <c:showBubbleSize val="0"/>
        </c:dLbls>
        <c:marker val="1"/>
        <c:smooth val="0"/>
        <c:axId val="-2044436528"/>
        <c:axId val="-2046262192"/>
      </c:lineChart>
      <c:catAx>
        <c:axId val="-2044436528"/>
        <c:scaling>
          <c:orientation val="minMax"/>
        </c:scaling>
        <c:delete val="0"/>
        <c:axPos val="b"/>
        <c:title>
          <c:tx>
            <c:rich>
              <a:bodyPr/>
              <a:lstStyle/>
              <a:p>
                <a:pPr>
                  <a:defRPr sz="1800" b="1" i="0" u="none" strike="noStrike" baseline="0">
                    <a:solidFill>
                      <a:srgbClr val="000000"/>
                    </a:solidFill>
                    <a:latin typeface="Arial"/>
                    <a:ea typeface="Arial"/>
                    <a:cs typeface="Arial"/>
                  </a:defRPr>
                </a:pPr>
                <a:r>
                  <a:rPr lang="en-US" sz="1800"/>
                  <a:t>Array size (n)</a:t>
                </a:r>
              </a:p>
            </c:rich>
          </c:tx>
          <c:layout>
            <c:manualLayout>
              <c:xMode val="edge"/>
              <c:yMode val="edge"/>
              <c:x val="0.437037037037037"/>
              <c:y val="0.93464052287581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TR"/>
          </a:p>
        </c:txPr>
        <c:crossAx val="-2046262192"/>
        <c:crosses val="autoZero"/>
        <c:auto val="1"/>
        <c:lblAlgn val="ctr"/>
        <c:lblOffset val="100"/>
        <c:tickLblSkip val="1"/>
        <c:tickMarkSkip val="1"/>
        <c:noMultiLvlLbl val="0"/>
      </c:catAx>
      <c:valAx>
        <c:axId val="-2046262192"/>
        <c:scaling>
          <c:orientation val="minMax"/>
        </c:scaling>
        <c:delete val="0"/>
        <c:axPos val="l"/>
        <c:majorGridlines>
          <c:spPr>
            <a:ln w="3175">
              <a:solidFill>
                <a:srgbClr val="000000"/>
              </a:solidFill>
              <a:prstDash val="solid"/>
            </a:ln>
          </c:spPr>
        </c:majorGridlines>
        <c:title>
          <c:tx>
            <c:rich>
              <a:bodyPr/>
              <a:lstStyle/>
              <a:p>
                <a:pPr>
                  <a:defRPr sz="1800" b="1" i="0" u="none" strike="noStrike" baseline="0">
                    <a:solidFill>
                      <a:srgbClr val="000000"/>
                    </a:solidFill>
                    <a:latin typeface="Arial"/>
                    <a:ea typeface="Arial"/>
                    <a:cs typeface="Arial"/>
                  </a:defRPr>
                </a:pPr>
                <a:r>
                  <a:rPr lang="en-US" sz="1800" dirty="0"/>
                  <a:t>Cycles per inner loop iteration</a:t>
                </a:r>
              </a:p>
            </c:rich>
          </c:tx>
          <c:layout>
            <c:manualLayout>
              <c:xMode val="edge"/>
              <c:yMode val="edge"/>
              <c:x val="0"/>
              <c:y val="0.17630978174708001"/>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Arial"/>
                <a:ea typeface="Arial"/>
                <a:cs typeface="Arial"/>
              </a:defRPr>
            </a:pPr>
            <a:endParaRPr lang="en-TR"/>
          </a:p>
        </c:txPr>
        <c:crossAx val="-2044436528"/>
        <c:crosses val="autoZero"/>
        <c:crossBetween val="between"/>
      </c:valAx>
      <c:spPr>
        <a:solidFill>
          <a:srgbClr val="FFFFFF"/>
        </a:solidFill>
        <a:ln w="12700">
          <a:solidFill>
            <a:srgbClr val="808080"/>
          </a:solidFill>
          <a:prstDash val="solid"/>
        </a:ln>
      </c:spPr>
    </c:plotArea>
    <c:legend>
      <c:legendPos val="r"/>
      <c:layout>
        <c:manualLayout>
          <c:xMode val="edge"/>
          <c:yMode val="edge"/>
          <c:x val="0.92444444444444396"/>
          <c:y val="0.33986928104575198"/>
          <c:w val="6.9629629629629597E-2"/>
          <c:h val="0.237472766884532"/>
        </c:manualLayout>
      </c:layout>
      <c:overlay val="0"/>
      <c:spPr>
        <a:solidFill>
          <a:srgbClr val="FFFFFF"/>
        </a:solidFill>
        <a:ln w="3175">
          <a:solidFill>
            <a:srgbClr val="000000"/>
          </a:solidFill>
          <a:prstDash val="solid"/>
        </a:ln>
      </c:spPr>
      <c:txPr>
        <a:bodyPr/>
        <a:lstStyle/>
        <a:p>
          <a:pPr>
            <a:defRPr sz="1800" b="0" i="0" u="none" strike="noStrike" baseline="0">
              <a:solidFill>
                <a:srgbClr val="000000"/>
              </a:solidFill>
              <a:latin typeface="Arial"/>
              <a:ea typeface="Arial"/>
              <a:cs typeface="Arial"/>
            </a:defRPr>
          </a:pPr>
          <a:endParaRPr lang="en-TR"/>
        </a:p>
      </c:txPr>
    </c:legend>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TR"/>
    </a:p>
  </c:tx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1.png"/></Relationships>
</file>

<file path=ppt/drawings/_rels/drawing2.xml.rels><?xml version="1.0" encoding="UTF-8" standalone="yes"?>
<Relationships xmlns="http://schemas.openxmlformats.org/package/2006/relationships"><Relationship Id="rId1" Type="http://schemas.openxmlformats.org/officeDocument/2006/relationships/image" Target="../media/image1.png"/></Relationships>
</file>

<file path=ppt/drawings/_rels/drawing3.xml.rels><?xml version="1.0" encoding="UTF-8" standalone="yes"?>
<Relationships xmlns="http://schemas.openxmlformats.org/package/2006/relationships"><Relationship Id="rId1" Type="http://schemas.openxmlformats.org/officeDocument/2006/relationships/image" Target="../media/image1.png"/></Relationships>
</file>

<file path=ppt/drawings/drawing1.xml><?xml version="1.0" encoding="utf-8"?>
<c:userShapes xmlns:c="http://schemas.openxmlformats.org/drawingml/2006/chart">
  <cdr:relSizeAnchor xmlns:cdr="http://schemas.openxmlformats.org/drawingml/2006/chartDrawing">
    <cdr:from>
      <cdr:x>0</cdr:x>
      <cdr:y>0</cdr:y>
    </cdr:from>
    <cdr:to>
      <cdr:x>0.00284</cdr:x>
      <cdr:y>0.00418</cdr:y>
    </cdr:to>
    <cdr:pic>
      <cdr:nvPicPr>
        <cdr:cNvPr id="16" name="chart">
          <a:extLst xmlns:a="http://schemas.openxmlformats.org/drawingml/2006/main">
            <a:ext uri="{FF2B5EF4-FFF2-40B4-BE49-F238E27FC236}">
              <a16:creationId xmlns:a16="http://schemas.microsoft.com/office/drawing/2014/main" id="{6907260D-4CB8-DC48-BAA4-F2898153E14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4386" cy="24386"/>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0.00284</cdr:x>
      <cdr:y>0.00418</cdr:y>
    </cdr:to>
    <cdr:pic>
      <cdr:nvPicPr>
        <cdr:cNvPr id="16" name="chart">
          <a:extLst xmlns:a="http://schemas.openxmlformats.org/drawingml/2006/main">
            <a:ext uri="{FF2B5EF4-FFF2-40B4-BE49-F238E27FC236}">
              <a16:creationId xmlns:a16="http://schemas.microsoft.com/office/drawing/2014/main" id="{23EAF7DB-0132-054F-AD97-B7CF1C9D323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4386" cy="24386"/>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0.69963</cdr:x>
      <cdr:y>0.11563</cdr:y>
    </cdr:from>
    <cdr:to>
      <cdr:x>0.74938</cdr:x>
      <cdr:y>0.17363</cdr:y>
    </cdr:to>
    <cdr:sp macro="" textlink="">
      <cdr:nvSpPr>
        <cdr:cNvPr id="1037" name="Text Box 13"/>
        <cdr:cNvSpPr txBox="1">
          <a:spLocks xmlns:a="http://schemas.openxmlformats.org/drawingml/2006/main" noChangeArrowheads="1"/>
        </cdr:cNvSpPr>
      </cdr:nvSpPr>
      <cdr:spPr bwMode="auto">
        <a:xfrm xmlns:a="http://schemas.openxmlformats.org/drawingml/2006/main">
          <a:off x="5997606" y="674022"/>
          <a:ext cx="426482" cy="338100"/>
        </a:xfrm>
        <a:prstGeom xmlns:a="http://schemas.openxmlformats.org/drawingml/2006/main" prst="rect">
          <a:avLst/>
        </a:prstGeom>
        <a:solidFill xmlns:a="http://schemas.openxmlformats.org/drawingml/2006/main">
          <a:srgbClr val="FFFFFF"/>
        </a:solidFill>
        <a:ln xmlns:a="http://schemas.openxmlformats.org/drawingml/2006/main" w="12700">
          <a:solidFill>
            <a:srgbClr val="000000"/>
          </a:solidFill>
          <a:miter lim="800000"/>
          <a:headEnd/>
          <a:tailEnd/>
        </a:ln>
        <a:effectLst xmlns:a="http://schemas.openxmlformats.org/drawingml/2006/main"/>
      </cdr:spPr>
      <cdr:txBody>
        <a:bodyPr xmlns:a="http://schemas.openxmlformats.org/drawingml/2006/main" wrap="none" lIns="90487" tIns="44450" rIns="90487" bIns="44450" anchor="t" upright="1">
          <a:spAutoFit/>
        </a:bodyPr>
        <a:lstStyle xmlns:a="http://schemas.openxmlformats.org/drawingml/2006/main"/>
        <a:p xmlns:a="http://schemas.openxmlformats.org/drawingml/2006/main">
          <a:pPr algn="l" rtl="0">
            <a:defRPr sz="1000"/>
          </a:pPr>
          <a:r>
            <a:rPr lang="en-US" sz="1600" b="0" i="0" u="none" strike="noStrike" baseline="0" dirty="0">
              <a:solidFill>
                <a:srgbClr val="000000"/>
              </a:solidFill>
              <a:latin typeface="Helvetica"/>
            </a:rPr>
            <a:t>L1</a:t>
          </a:r>
        </a:p>
      </cdr:txBody>
    </cdr:sp>
  </cdr:relSizeAnchor>
  <cdr:relSizeAnchor xmlns:cdr="http://schemas.openxmlformats.org/drawingml/2006/chartDrawing">
    <cdr:from>
      <cdr:x>0.62841</cdr:x>
      <cdr:y>0.37543</cdr:y>
    </cdr:from>
    <cdr:to>
      <cdr:x>0.67716</cdr:x>
      <cdr:y>0.43343</cdr:y>
    </cdr:to>
    <cdr:sp macro="" textlink="">
      <cdr:nvSpPr>
        <cdr:cNvPr id="1038" name="Text Box 14"/>
        <cdr:cNvSpPr txBox="1">
          <a:spLocks xmlns:a="http://schemas.openxmlformats.org/drawingml/2006/main" noChangeArrowheads="1"/>
        </cdr:cNvSpPr>
      </cdr:nvSpPr>
      <cdr:spPr bwMode="auto">
        <a:xfrm xmlns:a="http://schemas.openxmlformats.org/drawingml/2006/main">
          <a:off x="5387080" y="2188497"/>
          <a:ext cx="417909" cy="338100"/>
        </a:xfrm>
        <a:prstGeom xmlns:a="http://schemas.openxmlformats.org/drawingml/2006/main" prst="rect">
          <a:avLst/>
        </a:prstGeom>
        <a:solidFill xmlns:a="http://schemas.openxmlformats.org/drawingml/2006/main">
          <a:srgbClr val="FFFFFF"/>
        </a:solidFill>
        <a:ln xmlns:a="http://schemas.openxmlformats.org/drawingml/2006/main" w="12700">
          <a:solidFill>
            <a:srgbClr val="000000"/>
          </a:solidFill>
          <a:miter lim="800000"/>
          <a:headEnd/>
          <a:tailEnd/>
        </a:ln>
        <a:effectLst xmlns:a="http://schemas.openxmlformats.org/drawingml/2006/main"/>
      </cdr:spPr>
      <cdr:txBody>
        <a:bodyPr xmlns:a="http://schemas.openxmlformats.org/drawingml/2006/main" wrap="none" lIns="90487" tIns="44450" rIns="90487" bIns="44450" anchor="t" upright="1">
          <a:spAutoFit/>
        </a:bodyPr>
        <a:lstStyle xmlns:a="http://schemas.openxmlformats.org/drawingml/2006/main"/>
        <a:p xmlns:a="http://schemas.openxmlformats.org/drawingml/2006/main">
          <a:pPr algn="l" rtl="0">
            <a:defRPr sz="1000"/>
          </a:pPr>
          <a:r>
            <a:rPr lang="en-US" sz="1600" b="0" i="0" u="none" strike="noStrike" baseline="0">
              <a:solidFill>
                <a:srgbClr val="000000"/>
              </a:solidFill>
              <a:latin typeface="Helvetica"/>
            </a:rPr>
            <a:t>L2</a:t>
          </a:r>
        </a:p>
      </cdr:txBody>
    </cdr:sp>
  </cdr:relSizeAnchor>
  <cdr:relSizeAnchor xmlns:cdr="http://schemas.openxmlformats.org/drawingml/2006/chartDrawing">
    <cdr:from>
      <cdr:x>0.5</cdr:x>
      <cdr:y>0.67036</cdr:y>
    </cdr:from>
    <cdr:to>
      <cdr:x>0.5755</cdr:x>
      <cdr:y>0.72936</cdr:y>
    </cdr:to>
    <cdr:sp macro="" textlink="">
      <cdr:nvSpPr>
        <cdr:cNvPr id="1039" name="Text Box 15"/>
        <cdr:cNvSpPr txBox="1">
          <a:spLocks xmlns:a="http://schemas.openxmlformats.org/drawingml/2006/main" noChangeArrowheads="1"/>
        </cdr:cNvSpPr>
      </cdr:nvSpPr>
      <cdr:spPr bwMode="auto">
        <a:xfrm xmlns:a="http://schemas.openxmlformats.org/drawingml/2006/main">
          <a:off x="4286250" y="3907722"/>
          <a:ext cx="647224" cy="343928"/>
        </a:xfrm>
        <a:prstGeom xmlns:a="http://schemas.openxmlformats.org/drawingml/2006/main" prst="rect">
          <a:avLst/>
        </a:prstGeom>
        <a:solidFill xmlns:a="http://schemas.openxmlformats.org/drawingml/2006/main">
          <a:srgbClr val="FFFFFF"/>
        </a:solidFill>
        <a:ln xmlns:a="http://schemas.openxmlformats.org/drawingml/2006/main" w="12700">
          <a:solidFill>
            <a:srgbClr val="000000"/>
          </a:solidFill>
          <a:miter lim="800000"/>
          <a:headEnd/>
          <a:tailEnd/>
        </a:ln>
        <a:effectLst xmlns:a="http://schemas.openxmlformats.org/drawingml/2006/main"/>
      </cdr:spPr>
      <cdr:txBody>
        <a:bodyPr xmlns:a="http://schemas.openxmlformats.org/drawingml/2006/main" wrap="none" lIns="90487" tIns="44450" rIns="90487" bIns="44450" anchor="t" upright="1">
          <a:spAutoFit/>
        </a:bodyPr>
        <a:lstStyle xmlns:a="http://schemas.openxmlformats.org/drawingml/2006/main"/>
        <a:p xmlns:a="http://schemas.openxmlformats.org/drawingml/2006/main">
          <a:pPr algn="ctr" rtl="0">
            <a:defRPr sz="1000"/>
          </a:pPr>
          <a:r>
            <a:rPr lang="en-US" sz="1600" b="0" i="0" u="none" strike="noStrike" baseline="0">
              <a:solidFill>
                <a:srgbClr val="000000"/>
              </a:solidFill>
              <a:latin typeface="Helvetica"/>
            </a:rPr>
            <a:t>Mem</a:t>
          </a:r>
        </a:p>
      </cdr:txBody>
    </cdr:sp>
  </cdr:relSizeAnchor>
  <cdr:relSizeAnchor xmlns:cdr="http://schemas.openxmlformats.org/drawingml/2006/chartDrawing">
    <cdr:from>
      <cdr:x>0.58105</cdr:x>
      <cdr:y>0.5</cdr:y>
    </cdr:from>
    <cdr:to>
      <cdr:x>0.63105</cdr:x>
      <cdr:y>0.55825</cdr:y>
    </cdr:to>
    <cdr:sp macro="" textlink="">
      <cdr:nvSpPr>
        <cdr:cNvPr id="1040" name="Text Box 16"/>
        <cdr:cNvSpPr txBox="1">
          <a:spLocks xmlns:a="http://schemas.openxmlformats.org/drawingml/2006/main" noChangeArrowheads="1"/>
        </cdr:cNvSpPr>
      </cdr:nvSpPr>
      <cdr:spPr bwMode="auto">
        <a:xfrm xmlns:a="http://schemas.openxmlformats.org/drawingml/2006/main">
          <a:off x="4981076" y="2914650"/>
          <a:ext cx="428625" cy="339557"/>
        </a:xfrm>
        <a:prstGeom xmlns:a="http://schemas.openxmlformats.org/drawingml/2006/main" prst="rect">
          <a:avLst/>
        </a:prstGeom>
        <a:solidFill xmlns:a="http://schemas.openxmlformats.org/drawingml/2006/main">
          <a:srgbClr val="FFFFFF"/>
        </a:solidFill>
        <a:ln xmlns:a="http://schemas.openxmlformats.org/drawingml/2006/main" w="12700">
          <a:solidFill>
            <a:srgbClr val="000000"/>
          </a:solidFill>
          <a:miter lim="800000"/>
          <a:headEnd/>
          <a:tailEnd/>
        </a:ln>
        <a:effectLst xmlns:a="http://schemas.openxmlformats.org/drawingml/2006/main"/>
      </cdr:spPr>
      <cdr:txBody>
        <a:bodyPr xmlns:a="http://schemas.openxmlformats.org/drawingml/2006/main" wrap="none" lIns="90487" tIns="44450" rIns="90487" bIns="44450" anchor="t" upright="1">
          <a:spAutoFit/>
        </a:bodyPr>
        <a:lstStyle xmlns:a="http://schemas.openxmlformats.org/drawingml/2006/main"/>
        <a:p xmlns:a="http://schemas.openxmlformats.org/drawingml/2006/main">
          <a:pPr algn="l" rtl="0">
            <a:defRPr sz="1000"/>
          </a:pPr>
          <a:r>
            <a:rPr lang="en-US" sz="1600" b="0" i="0" u="none" strike="noStrike" baseline="0" dirty="0">
              <a:solidFill>
                <a:srgbClr val="000000"/>
              </a:solidFill>
              <a:latin typeface="Helvetica"/>
            </a:rPr>
            <a:t>L3</a:t>
          </a:r>
        </a:p>
      </cdr:txBody>
    </cdr:sp>
  </cdr:relSizeAnchor>
  <cdr:relSizeAnchor xmlns:cdr="http://schemas.openxmlformats.org/drawingml/2006/chartDrawing">
    <cdr:from>
      <cdr:x>0</cdr:x>
      <cdr:y>0</cdr:y>
    </cdr:from>
    <cdr:to>
      <cdr:x>0.00284</cdr:x>
      <cdr:y>0.00418</cdr:y>
    </cdr:to>
    <cdr:pic>
      <cdr:nvPicPr>
        <cdr:cNvPr id="16" name="chart">
          <a:extLst xmlns:a="http://schemas.openxmlformats.org/drawingml/2006/main">
            <a:ext uri="{FF2B5EF4-FFF2-40B4-BE49-F238E27FC236}">
              <a16:creationId xmlns:a16="http://schemas.microsoft.com/office/drawing/2014/main" id="{48930AD8-BB9C-8F49-82B9-D6572D5232B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4386" cy="24386"/>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369306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69.51501" units="1/cm"/>
          <inkml:channelProperty channel="Y" name="resolution" value="415.70438" units="1/cm"/>
          <inkml:channelProperty channel="T" name="resolution" value="1" units="1/dev"/>
        </inkml:channelProperties>
      </inkml:inkSource>
      <inkml:timestamp xml:id="ts0" timeString="2020-12-24T10:43:34.303"/>
    </inkml:context>
    <inkml:brush xml:id="br0">
      <inkml:brushProperty name="width" value="0.05292" units="cm"/>
      <inkml:brushProperty name="height" value="0.05292" units="cm"/>
      <inkml:brushProperty name="color" value="#0070C0"/>
    </inkml:brush>
  </inkml:definitions>
  <inkml:trace contextRef="#ctx0" brushRef="#br0">14980 15177 0,'-622'108'16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4T10:53:26.891"/>
    </inkml:context>
    <inkml:brush xml:id="br0">
      <inkml:brushProperty name="width" value="0.05292" units="cm"/>
      <inkml:brushProperty name="height" value="0.05292" units="cm"/>
      <inkml:brushProperty name="color" value="#0070C0"/>
    </inkml:brush>
  </inkml:definitions>
  <inkml:trace contextRef="#ctx0" brushRef="#br0">3425 17074 108 0,'-3'0'41'0,"0"2"-32"0,3 1 33 16,0 0 14-16,0 2-12 15,0 0-2-15,3 3-14 16,0 0-3-16,6 0-14 15,6-3 2-15,9 0 3 0,14 1-4 16,7-1-2-16,11 0 1 16,4 1 0-16,2-6 1 15,10-3 2-15,17-2-1 16,-5 2 2-16,5-2-2 16,-6-3 0-16,15-3-3 0,4 3-1 15,-7 3 1 1,3-6 1-16,6 1-1 15,3 2-1-15,-5 5-3 0,-7 1 1 16,-3-1 0-16,3-2 1 16,4 2 0-16,-7 3 0 15,-9 0-2-15,1-3 1 16,-1-2-2-16,3-3 2 16,-2 3-2-16,-4 2 0 15,-12 1-1-15,-5-4 2 16,-4 1-3-16,-2-3 0 15,0 3 1-15,-4-1 0 16,-2 4-2-16,-10-1-2 16,-2 1 1-16,-6-1 1 0,3 0 1 15,-10 3 1-15,-2 0 0 16,-9 0 2-16,0 0-1 16,-6 0 2-16,3 0-6 15,-3 0-1-15,-3 0 2 16,3 3-1-1,-3-3-1-15,0 0 1 16,-1 0-1-16,1 0 2 16,-6 0 1-16,6 0-1 15,-6 0 1-15,0 0-4 16,0 0 0-16,0 0 1 16,0 0 2-16,6 3-6 15,-6-3 1-15,3 5-41 16,3 3-16-16,-3 0 31 0,3 8 14 15</inkml:trace>
  <inkml:trace contextRef="#ctx0" brushRef="#br0" timeOffset="6858.8">8235 17214 160 0,'21'0'63'0,"-3"-3"-49"0,9 1 11 15,-13 2 5-15,7-3-7 16,3 0-1-16,9 1-4 16,11-4-1-16,13-2-9 15,5 3 1-15,7 0 4 0,-1-1-1 16,13-4 1-16,14-1-1 16,0 3 2-16,-2 0-3 15,5 0 1-15,9 1-3 16,3 4 0-16,-12 3-1 15,-2-3 0-15,8 1-2 0,3 2-1 16,-6 2 1-16,-3-2 3 16,6-2 7-16,10 2 2 15,-7 0-14-15,-9 0-4 16,3-3-6-16,6 0-1 16,-2 3 8-16,-7 3 6 15,-3-3-1-15,6 0-1 16,3 0-2-16,-5 5 0 15,-4-2 0-15,0-3 1 16,9-3-2-16,0 3-2 16,-5 0 1-16,-4 0 1 15,0-2-1-15,3-1 2 16,-2 3-2-16,-10 3 2 0,-9-1 0 16,-2-2 1-16,14-2-2 15,-3-1-2-15,-2 0 1 16,-13 3-1-16,-5 0 2 15,-10 3 1-15,-8-3-4 16,-6-3 1-16,-7 1 2 16,-2-4 1-16,-6 1 1 15,-6 0 0-15,-6 0-2 16,-4 2-2-16,-2 0 3 16,-3 1 2-16,-6 2-9 15,-3 5-4-15,-3 0 4 16,6 3 1-16</inkml:trace>
  <inkml:trace contextRef="#ctx0" brushRef="#br0" timeOffset="15672.58">14995 17169 156 0,'6'-3'57'0,"-3"1"-44"0,6 2 14 0,-3 0 5 0,3 2-5 15,2-2-1-15,7 3-6 16,3 2 0-16,9 3-11 16,3 0 3-16,11-3 4 0,19 1 3 15,11-4 3-15,4 4-3 16,2-4-2-16,12 1-5 31,15-1 0-31,-2 4-5 0,-1-1-2 0,9 0-2 16,6 3 0-16,-9 0 0 15,-3-3 1-15,6-2 9 16,-3 0 3-16,-5-1-12 0,-10 1-6 16,-9-3-5-16,1-3 1 15,-4 1 10-15,-3-1 7 16,-5 0-1-16,-4 1 2 15,-11-3-5-15,-7-1-2 16,-5 1-2-16,-6 0-3 16,-4-1 3-16,-5 1 0 15,-3 2 1-15,-6 1 2 16,-7-1-1-16,-2 1 0 16,-3-1-1-16,-3 0 2 15,0-2-3-15,-3 2 0 16,0-2-1-16,-3 0-2 15,0-1 1-15,3 4 1 0,0-1-3 16,-3 0 0-16,0 1 1 16,0 2 2-1,-3 0-3-15,3 2-2 0,0 1-5 16,-3 2 0-16,0 1-3 16,0-1 2-16,0 0 3 15,0 1 3-15,0-4 2 16,0 1 1-16,0-3 0 15,0 0 0-15,0 3-5 16,0 2 1-16,0-3-18 16,0 4-6-16,0-1 15 15,-3 0 6-15</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4T11:03:30.335"/>
    </inkml:context>
    <inkml:brush xml:id="br0">
      <inkml:brushProperty name="width" value="0.05292" units="cm"/>
      <inkml:brushProperty name="height" value="0.05292" units="cm"/>
      <inkml:brushProperty name="color" value="#0070C0"/>
    </inkml:brush>
  </inkml:definitions>
  <inkml:trace contextRef="#ctx0" brushRef="#br0">12426 14248 112 0,'0'0'44'0,"-3"0"-35"0,3 0 3 0,0 0-3 16,0 0-5-16,0 0-1 16,0 0-3-16,-3 2-1 15,0 1 5-15,0 0 2 16,3-1 4-16,-3-2 4 0,3 0-8 15,-3 0-1-15,3 0-3 16,0 3 1-16,0-3 0 0,0 0-1 16,0 0 1-16,0 0-4 15,0 0 0-15,0 0 1 16,0 0 0-16</inkml:trace>
</inkml:ink>
</file>

<file path=ppt/ink/ink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4T11:10:35.327"/>
    </inkml:context>
    <inkml:brush xml:id="br0">
      <inkml:brushProperty name="width" value="0.05292" units="cm"/>
      <inkml:brushProperty name="height" value="0.05292" units="cm"/>
      <inkml:brushProperty name="color" value="#0070C0"/>
    </inkml:brush>
  </inkml:definitions>
  <inkml:trace contextRef="#ctx0" brushRef="#br0">3723 10313 88 0,'14'8'33'0,"-5"-2"-26"0,3-1 33 16,-6-2 14-16,3-1-11 15,3 1-2-15,3 0-13 16,0-3-5-16,0 0-13 16,0-3-2-16,5-2 2 0,-8-1 0 15,6-2 4-15,-6 0 4 16,6 1 1-16,-6-1-8 0,3 0-4 15,0 0-4 1,-6 2-3-16,-1 1 1 16,4 0-1-16,-9 2-51 0,0 1-20 15,3 2 35-15,3 5 18 16</inkml:trace>
</inkml:ink>
</file>

<file path=ppt/ink/ink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4T11:23:09.469"/>
    </inkml:context>
    <inkml:brush xml:id="br0">
      <inkml:brushProperty name="width" value="0.05292" units="cm"/>
      <inkml:brushProperty name="height" value="0.05292" units="cm"/>
      <inkml:brushProperty name="color" value="#FF0000"/>
    </inkml:brush>
  </inkml:definitions>
  <inkml:trace contextRef="#ctx0" brushRef="#br0">1931 2003 196 0,'3'-3'74'0,"-3"3"-58"0,0-2 27 0,0-1 31 16,0 6-40-16,0-3 25 15,0 0-35-15,-3 0 23 16,3 0-27-16,0 0 22 15,0 0-23-15,0 0 20 16,0 5-22-16,0 0 16 16,3 3-19-16,3 3 14 15,-6 2-15-15,3 0 8 16,0 3-12-16,-3 3 6 16,0-1-8-16,0-5 4 15,0 6-6 1,0-3 2-16,0 2-4 0,0-5 0 15,0 1-1-15,0-4 3 16,0 4-3-16,-3-7-36 16,3 1 18-16,-3-2-31 15,3-1 27-15,0-5-175 16,0 3 108-16,-9-6-148 16,3-2 134-16</inkml:trace>
  <inkml:trace contextRef="#ctx0" brushRef="#br0" timeOffset="228.9">1960 1839 388 0,'-8'-21'145'0,"8"21"-112"0,0-6 12 0,0 6 0 16,0-5-13-16,0 5 1 15,0-5-16-15,0 2-5 16,2 3-8-16,-2-5-7 0,6 5-3 16,-6 0-162-1,0 8-74-15,3 2 122 16</inkml:trace>
  <inkml:trace contextRef="#ctx0" brushRef="#br0" timeOffset="738.53">2193 1815 256 0,'-6'-13'96'0,"6"13"-75"0,-3-8 21 0,3 8 6 16,0-5-8-16,0 2 1 15,3-2-12-15,-3-1-5 16,6-2-14-16,0 0 2 0,8-10 2 15,-5 10 1 1,6-5 4-16,12 2-2 0,-12 6-1 16,3 2 3-16,0 3 0 15,-3 3-2-15,2 10 0 16,1-2 2-16,-6 15 2 16,0-5 0-16,0 22-1 31,-3-9-4-31,-3 19 0 0,-3-8-7 15,-3 0-1 1,0-11-4-16,0 3-1 0,0-10 1 16,0-1 0-16,0-5-9 0,-3-2-2 31,3-6-67-15,-6-7-30-16,-3 1 53 0,-6-7 25 15</inkml:trace>
  <inkml:trace contextRef="#ctx0" brushRef="#br0" timeOffset="906.08">2321 2061 432 0,'29'-26'162'0,"-8"18"-126"0,9-6 12 0,-24 14-4 15,9-5-20-15,0 0-1 16,6-3-13-16,8 3-4 16,1-1-4-16,-9 4-41 0,3 10-16 15,2-3 27-15,-5 3 14 16</inkml:trace>
  <inkml:trace contextRef="#ctx0" brushRef="#br0" timeOffset="2192.79">4017 1603 208 0,'3'-13'77'0,"-3"13"-60"0,6-13 15 0,-6 8 33 16,0-1-37-16,0 4 30 15,0-4-35-15,0 1 17 16,0 2-23-16,3-7 11 15,0 2-17-15,-3 0 10 16,3 3-12-16,-3 5 8 16,0 0-9-16,-3 0 9 15,3 2-10 1,-6 4 10-16,6 4-10 0,0 3 12 16,0 1-11-16,0-1 9 15,3 8-9-15,0 0 9 31,3 3-10-31,3-3 7 0,-6 3-7 0,3 3 7 16,6-1-8 0,-3 14 5-16,-3-6-6 15,0 3 4 1,3-3-5-16,-6 4 7 16,3-12-7-16,-1 6 5 15,1-11-5-15,-3 3 5 16,3-8-6-16,-3-3 6 15,0-3-6-15,-3-2 1 16,0-8-2-16,-6-5-2 0,6 2 1 16,-9-10-1-16,-2 3 0 15,-4-6 0 1,0 0 0 0,-9 0 0-16,6 5 0 15,-9 3-3-15,3 1 2 16,-2 1 3-16,8 1-1 15,-6 2-3-15,6 6 1 0,-3 2 1 16,9 1 0-16,-8 7 0 16,5 0 0-16,0 8 0 15,3 3 0-15,6-3 2 16,9-2-1-16,0-3 2 0,9-1-2 16,-3-1 2-16,6-1-2 15,11-5 6-15,-8-3-4 0,6-5-3 16,3 0-1-16,0 0-10 0,-1-5 6 15,4-3-69-15,0 3 41 16,0-9-54-16,0 1 49 16</inkml:trace>
  <inkml:trace contextRef="#ctx0" brushRef="#br0" timeOffset="2429.16">4255 2029 440 0,'6'-8'165'0,"-6"8"-129"0,24-10 15 16,-9 7-2-16,-9 3-13 15,0-5 2-15,9 0-16 16,-3 2-3-16,6-2-11 16,-4-1-5-16,7 6-2 0,-3 0-6 0,6 0 1 15,-6 0-91-15,3 6-40 16,-6-6 68-16,-1 5 35 15</inkml:trace>
  <inkml:trace contextRef="#ctx0" brushRef="#br0" timeOffset="3305.63">5095 1826 228 0,'9'-8'85'0,"-9"8"-66"0,6-6 34 15,-6 1 37 1,3 5-49-16,-3-5 25 16,0 2-40-16,-3-7 14 15,3 2-23-15,-9-6 15 16,3 6-18-16,-6-5 12 16,3 3-15-16,-6 7 10 0,6-2-12 0,-12 5 13 15,6 0-13-15,-5 5 14 16,5 3-14-16,-12 5 14 15,6 6-14-15,-6 2 9 32,9 0-10-32,1 8 4 0,5-2-7 15,3-1-2-15,-3 6-2 16,3-6-6-16,9 1 3 16,0-1 12-16,0-7-5 15,12-3-31-15,3-3 14 16,11-3-163-16,7 4 96 15,6-12-92-15,-3-2 99 16,-7-2 38-16</inkml:trace>
  <inkml:trace contextRef="#ctx0" brushRef="#br0" timeOffset="3737.58">5321 1900 304 0,'6'-21'115'0,"-6"21"-89"0,9-14 16 16,-6 6 2-16,-3 8 2 15,0-5 7-15,-3 5-16 16,-6 0-5-16,0 0-18 0,-3 5 2 0,3-2 2 16,0 2-2-16,0 9 1 15,-6-1-3-15,4 0 1 16,2-2-4-16,0 2 1 15,3 0-3-15,0 0 0 16,3-5-3-16,3 5 1 16,0-7 0-1,6 2 1-15,0-8-4 0,6 0-1 16,5-8-1-16,-2-3 1 16,-3 9-2-16,3-9 2 15,0 3-2-15,-3 3-1 16,-3 2 1 15,-3 3-1-31,3 0 0 0,-9 8 2 0,3-3-1 0,0 9 2 0,-3-1-4 16,3 5-2-16,0-2-51 15,9 3-22-15,5-6 39 16,4-5 18-16</inkml:trace>
  <inkml:trace contextRef="#ctx0" brushRef="#br0" timeOffset="4640.31">5654 1871 444 0,'-15'-11'167'0,"15"11"-129"0,-17 11 6 15,11-3 9-15,3-3-33 0,-3 3 17 16,3 5-22-16,-3 0 8 15,6 6-14-15,-3 2 4 16,3 3-8-16,3-6 4 16,3 3-5-16,3-2 2 15,0-3-3-15,3-6-22 16,-1 4 11-16,4-14-121 16,3 2 71-16,-3-10-76 15,3 0 76-15,0-10-68 16,-3-3 72 15,3-11-72-31,2 6 72 0,-5-12 27 16,-3 7 18-1,-6-4 9-15,3 4 0 16,-3 4 0-16,-3 6 0 16,0-3-3-16,0 8 2 15,0 3 157-15,3 8-85 16,0-3 147-16,0 8-123 0,0 8-6 0,0-3-54 0,3 8 8 15,-6 3-26 1,0 3 12-16,2 2-18 0,-2 3 8 16,3-6-11-16,-3 3 15 15,3-2-13-15,-3-6 7 16,3-5-10-16,0-3-11 16,3-5 2-16,0-5 0 0,3 0 2 15,3-3 0 1,3 0 0-16,-3 3 0 15,-1-3 0-15,1 8-3 16,-6 0 2-16,0 8 1 16,0-3 0-16,-3 8 0 15,3 0 0-15,0 1 0 16,3-1 0-16,-3 0 0 16,3 0 0-16,0 0 2 15,5-7-1 1,-2-4-1-16,9-4-2 15,-3 2-1-15,9-13 2 0,-6-1-2 16,-1-4 1-16,1 5 2 16,-12-6 0-1,0 0 0-15,-6 4 0 0,-6 1-3 16,-6 4 2-16,3 7 3 16,-9 3 3-16,3 0-2 0,-9 8-2 15,6-3-3-15,4 11-1 16,-1-3-1-16,6 11 3 15,3-10 13-15,3 7 9 0,3-3-8 16,8 1-2-16,-2-6-5 16,9 3 1-16,-3 0-4 15,9-8 0 1,-9 0-1-16,3-3 1 16,-4 0-22-16,4-2-7 15,-6 2-51-15,0-5-20 16,-3-8 50-16,-9 3 24 0</inkml:trace>
  <inkml:trace contextRef="#ctx0" brushRef="#br0" timeOffset="5630.22">2964 1728 284 0,'0'-13'107'0,"0"13"-83"0,3-6 17 15,-3 6 4-15,0 0-9 16,0 0 2-16,5 0-9 16,-5 0-1-16,0 0-15 15,3 6 3-15,0-1 2 0,3 3 1 16,-6 0 3-16,-6 10 1 15,3 1 1-15,0 7-2 0,-5-7-2 16,8 2-2-16,-9 11-1 16,3-6-3-16,0 8-1 31,0 11-3-31,3-13 1 0,3-5-4 16,0-1 1-16,0 1-3 15,9-9 2-15,-6 9-6 16,6-14-1-16,0 0-2 0,-1 0 0 15,4-5 11 1,3 3 5-16,9-9-4 16,-3 1-3-16,-9 0-22 15,9-3-8-15,-1 0-8 0,-2-3-4 16,-3-2-196 0,0-8-88-16,-9-6 162 0</inkml:trace>
  <inkml:trace contextRef="#ctx0" brushRef="#br0" timeOffset="6157.29">3237 1799 384 0,'9'-24'145'0,"-9"24"-112"0,21-16 12 16,-21 11 20-16,6 0-39 15,-3-3 21 1,3 0-28-16,-6 3 5 16,6-1-14-16,-6 4 3 0,0 2-8 0,0 2 9 15,0 9-8-15,0-3 12 16,0 10-10-16,0-4 3 16,0 12-2-16,0 1-1 15,3 7 0-15,3-2 0 47,-6 5-4-31,3-8-1-16,0 8 3 0,0 3-3 0,0-14 0 0,-3-7-3 0,0 2-3 0,0-3-1 0,-3 1 0 15,-6-6 0-15,0 0 3 16,3 1 13-16,-6-7 7 16,0-1-25-16,0 2-9 15,-12 2 4-15,13 4 5 16,2-12 4-16,3 3 4 15,-3 1 32 1,9-4-19-16,0 4-1 16,3-1-9-16,6-5-2 15,3 0-1-15,2 0 1 16,7 0-2-16,-12 0 2 0,6 0-24 16,3 0-11-16,-3 0-43 15,-6 0-17-15,-3 0 48 16,-12 3 23-16,-9 7 16 15</inkml:trace>
  <inkml:trace contextRef="#ctx0" brushRef="#br0" timeOffset="6574.19">2740 2426 336 0,'15'0'126'0,"-6"0"-98"0,9 0 25 0,-9 0 7 15,6 6-11-15,3-6-1 16,2 0-8-16,7 0 0 16,6 0-22-16,9-6 3 0,8-2 2 15,4 3 1-15,2-6 1 0,-5 3-10 16,-12 3-4-16,-10 3 5 15,7-4 1-15,-6 1-6 16,6-3-4-16,-7 3-4 16,4 2 0-1,-3-2 0-15,-6 0 1 16,-3 2-2 0,-1 3 1-16,-2 0-2 0,0 0-1 15,-9 0 1-15,3 0 1 0,-9 0-1 16,3 0 2-16,-3 0-9 15,0 3-1-15,3 2-60 16,-6-5-25-16,3 5 46 0,3-5 23 16</inkml:trace>
  <inkml:trace contextRef="#ctx0" brushRef="#br0" timeOffset="11243.52">8342 1799 224 0,'3'-5'85'0,"-3"5"-66"0,0 0 10 15,0 0 2-15,3 0-2 0,-3 0 3 16,3 5 9-16,0-5 4 15,0 8-24-15,0 0 8 0,3 11 2 16,-3-1-5-16,3 9-1 16,-3-1-8-16,0 6 0 15,0-6-1-15,3 1 2 16,-3-4-4-16,3-1 2 16,-3-4-3-16,0-2 0 15,0-3-1-15,-3-2 2 16,0-8-3-16,0-6-1 15,0 3-6-15,-3-13-3 16,0-1 0-16,0-12-1 16,0 7 0-16,0-12 2 0,0 4-1 15,0-7 2-15,3 10-4 16,3-10 0-16,0 2 1 16,3-5 0-16,0 8 0 15,6-11 0-15,-3 11-3 16,5 2 2-16,-2 6-1 15,6 13 0-15,-3 3 2 16,3 10 0-16,-3 3 0 16,-3 11 0-16,0 2 0 15,-6-8 0-15,0 0 0 16,-4 6 0-16,1-6 0 16,-3 0 2-16,0-7 1 31,3 7-1-31,0-10-2 0,9 2 1 0,0-5-1 15,6 5 0 1,3-5 0-16,0 0 0 16,0 8 2-16,-4-3-1 15,-2 9 4-15,0 4-3 16,-6 3 10-16,0 6-6 16,-9 5 5-16,0-6-6 0,-9 6 4 15,3-6-5-15,-6-5 7 16,0 3-7-16,-5-3-10 15,5-7 3-15,-3-1-15 16,3-8-60-16,0-5-29 16,3 0 55-16,3-13-121 15,6 0 99-15,3-24-113 16,3 2 106-16,9-36 43 31,12-6 28-15,-9 29 12-1,2 9-2 1,-2 2 133-16,-3 18-73 16,0 3 127-16,0 3-106 0,-3 8 5 15,3 10-52-15,-3-2 22 16,-1 7-32-16,-2 4 18 16,3 4-24-16,-3 8 4 15,0 1-13-15,-3 7 1 16,0 3-6-16,0-2 2 0,3 2-3 15,-3-3-37-15,3-2 18 16,0-6-31-16,0-4 27 16,3-4-166-16,-1-5 103 15,10-13-146-15,0 0 131 16,0-13 49-16,-3 0 33 16,0-8 13-16,0 7 2 15,8-4 1 16,-8 18 0-31,-9 0 143 16,0 0-78-16,-3 0 136 16,0 5-114-16,0 3 2 15,3-3-54-15,3 9 12 16,0-6-27-16,0 5 9 16,2-5-17-16,1 2 7 15,0 4-11-15,0-12 9 16,3 9-10-16,-3-11 5 15,3 3-7-15,-3-6 4 16,2-2-5-16,-2-3 5 16,0-3-6-16,0-5 1 15,-6-2-2-15,-6-4-2 16,0 4 1-16,-9-1-1 16,3 6 0-16,-21-5 0 15,6 10 0-15,-14 0-14 16,2 8 8-16,-12 0-70 0,7 13 42 15,2 3-45-15,12 8 45 16,-6 15-297 15,60-25 183-31,3-14 62 16,5 0 58-16</inkml:trace>
  <inkml:trace contextRef="#ctx0" brushRef="#br0" timeOffset="11502.88">9586 1831 360 0,'-17'-13'134'0,"17"13"-104"0,-27 13 14 0,18-5 24 15,3 5-40-15,-6 6 29 16,3 2-34-16,-3 11 11 16,6-6-20-16,0 6 7 15,6-6-12-15,3 1 4 16,3-1-8-16,6-7 4 15,3-1-5-15,3-5-4 16,3 1-1-16,-1-6-87 16,4-3 48-16,-3-5-64 15,-3-5 60 1,0-30-239 0</inkml:trace>
  <inkml:trace contextRef="#ctx0" brushRef="#br0" timeOffset="11874.6">9765 1715 400 0,'0'0'151'0,"0"0"-118"0,-6 26 9 0,3-18 19 15,6 5-37-15,-3 6 26 16,3-1-29-16,-3 9 11 16,0-1-18-16,0 1 0 15,3 4-8-15,0-4 1 16,6-6-4-16,0-3 0 15,3 1-1-15,3-16-19 16,-1 2 9-16,1-10-36 16,3 2 24-16,-3-8-19 15,-3 9 22-15,-6-4 9 16,-3 6 6-16,-6 0 28 16,0 8-14-16,-6 3 33 15,3 5-26-15,-6 0 20 16,6 5-23-16,-3-8 7 15,3 6-13-15,3-3 3 16,3-1-8 0,3-1 0-16,3-1-3 0,3-5-15 15,6-3 7-15,3-2-125 16,3 2 72-16,0-5-92 16,0 0 86-16</inkml:trace>
  <inkml:trace contextRef="#ctx0" brushRef="#br0" timeOffset="12089.03">10253 1963 488 0,'15'-21'184'0,"-15"21"-143"0,6-11 4 0,0 9-5 15,0 2-27-15,3 0-2 16,3-5-7-16,3 5-29 15,-1 0 13-15,-2 0-197 16,0 5 114-16,-12 3-136 16,0 0 133-16</inkml:trace>
  <inkml:trace contextRef="#ctx0" brushRef="#br0" timeOffset="12235.16">10220 2167 372 0,'0'5'140'0,"0"-5"-109"0,12 0 27 0,-9 0 21 0,3 0-46 0,3 0 9 16,3 0-26 0,3-5-5-16,3 10-7 15,3-5-97-15,-1 0 50 16,-2 0-77-16,3 0 68 16</inkml:trace>
  <inkml:trace contextRef="#ctx0" brushRef="#br0" timeOffset="17429.33">11003 1670 236 0,'9'-8'90'0,"-9"8"-70"0,6-6 19 0,-6 6 23 16,0 0-36-16,0 0 26 15,0 6-31-15,-3-6 20 16,3 2-24-16,0 4 7 16,-6 7 1-16,0-8 2 0,-3 8-6 15,0-5 0-15,-6 11-12 16,4-6 6-16,-7 8 2 0,0-2-1 15,-3 12 3-15,3-4-6 16,-3 13-3 0,6-6-1-16,1 8-1 0,2-7 0 15,3 2 0-15,0-8-2 16,6 3 1-16,0-11-2 16,9 3 2-16,-3-6 0 15,15-5 1-15,-3 1 0 16,14-7 0-16,-5-1-2 0,3-4-1 15,0 1-3-15,-4-6 1 16,-2 1-4-16,-3-9-2 16,-3 3 8-16,-9-5 4 15,-3 0-13-15,-15 0-4 16,-9-1 12 0,0 6-3-1,-11 3-39 1,-1 5 21-16,3 0-115 0,6 5 74 15,1 3-61-15,8-2 69 0</inkml:trace>
  <inkml:trace contextRef="#ctx0" brushRef="#br0" timeOffset="17938.93">11423 1590 332 0,'15'-26'126'0,"-15"26"-98"0,12-14 28 16,-9 14 4-16,0 0-15 16,0-5-3-16,-3 10-16 15,0-5-3-15,-6 16-14 16,3-2 3-16,-9 12 2 0,3-2 1 15,-3 2 4-15,0 6 6 16,0-3-13-16,0 13 3 16,3-7-10-16,3 2 4 15,6-3-5 32,3-2 5-47,3 0-6 0,6-11 6 0,3-2-6 16,3-6 6-16,0-5-6 0,0-3 6 0,0-5-6 15,-4-5 6-15,1-1-6 0,-3 4-5 16,3-4 0-16,-6 6-6 16,-6 8 5-16,0 3 1 15,-3 7 2-15,0-2 2 16,0 8-1-16,0-3-1 0,0 1 3 16,0-4-2-16,3 1 2 15,0-1 0-15,6-5 1 0,0 1-7 16,3-7-2-16,0 1-51 15,5-5-20-15,-2 0 38 16,6-6 19-16</inkml:trace>
  <inkml:trace contextRef="#ctx0" brushRef="#br0" timeOffset="18465.97">12084 1648 340 0,'6'-13'126'0,"-6"13"-98"0,9 8 17 0,-9-8-1 16,0 13-2-16,0-7 2 15,0 9-9-15,0-1-4 16,0 10-17-16,0-6 0 0,0 16 2 15,0-12 1-15,0 15-1 16,0-11-4-16,0 8 0 16,0-4-3-16,0-4 2 15,0-5-4-15,0-2-2 16,0-3 0-16,3-6 1 16,0-5-1-16,5-5 2 0,7-5-4 15,-3-5-2-15,0 7 0 16,6-2 1-16,-3-3-3 15,3 8 0 1,-3 0 1-16,0 13 0 0,-1-8 0 16,1 11 0-16,-3-3 0 15,-3 6 0-15,-3-6 2 16,-3 6 1-16,0-6 10 16,-9 0 3-16,3-5-10 15,-9 3-3-15,3-3-4 16,-3 5-1-16,0-8-5 15,4 3-3-15,-1-3-41 16,9-2-16-16,0 2-94 16,15-10-38-16,-1 2 103 15,1-15 50-15</inkml:trace>
  <inkml:trace contextRef="#ctx0" brushRef="#br0" timeOffset="18838.97">12492 1976 376 0,'-6'-5'143'0,"6"5"-112"0,0 13 14 0,-6-7 22 16,3 2-40-16,-6 2 20 16,3 3-27-16,3 1 8 15,6-1-16-15,0-8 9 16,6 8-12-16,3-5 4 16,2-2-8-16,1-4 0 15,0-2-3-15,-3 0 1 0,3-2-2 16,-3-4 2-16,0-2-2 15,0-2-1-15,-3 7 1 0,-3-2-1 16,0 10 0-16,-3 3 2 31,2 5-1-31,-5 1 4 16,3 4-3-16,-6 1 6 16,3-4-5-16,-5 4 3 15,2 0-3-15,-3 2 5 16,3 3-5-16,-3-11 1 0,0 3-2 15,0-3-2-15,3-8-41 16,0 0-18-16,6-5-173 0,0-5-74 16,3-3 156-1</inkml:trace>
  <inkml:trace contextRef="#ctx0" brushRef="#br0" timeOffset="19130.19">12834 1749 368 0,'-9'5'137'0,"9"-5"-106"0,30 13 21 0,-21-7 27 16,0 2-45-16,-4 5 23 15,4 0-34-15,-6 11 14 16,3 2-21-16,-6 9 4 15,3 2-11-15,-6-3 3 16,3-2-7-16,-6 0 2 16,3-6-4-16,-3 1-26 15,3-9 12-15,-2-2-140 16,5 3 82-16,-9-14-87 16,3 3 90-16</inkml:trace>
  <inkml:trace contextRef="#ctx0" brushRef="#br0" timeOffset="19488.89">12834 2074 404 0,'6'0'151'0,"-6"0"-118"0,50 6 14 15,-41-6 18-15,-3 2-39 0,6 4 16 16,0-6-25-16,3 0 2 16,3 0-11-16,-3 0-1 15,0 0-2-15,2 0 0 16,1-8-1-16,0 2 0 15,-3 1-2-15,-3 2-2 0,-9-10 1 16,-3 0-1-16,3 8 2 16,0-3-1-16,-9 8-1 15,0-6 1-15,-3 12-1 16,-3 7 6-16,9-5 4 16,0 5 1-16,0 0 3 15,0 1-1-15,-6 4 0 16,0 1-5-16,3-4-3 15,6 4-2-15,3-11 0 0,0 3-7 16,6-4 1-16,0-1-21 16,6-1-9-16,9-2-54 15,0-3-21-15,-6 0 58 16,5-3 28-16</inkml:trace>
  <inkml:trace contextRef="#ctx0" brushRef="#br0" timeOffset="19728.78">13352 2048 416 0,'0'-5'154'0,"0"5"-120"0,32 13 15 16,-26-8-1-16,0 3-7 15,-3 3 0-15,3 2-9 0,0 0-3 16,-6 6-16-16,0-6 3 0,-3 0 2 16,0 0-4-16,-3 3 0 15,3-3-13 1,-3 1-5-16,0 2 15 0,-2-9 6 15,-1 7-3-15,0-9-3 16,3 3-9-16,-6-3-1 16,0 3-58-16,-12-8-25 15,-15 13 40-15,7-5 20 16</inkml:trace>
  <inkml:trace contextRef="#ctx0" brushRef="#br0" timeOffset="21397.48">7494 2725 228 0,'3'-10'85'0,"-3"10"-66"0,3-8 21 16,-3 0 24-16,0 5-36 16,0 0 27-16,0-4-33 15,0-7 26 1,0 4-27-16,-3 2 18 15,0-3-23-15,-6-2 12 0,0 5-17 0,-3-3 12 16,0 9-13-16,-15-11 10 16,7 7-11-16,-10 6 6 15,6 6-8-15,-6-4 4 16,6 9-6 0,-2 2 11-16,5 0-9 0,-6 14 10 15,9-1-10-15,-6 11 7 16,9 3-7-16,-2 5 4 15,8 3-6-15,-3-9 2 16,6 1-4-16,3 10 3 16,3-5-4-16,6-5-1 15,3-8 0-15,6 2-50 16,2-10 27-16,10-3-147 16,0 0 93-16,6-8-76 15,-3-2 88-15</inkml:trace>
  <inkml:trace contextRef="#ctx0" brushRef="#br0" timeOffset="21814.43">7637 3045 368 0,'-15'-23'137'0,"15"23"-106"0,-21-8 17 0,12 2 18 16,6 12-39-16,-9-6 16 15,6 0-26-15,-6 0 6 16,3 8-13-16,-5 2 12 16,5 3-13-16,-3 3 14 15,3 0-14-15,0 0 9 16,6 3-10-16,0-1 9 16,6-2-10-16,3-6 5 15,3 4-7-15,6-14 0 16,5 0-3-16,1-6 1 15,0 4-2-15,0-4-1 32,0-1 1-32,-3-4 1 0,0 6-1 0,-4-3-1 15,-2 2 1-15,-6 4-1 16,0 2 0-16,-6 0 0 16,3 0 0-16,-3 0-3 15,0 8 2-15,0 0-30 16,6 2 17-16,0-2-98 15,3 3 62-15,3-3-51 16,3 5 59-16</inkml:trace>
  <inkml:trace contextRef="#ctx0" brushRef="#br0" timeOffset="22058.07">7967 3106 344 0,'-21'-5'129'0,"21"5"-100"0,-18 11 24 0,12-6 27 15,4-3-46-15,-4 9 21 16,6-3-33-16,-3 5 12 16,3 0-19-16,0 6 5 15,6-6-12-15,2 6 2 16,4-6-6-16,3-5 0 16,3-3-2-16,3-2-43 15,0-3 22-15,6-8-197 16,-1 0 119-16,-5-5-124 15,-3 2 128 1</inkml:trace>
  <inkml:trace contextRef="#ctx0" brushRef="#br0" timeOffset="22685.9">8155 2826 380 0,'9'10'143'0,"-9"-10"-112"0,11 53 16 15,-8-40 23 1,3 6-41-16,-3 2 21 16,3 3-29-16,-3 2 10 15,3 1-17-15,-3-6 7 16,0 0-12-16,0-2 8 16,0-1-9-16,0-10 6 15,0 3-7-15,3-3 0 16,0-3-4-16,3-10 0 15,0 5-1-15,3-6-2 0,3 4 1 0,-3-3-4 16,2 5 2-16,-2-6 1 16,3 12 0-1,-6-6 4-15,3 7-2 16,-3 4 1-16,0-3-1 16,-3 3 1-16,0 2-2 15,0-3 2-15,0 4-2 16,0-4-7-16,3-2 3 15,0-3-16-15,0 1 10 0,-1-12-22 16,4 6 17-16,0-8-17 16,3 3 17-16,0-3 1 15,0 3 8-15,3-6 3 16,0 3 2 0,-1-5 0-16,7 5 0 15,-9-5 2 1,-3 0-1-16,-3 0 10 15,-3 7-5-15,-12-4 14 16,0 7-11-16,-9 3 14 0,3 3-14 0,-9 7 11 16,10-2-11-16,-4 5 6 15,6 6-8-15,0-1 0 16,3 4-4-16,6-4-2 16,3 1 0-16,6 2-4 15,6-3 2-15,2-4-12 16,7-6 6-1,-3-1-9-15,3-4-77 16,-3 0-36-16,3-9 66 0,-7 4 31 16</inkml:trace>
  <inkml:trace contextRef="#ctx0" brushRef="#br0" timeOffset="23498.21">9589 3014 244 0,'-6'-6'90'0,"6"6"-70"0,-3-2 17 0,0-1 13 16,3 6-29-16,-3-3 14 15,1 0-21-15,-7 0 17 16,3 2-18-16,-3 4 20 15,3-1-19-15,-3 3 17 16,3-3-17-16,0 3 14 16,3-3-15-16,0 3 15 15,3 0-16-15,6 3 13 16,6-3-14-16,6 5 12 16,0 0-13-16,-1 0 6 15,-2 6-9-15,-3-8 9 31,-3 4-9-31,-6-1 5 0,3 4-7 16,-9-5 4-16,3 1-5 0,-9-1 0 16,0-3-2-16,-6-2-43 0,6 0 22 15,-5-2-151-15,5-6 94 16,-3-8-84-16,6 2 93 16</inkml:trace>
  <inkml:trace contextRef="#ctx0" brushRef="#br0" timeOffset="23667.73">9720 3088 424 0,'12'10'159'0,"-12"-10"-124"0,6 19 4 0,-6-17 1 16,3 9-27-16,-3-3 3 16,0 3-10-16,0 2-36 15,0 0 16-15,0-2-31 16,0 2 26-16</inkml:trace>
  <inkml:trace contextRef="#ctx0" brushRef="#br0" timeOffset="23826.3">9702 2908 348 0,'-3'-32'132'0,"3"32"-103"16,6-24 5-16,0 22-14 0,0-4-14 0,0 1-8 0,3 2 0 0</inkml:trace>
  <inkml:trace contextRef="#ctx0" brushRef="#br0" timeOffset="24455.7">9890 3053 288 0,'6'-8'107'0,"-6"8"-83"0,15-13 17 0,-9 13 26 15,0 0-38-15,3-5 21 16,3-3-29-16,-3 3 13 16,-1 5-20-16,1 0 6 15,0 0-12-15,-3 0 6 16,3 0-7-16,-3 5 9 15,0-2-9-15,0 7 12 16,3-2-11-16,-3 0 14 16,0 3-13-16,3 2 9 15,0-5-10-15,3 2 6 16,0 4-7-16,-1-1 4 16,4 0-6-16,-3 0 4 31,0 0-5-31,0-7 2 0,3 4-3 0,-3-4-2 15,3-1 0-15,3-5 3 16,-1 3-2-16,1-6-1 16,0 3 0-16,0-11-6 15,3 3 3-15,-3-5-12 0,-3 5 7 16,-3-10-5-16,-4 10 7 16,-2-11 0-16,0 6 3 15,-6 0-3-15,0 2 3 16,-6 3 1-16,0 3 1 15,-5 2 2-15,2 3-1 16,-3 3 10-16,3 8-5 16,-6-6 10-16,6 5-9 15,-6 4 10-15,6-1-10 16,0 3 10-16,6 5-10 0,0-3 7 16,6 4-7-16,3-1 0 15,3-3-4-15,6 1 3 16,6-1-4-16,6-10 1 15,2 3-1-15,4-3-37 16,-3-6 19-16,3-2-28 16,-1 0 24-16</inkml:trace>
  <inkml:trace contextRef="#ctx0" brushRef="#br0" timeOffset="34805.18">10822 3077 324 0,'-6'-3'123'0,"6"3"-95"0,0 3 27 0,0-3 36 16,0 0-52-16,3-3 31 16,3 3-42-16,3-2 12 15,2 2-24-15,4 0 0 16,0-5-10-16,3-1-3 16,0 6-2-16,-3-2-48 15,6 4 26-15,-6-2-132 16,-4 3 85-16,-5 0-65 15,-3 4 77-15</inkml:trace>
  <inkml:trace contextRef="#ctx0" brushRef="#br0" timeOffset="34933.83">10890 3149 332 0,'-3'7'123'0,"3"-7"-95"0,6 0 40 0,-3 0 33 16,0 0-55-16,3 0 10 15,6 0-34-15,0 0-2 16,6 0-12-16,0 0-52 15,-1 0 24-15,1 0-36 16,3 3 32-16</inkml:trace>
  <inkml:trace contextRef="#ctx0" brushRef="#br0" timeOffset="35747.27">11506 2889 280 0,'-6'-8'104'0,"6"8"-81"0,-6-5 20 0,3 5 28 15,6 0-41 1,-3-5 26-16,0 2-34 0,0-2 18 16,0 5-24-16,0-11 7 15,0 9-13-15,0-12 10 16,6 9-12-16,0-3 16 15,6-2-14-15,0 2 5 16,9-3-1-16,-3 3 1 16,9 3-1-16,-7 2-1 15,4 3-7 1,-3 3-2-16,-6 10 2 0,-3-2-1 0,-9 15 2 16,-6 6-2-16,0-11 0 15,0-3-3-15,-3 1 1 0,0-3-2 16,0-3 2-16,0-2 2 31,6 2-2-31,3-10 0 16,6 7-1-16,3-10-2 0,18 3-2 15,-4-1 1-15,7 6-1 16,-6-2 0-16,6 7 2 16,-6 0 0-16,-7 0 0 0,-5 1 0 15,-9-1 0-15,0 0 2 16,-12 0 3-16,0 1 2 15,-9-7 3-15,3 7-10 16,-5-4-2-16,2-4-4 16,0-4 1-16,3 3-41 0,3-5-17 15,3 0-100-15,9-7-45 16,0 1 109-16,3-4 53 16</inkml:trace>
  <inkml:trace contextRef="#ctx0" brushRef="#br0" timeOffset="36166.67">12024 2858 328 0,'-3'-6'123'0,"3"6"-95"0,6-2 20 0,-6 2 3 15,3 0-6-15,0-6 3 16,0-2-12-16,0 3-2 0,0-3-10 15,0-5-1 1,6 8-13-16,0-9 3 16,0 1-8-16,6 0 7 15,3 8-8-15,2-9 5 16,4 9-5-16,0 2 5 16,0-2-6-16,-6 10 8 15,0-2-7-15,-12 16 10 16,-4-1-8-16,-10 14 8 15,2 2-8-15,-6-2 10 16,3 2-9-16,0-2 5 16,6-5-7-16,0-1 4 15,6 1-5-15,6-9 2 0,6 1-3 16,6-6 0-16,5 0-1 16,7-5-41-16,0 5 21 15,0-2-182-15,-1-9 110 16,1-2-111-16,0 6 116 15</inkml:trace>
  <inkml:trace contextRef="#ctx0" brushRef="#br0" timeOffset="36506.84">12926 2622 404 0,'48'-11'151'0,"-48"11"-118"0,3 16 18 15,-3-13 25 1,0 8-45-16,0-4 28 16,0 12-36-16,-3 7 17 15,0-4-23-15,-3 9 4 16,6 4-12-16,0 2-3 15,3-5-4-15,0 2-4 16,3-2 1-16,0-6 1 16,0-5 0-16,0-5-33 15,2 0 18-15,1-5-159 0,3 2 96 16,0-18-102-16,0-1 104 0</inkml:trace>
  <inkml:trace contextRef="#ctx0" brushRef="#br0" timeOffset="36796.07">13227 2635 360 0,'0'-8'134'0,"0"8"-104"0,0 0 18 0,-3 0 29 16,0 0-45-16,-9 3 36 16,3 2-40-16,0 1 8 15,-9 7-8-15,3 0-3 16,-12 8-2-16,4-2 0 15,-1 12-13-15,3-4-10 0,3 13-5 0,3-9 17 16,9 4 9 0,0 10-8-16,6-19-2 0,0-5-5 15,15 3-1 1,-3-11-1-16,12 1 2 0,-3-1-3 16,20-5 0-16,-8 2-25 15,-3-10-11-15,6-5-47 16,-4-3-21-16,4-16 53 15,-3-5 24-15</inkml:trace>
  <inkml:trace contextRef="#ctx0" brushRef="#br0" timeOffset="38014.44">13501 2654 348 0,'11'0'132'0,"-11"0"-103"0,6 26 25 0,-6-13 34 15,3-5-50-15,-6 16 33 16,0 5-42-16,-3 8 16 16,4-5-27-16,-4 3 11 15,6-12-18-15,-6-2 6 16,6-2-10-16,-6-6 4 16,6 0-6-16,-6-10-7 15,6 0 1-15,-3-9 2 16,0 1 0-16,-3-16 10 15,6 2-5-15,0-7-3 16,3 2-2-16,-3-10-1 31,3 7 0-31,0-10-14 0,3 8 8 0,0-10 3 16,3 7 2-16,2-8 3 16,1 8-1-16,6-5-3 15,0 8 1-15,0 11 7 16,0 7-3-16,0 11-8 15,0 5 3-15,2 6-2 16,1 5 2-16,-6 2 2 16,0 1 0-16,-9-1 0 15,0 4 0-15,-3-7 4 16,0 1-2-16,0-8-3 0,0 0 0 16,0-3-6-16,3 3 4 15,-3-2 1-15,3-1 2 16,-3 3 0-16,0-3 0 0,-3-2 0 15,3 2 0-15,-6 0 6 16,0 3-3-16,-3 0-1 16,3 3-1-1,-6-6-10-15,3 8 5 16,-6 1 1-16,6-1 3 16,0-8 0-1,0 6 0-15,0-1 2 16,3-4-1-16,0 2-3 0,-3 0 1 15,3 2 1-15,0-7 0 16,0 2-3-16,0 0 2 0,0 3 1 0,-3-2 0 47,-3-4 0-31,3 4 0-1,1-6-3-15,-1 5 2 0,0-5 16 0,0 2 7 0,-6 1-13 16,6 0-4-16,0 2-17 15,0-5-8-15,0 0 11 16,0 3 4-16,-3-1 15 0,3 1 8 16,0 2-9-16,-3-5-2 0,3 3-7 0,0 0-3 0,-3-3-9 15,3 0-5-15,3 0 20 16,0 0 11-16,0 0-6 16,6-3-4-16,3 0-2 15,0-2-2-15,0 2-14 0,6-2-3 16,-3 0 9-16,6-3 4 15,9-3 16-15,-6 3 7 16,-3 3-12-16,5-3-3 16,-2 0-14-16,6 3-4 15,-6-3 7-15,3 5 6 16,-3 1 1-16,0 2 0 16,-4 0 5-16,7 2 1 15,6 9-7-15,-3-3-1 16,-6 10 0-16,-9-4 3 15,0-4-2-15,-1 11 0 16,1-8 5-16,0 6 2 16,0 2 0-16,-6-2 1 15,0-3-2-15,0-1 0 16,0 7-1-16,-3-4 2 0,-3-5-1 16,-12 1 2-1,-3-1-2-15,4-8 0 16,-16 3-1-16,6-5-2 15,-15-1-2-15,10 1 3 16,-10 2 0-16,9-5-4 16,-3 3 1-16,7 0-7 15,5-3 0-15,3 0-41 16,6 0-16-16,3 0-145 16,21-3-66-16,9-13 139 0,9-10 71 15</inkml:trace>
  <inkml:trace contextRef="#ctx0" brushRef="#br0" timeOffset="38885.09">14018 2805 316 0,'3'2'118'0,"-3"-2"-92"0,0 29 26 0,0-21 5 16,0 6 0-16,0 12 3 15,0-8-14-15,0-4-3 16,6 4-24-16,-3-2 0 0,6-3-1 16,6 1-2-16,-3-4 1 15,-3-5-3-15,6-5-1 16,-3 0-5-16,3-5-3 0,0-13 0 16,-9 4-1-16,0 6-2 15,2-10-2-15,-2 5 1 16,9 5-1-16,0 2-3 15,-3 6 0-15,0 8 2 16,-12 6 0-16,0-4 3 16,9 17 1-1,0-1-1-15,6-5 1 0,-3-2 9 16,-12 5 7-16,0-3-6 16,0 0-2-16,0-2-6 15,-3 2-2-15,0-5 1 16,-6-6 2-16,0 1-1 15,-3-9 0-15,-9-4-1 0,6 2 0 16,3 0-2-16,0-6-2 16,3 1-4-16,9 2 0 15,3-7 0-15,0 7-1 16,0-2-1-16,6-3 1 16,-3 3 3-16,9-1 1 15,0 4 1-15,9-11 0 16,-3 7-3-16,11-12 2 15,-5 10 1-15,9-13 2 16,-9 5-1 0,-1-11 2-16,-2 6-2 0,-6-5-1 15,-3-1-2-15,-6 3 1 16,-3 3-1-16,-6 8-2 16,0 0 3-16,-6 2 2 15,0 9-2-15,-6 4-2 0,0 4 2 16,3 12 2-16,3-2 0 15,3 8-1-15,3-3 3 16,-12 3 0-16,4-6-1 16,5 3 1-16,0-7 0 15,14-1 1-15,1 0 0 16,9-8 0-16,-3 3-2 16,9-2 1-16,-6-4 0 15,3-4 1-15,5-6-5 16,-2 2-1-16,-3-7-13 0,-15 8-2 15,-3 0-32-15,6 2-13 16,-3-2-7-16,-12-1-1 16,3 4-21-16,0 2-9 15,0 0 27-15,9-3 15 16,-1 0 19-16,-5-2 8 16,-3 0 18-16,15-8 7 15</inkml:trace>
  <inkml:trace contextRef="#ctx0" brushRef="#br0" timeOffset="39573.84">14438 2588 288 0,'-3'-16'107'0,"3"16"-83"0,0-3 30 16,0 3 39-1,3 3-52-15,0 2 39 16,0 3-48-16,0 5 32 0,0 0-37 0,-3 11 21 16,0-5-27-16,0 20 2 15,0-4-14-15,-3 28-8 16,-6-23-3-16,3-6 1 16,6 3 15-16,0-5 8 15,0-3-10-15,-3 0-9 16,-6-7-36-1,3-9-13-15,3-5-8 0,9-3-2 16,3 0-9-16,-9-5-4 16,0 3 18-16,6-3 10 15,0 0 35-15,12-3 15 16,9-2 31-16,-12 0 14 16,0 2-17-16,5-2-9 0,-2-3 12 15,12-11 8 1,3-2-12-16,-9 5-6 15,-7 3-13-15,-2 0-6 0,-3 5-4 16,-6 0 0-16,-6 8 2 16,3 3 5-16,0 2-15 15,-6 13-5-15,-3 1 17 16,3 2 9-16,3-2-9 16,3-3-1-1,6 2-5-15,-3-7-3 16,-3 2-1-16,3 3-42 15,0-6-18-15,0 1-166 16,-12 0-74 0,-9 2 153-16</inkml:trace>
  <inkml:trace contextRef="#ctx0" brushRef="#br0" timeOffset="48911.36">7419 3786 232 0,'-8'-2'88'0,"8"2"-69"0,-6-6 22 0,3 4 28 15,6 4-39-15,-6-2 23 16,3 0-31-16,-3 0 19 15,0 0-24-15,-3-2 14 16,6 2-18-16,-6 0 6 16,3 8-11-16,-3-8 11 15,6 7-11-15,-3 4 16 16,3 2-14-16,3 1 13 16,3-1-13-16,3 0 8 15,3 3-10-15,2 0 9 16,1 2-10-1,0 3 5-15,3-7-7 0,-3 2 2 16,3-1-4-16,-3 1 3 16,0 0-4-16,-3 5 1 15,2-5-1-15,-5 8 1 16,-3-8-2-16,-6 2 4 16,3 1-3-16,-6-1 4 15,0-4-4-15,-6-1 1 16,0 0-1-16,-5 0-2 15,5-7 1-15,-6-4-1 16,6 4 0-16,-6-6 0 16,6 5 0-16,0-10 2 15,3 2-1-15,0-5-1 16,6 0 1-16,3-8-1 16,3 6 0-16,0-9 0 15,6 3 0-15,3-8 0 0,0 6 0 16,0-11 0-16,2 2 0 15,-2-4 2 1,-3-4-1-16,-6-2-1 16,-3 5 1-16,-6-2-1 15,0 10 0-15,-6 3 0 0,3 0 0 16,-6 5-5-16,1 5 3 16,-7 6-67-16,6 5 37 0,0 5-48 15,9 6 46 1</inkml:trace>
  <inkml:trace contextRef="#ctx0" brushRef="#br0" timeOffset="49146.73">7842 4006 392 0,'12'-5'148'0,"-12"5"-115"0,15 0 19 16,-9 0 21-1,0 0-44-15,3-3 11 16,0 3-24-16,0-3-3 16,3 1-8-16,-1-4-40 15,4 6 18-15,-3-5-33 16,3 5 29-16</inkml:trace>
  <inkml:trace contextRef="#ctx0" brushRef="#br0" timeOffset="49721.83">8181 3675 364 0,'0'-3'134'0,"0"3"-104"0,-3 16 12 0,0-5 16 16,6 2-35-16,-3 8 27 16,0 6-29-16,0 2 11 15,0 0-18-15,0 0 5 16,6-2-11-16,0-1 11 16,3-5-11-16,3-2 9 15,3-3-9-15,0-6 2 16,3 3-6-16,-3-10 0 15,3 2-2-15,-4-10 1 16,1 2-2-16,-3-7 2 16,0-1-2-1,-3-7-3-15,0 4 1 0,-3-7 1 16,0 11 0-16,-3-4 0 16,3 9 0-16,-3 5-3 0,0 8 2 15,0 8 1-15,0-3 0 16,3 3 6-16,0 3-3 15,3-1 10-15,3-5-7 16,5 1 12-16,1-6-10 16,6-3 5-16,0 0-8 15,0-5 4-15,-1 0-5 16,4-5 0-16,-6 0-2 16,0-9 1-16,-3 1-2 15,-3-13 2-15,-3 4-2 16,-6-17-3-16,2 7 1 15,-5-5-4-15,0 8 3 0,-3 0-41 16,0 8 24-16,-3 2-111 16,3 11 72-16,-3 0-56 15,6 11 66-15,-3 2 26 0</inkml:trace>
  <inkml:trace contextRef="#ctx0" brushRef="#br0" timeOffset="50131.27">8955 3913 324 0,'-3'-10'121'0,"3"7"-95"0,-6 3 18 16,6 0 0-16,-6 0 2 16,3 3 5-16,-5 2-13 0,-4 5-3 15,3 1-20 1,0 0 2-16,-3-3 1 0,3 2-2 0,3 1 1 15,0-1-1-15,6 4 0 16,0-9 0-16,6 0 0 16,0 3-4-16,9-8 0 15,-3 0-3-15,6-8 0 16,-4 6-8-16,1-4-2 16,-3 4-3-16,0-6 3 46,-3 5 0-46,-3 0 1 0,0 3 0 0,-6 0 0 0,0 0 0 0,0 3 0 16,0 0 0-16,3 5 2 16,0-6-23-16,9 4-11 15,-3-4-30-15,6 1-11 16,-3 2-36-16,5-5-14 0,-2 0 66 16,0 0 32-1</inkml:trace>
  <inkml:trace contextRef="#ctx0" brushRef="#br0" timeOffset="50503.28">9185 3971 324 0,'0'0'121'0,"0"0"-95"16,3 3 33-16,-3-3 8 0,0 5-12 16,0-2-2-16,5 2-11 15,-2 1-3-15,9-1-22 16,-3 0 1-16,9-2 2 0,-3 2-5 16,6-10 2-16,-3 2-8 15,3-2-1-15,-4 0-2 0,-2-3-1 16,-3 2-3-16,0-7 1 15,-3 3-2 1,-3-1 2-16,0 6-2 0,3-3-1 16,-3 5 1-16,3 6-1 15,0-1 0-15,3 6 0 16,-3 3 2-16,2 2 3 16,-2 0-7-16,0 22 0 15,-3-6 15-15,-6 21 11 16,0-8-10-16,-9-2-5 15,-6 10-1-15,1-15 1 16,2-14 0-16,-9 3 0 16,6-11-5-16,-9 0-1 15,0-7-14-15,-5-9-6 0,5 0-48 16,-3-15-21-16,6 2 45 16,9-8 21-16</inkml:trace>
  <inkml:trace contextRef="#ctx0" brushRef="#br0" timeOffset="51239.01">10447 3776 236 0,'6'-29'90'0,"-6"29"-70"16,8-27 19-16,-5 19 5 0,-3 0-1 16,0 3 2-16,0-3-6 15,0 3 1-15,-3-1-22 16,1 1 1-16,-4 5 1 0,3 0 0 16,-9 11 0-16,3-9-4 15,-3 14 0-15,-3 0 22 16,3 8-21-1,0-6 1-15,6 4-12 0,3-1 12 16,3-3-10 156,3 1 5-156,15 2-3-16,-3-3 1 0,9 1-2 0,-3-6 2 0,2 6-6 0,-2-3 1 0,-6 2 1 0,0-2 1 0,-6 3 2 0,-3-4-10 0,-6 7-2 0,0-7-1 0,-15 9 1 0,3-8-1 0,-9 5 1 0,3 0 8 0,1-7 6 0,-4 2-61 0,12-11-28 0,0 0-77 0,12-13-30 0,0 3 97 0,9-3 46 0</inkml:trace>
  <inkml:trace contextRef="#ctx0" brushRef="#br0" timeOffset="51553.68">10634 4053 368 0,'21'-2'137'16,"-21"2"-106"-16,27-13 24 0,-18 7 29 16,0 6-48-16,3-5 23 15,-1 2-36-15,4-7 12 16,0 7-20-16,-6-7 0 16,-3 7-9-16,-9-2-1 15,3 5-3-15,-12-6 1 16,3 12-2-16,-6-6 6 15,3 8-4-15,-2 2 12 16,2 3-8-16,3 1-4 16,3 1-1-16,3 1 11 0,3 5-7 0,6-7 17 31,6 4-13-31,6-10 0 0,2 3-6 16,7-11-7-16,0 0 1 15,3-6-47-15,-3-1 26 16,-1-7-115-16,1 9 76 0,-6-14-53 15,-3 6 66-15</inkml:trace>
  <inkml:trace contextRef="#ctx0" brushRef="#br0" timeOffset="51768.11">11012 3601 404 0,'0'0'151'0,"0"0"-118"0,9 19 27 0,-6-12 28 16,0 7-50-16,0 9 24 15,3 4-38-15,0 7 8 16,0 1-20-16,-3 2 0 16,3-5-7-16,-6 2-14 15,3-2 5-15,-6-1-61 16,3-4 36-16,-6-1-186 16,0-2 120-16,-3-11-107 15,3-2 117-15</inkml:trace>
  <inkml:trace contextRef="#ctx0" brushRef="#br0" timeOffset="51932.67">10932 4040 348 0,'18'-16'129'0,"-18"16"-100"0,23-5 40 0,-14 2 41 16,0 6-61-16,6-6 19 15,0 3-42-15,6-5 1 16,0 5-16-16,9-10-5 31,-1 7-3-31,4-2-31 0,0-1 15 0,-3 1-26 16,-1 5 23-16</inkml:trace>
  <inkml:trace contextRef="#ctx0" brushRef="#br0" timeOffset="52604.87">11980 3667 320 0,'0'-29'121'0,"0"29"-95"0,3-5 25 0,-3 5 29 15,2 0-46-15,-2 13 37 16,3 0-42-16,-6 14 25 15,3 4-31-15,-2 9 10 16,2 0-19-16,-6-3 5 16,3 0-11-16,-6-3 6 15,6 1-7-15,-3-9 2 16,6-7-5-16,-3-3 5 16,3-6-6-16,0-7 10 15,3-3-7-15,-3-8-17 16,6-3 6-16,0-18 2 15,0 3 2-15,0-19 3 16,-1 8-1-16,4-6-3 31,0 6 1-31,0 3 3 0,3 10-1 16,0 3-9-16,0 2 4 16,3 11 10-16,3 11-3 0,3 13 13 15,-1 10-9-15,-2 6 3 16,0 5-6-16,-3 0 5 15,-3-2-6-15,-6 2-1 16,3-11-1-16,-6 1-39 0,3-4 21 16,-6-7-123-16,3-2 78 15,-9-4-66-15,3-7 74 16</inkml:trace>
  <inkml:trace contextRef="#ctx0" brushRef="#br0" timeOffset="52766.1">12036 3913 456 0,'12'0'170'0,"-12"0"-132"0,27-8 7 0,-18 6-3 16,3 4-27-16,8-4-3 15,4 2-8-15,6-3-51 16,0 3 25-16,3 0-44 16,-4 0 38-16</inkml:trace>
  <inkml:trace contextRef="#ctx0" brushRef="#br0" timeOffset="53026.95">12480 3797 344 0,'-3'-8'129'0,"3"8"-100"0,0 2 22 15,0 4 32 1,3-6-48-16,-6 5 33 16,3 3-41-16,3 0 21 15,3 3-27-15,0 2 13 16,2 0-20-16,-5 3 3 15,6 0-9-15,-9 0 10 16,0 2-10-16,0 1 12 16,0-6-12-16,-9 0 3 15,6 3-7-15,-5-3-2 0,-1 3-1 16,-3-3-45-16,6-7 24 0,-3 2-157 16,3-3 98-1,0 3-92-15,6-8 99 16</inkml:trace>
  <inkml:trace contextRef="#ctx0" brushRef="#br0" timeOffset="53388.5">12685 3739 308 0,'6'-8'115'0,"-6"8"-89"0,-6 2 19 0,3-2 26 16,6 0-41-16,-3 0 12 0,3 6-7 15,0-1 0 1,3 0-6-16,-3 3-3 0,6 0-14 16,-3 3 1-16,6 4 3 0,-3-1 1 15,2 2-1-15,-2-3 0 16,3 8 0-16,-3-8-4 16,0 6 0-16,0-6-3 15,-6 3 2-15,0-3-6 16,-9 0-3-16,-6 3-6 15,3-5 0 1,3-1 0-16,-9-2 2 0,4 0 16 16,-4 0 8-16,3 0-24 15,0-3-11-15,3 3-35 16,6-8-12-16,3 3-66 0,15-6-29 16,-3-2 82-16,0-3 40 15</inkml:trace>
  <inkml:trace contextRef="#ctx0" brushRef="#br0" timeOffset="53699.69">12947 3847 384 0,'27'8'145'0,"-27"-8"-112"0,-6 26 14 0,3-20 23 16,6 2-41-16,-3 2 24 15,3 3-32-15,-3-5 20 16,6 6-24-16,0-12 12 15,0 9-18-15,3-11 6 16,2 0-10-16,4-5 2 16,0 2-5-16,-6-2-2 15,3-6-1-15,-9-2-1 16,3 5 0-16,-12-5 0 16,3 2 0-16,-9-2-7 15,0 5 4-15,-3 0-82 16,6 8 46-16,-2-5-59 15,5 10 57-15</inkml:trace>
  <inkml:trace contextRef="#ctx0" brushRef="#br0" timeOffset="53969.97">13319 3744 408 0,'18'-8'151'0,"-18"8"-118"0,-21 16 22 0,12-8 25 16,3 2-46-16,-9 4 23 16,6-1-34-16,-3 5 12 15,6 1-20-15,1 2 9 16,5-5-14-16,0 0 2 16,5 0-8-16,1-3 0 15,6 0-2-15,0-2-8 16,3-6 3-16,0-2-60 15,3 2 34-15,-3-10-212 16,3 2 133-16,-4-10-122 16,1-1 132-1</inkml:trace>
  <inkml:trace contextRef="#ctx0" brushRef="#br0" timeOffset="54132.54">13471 3749 380 0,'-39'11'143'0,"39"-11"-112"0,27 29 30 15,-24-16 23 1,-3-5-48-16,-3 11 10 15,3-6-29-15,0 3-1 0,3 0-7 16,0-3-2-16,0 0-10 16,0 0-5-16,0-8 4 15,0 3-63-15,3-5-24 0,-3-3 46 16,0-11 24-16</inkml:trace>
  <inkml:trace contextRef="#ctx0" brushRef="#br0" timeOffset="54237.25">13569 3622 200 0,'33'-8'74'0,"-33"8"-58"0,27 6-4 0,-21-6-4 0</inkml:trace>
  <inkml:trace contextRef="#ctx0" brushRef="#br0" timeOffset="54488.75">13700 3797 356 0,'0'18'132'0,"0"-18"-103"0,-27 27 40 0,24-25 14 15,-6 9-23-15,0 2-7 16,0 0-15-16,1-5-7 0,2 3-17 16,3 2 11-16,6-8 5 0,-3 3-24 15,11-2-12-15,-2 2 13 16,6-6 8-16,0 1-5 16,0 5-2-16,-3-8-5 15,-3 5-3-15,0 3 1 16,-3-3-1-16,0 3 0 15,0-5 0-15,0 2-14 16,-3 1-3-16,0-4-24 16,3-2-9-16,-3 0-42 15,2-2-19-15,-2-20 65 16,0-4 31-16</inkml:trace>
  <inkml:trace contextRef="#ctx0" brushRef="#br0" timeOffset="54798.9">13926 3548 388 0,'27'-21'145'0,"-27"21"-112"0,-3 0-1 0,3 0 0 16,6 8-22-16,-9-3 16 15,0 8-16-15,-9 11 13 16,0 8-13-16,-9 10 2 16,6 1-8-16,-2 2 0 15,2-6-2-15,0-2 1 16,6-10-2-16,0-1-5 15,6-7 2-15,0-3-3 16,6-3 2-16,0-3 4 16,3-4 0-16,3-4 24 15,0 4-14-15,3-12 28 16,0 6-21-16,3-5 6 16,2 2-14-16,1-5-8 15,3 6-2 1,0-1-119-16,0-2 65 15,0 0-93-15,-1 2 84 0</inkml:trace>
  <inkml:trace contextRef="#ctx0" brushRef="#br0" timeOffset="67633.2">14215 2106 212 0,'-3'3'82'0,"3"-3"-64"0,6-3 20 0,-3 3 3 16,0 0-4-16,-3 0 3 0,6 0-9 15,-3 0-4-15,3 0-15 16,0 0 3-16,6 0 5 0,-3 0 2 16,5 3 2-16,1-1-5 15,9 1 1-15,12-3-5 16,-6 5-1-16,-4-5-4 15,19 6-1-15,-9-6-3 16,14 2 1 0,-8-2-4-16,15 0 0 0,-13 0-1 15,22 0 1-15,-16 0-2 16,19 6 2-16,11-1 0 16,-26-3 3-16,-10 4-3 0,13-6 0 15,-12 5 1-15,14-5 0 16,-11 0-2-16,5 0 1 15,-8 0-2-15,0 0 2 16,-7 0-2-16,1 0 2 16,-6 0 0-16,-3 0 3 15,-7 0-3-15,4 0-2 16,-6 0 8 0,3 0-5-16,0 0 3 15,-7 0-4-15,-2-5 3 16,0 5-4-16,-3 0 4 15,3-6-4-15,-3 4 1 16,-3 2-1-16,-3-5 1 16,-3 5-2-16,-3 0 2 15,0 0-2-15,-6 0-1 16,3 0 1-16,-6-6-1 16,0 6 0-16,-6-2 0 15,6-4 0-15,-6-2-3 16,3 3 2-16,0-5 1 15,4 7 0-15,-7-10-3 16,9 2 2-16,0-2 1 16,3 5 0-16,0 0 0 15,6 3 0-15,0-3-3 16,6 2 2-16,6 1 1 16,-1 5 0-16,7 5 4 15,0 1-2-15,3 2 6 0,3 5-5 16,-6 0 6-16,-1 0-6 15,-5 1 3-15,-3-1-3 16,-6 0 3-16,-3 0-4 16,-9-2 4-16,3 2-4 15,-6 0-32-15,0 1 17 16,-6-7-26-16,6 7 22 0,1-4-176 16,2 6 106-16</inkml:trace>
  <inkml:trace contextRef="#ctx0" brushRef="#br0" timeOffset="69811.98">16287 2167 204 0,'-3'5'77'0,"3"-5"-60"0,0 6 24 16,0-6 30 0,0 0-39-16,0 0 29 15,0 0-36-15,0 0 20 16,0 0-26-16,0 0 16 16,0 0-20-16,-3-6 14 15,0 6-16-15,-3-5 6 16,6 2-11-16,-3-2 4 15,3-3-7-15,0-5-2 16,3 2-2-16,0-7 5 16,6 2-3-16,3-8 8 0,-1 3-7 15,4 0 3 1,3 5-4-16,0 0 7 0,3 5-6 16,0 3 3-16,0 8-4 15,-7 6 3-15,4 2-4 16,-9 5 8-16,3 5-6 15,-9 9 5-15,3-1-5 16,-12-2 0-16,3-3-2 0,-9 6 1 16,0-9-2-16,-8 3 4 15,5 1-3-15,-3 1 1 16,3-4-1-16,0-6-2 16,3 0 1-16,0 1 1 15,6-1-1 1,0-8 6-16,6 8-4 15,3-5 6-15,6-2-6 0,3 2 8 16,6-3-7-16,6 3 5 16,0 0-5-16,2 2 5 15,-2-2-6-15,0-2 1 16,0-4-2-16,0 1 1 16,-4-1-2-16,4-2 2 15,-3 0-2-15,-3 0 4 0,0 0-12 16,3 0-4-16,-9 0-61 15,-4 0-25-15,1-2 49 16,-3-3 24-16,3-1 21 0</inkml:trace>
  <inkml:trace contextRef="#ctx0" brushRef="#br0" timeOffset="83525.32">16968 1767 124 0,'3'0'49'0,"-3"0"-38"0,3-5 19 16,-3 2 21 0,3 6-28-16,0-6 18 15,0 3-25-15,0 0 23 16,3 0-23-16,-3-5 19 16,3 0-20-16,-3 2 14 0,0 3-16 0,0-5 12 15,0 5-14-15,-3-5 10 16,3 5-12-16,-3-3 8 15,0 6-9-15,0-3 9 16,0 0-10-16,0 0 12 16,0 0-11-16,-3 0 5 15,3 5-8-15,-3-5 7 16,3 5-8-16,-3 3 10 16,0-3-8-16,-3 3 8 15,6-2-8-15,-6 2 5 16,3 0-6-16,-3 2-2 15,3 3-2-15,-6 1 7 16,6-1-4-16,-6 5 14 16,6-2-10-16,-3 8 1 15,6-5-6-15,-3 2 5 16,3 0-5-16,-3 3 1 16,6-3-2-16,-3-3 1 15,3 1-2-15,0-3 2 16,3 2-2-16,0-4 2 15,3-4-2-15,0-2 2 16,3 5-2-16,-3-7 2 16,3 2-2-16,0-8-1 15,3 0 1-15,-3 0 1 16,2-6-1-16,-2 4-1 16,3-4 1-16,-3-7 1 0,0 5-1 15,-3-8-1 1,0 8 1-16,-6-10-1 0,3 5 0 15,-6-3 2-15,3 2-1 16,-6 1-1-16,0 3 1 16,-6 2-1-16,0 2 0 15,-9 6 0-15,3 0 0 0,-9 0-3 16,7 6 2-16,-10 2-32 16,6 2 18-1,-6 3-27-15,9 1 24 0,-17 15-335 47,26-19 197-16,15 12 63 1,9-9 62-32,-4 0 34 15,1 6-2-15</inkml:trace>
  <inkml:trace contextRef="#ctx0" brushRef="#br0" timeOffset="88921.54">15340 3003 240 0,'-3'0'90'0,"3"0"-70"0,0 0 15 0,0 0 18 32,0 0-31-32,0 0 19 0,0 0-25 0,0 0 21 15,3 3-22-15,-3-3 22 16,6 2-22-16,0 4 19 15,6-6-19-15,3 5 16 16,0-5-17-16,3 3 10 16,2 2-14-16,-2 0 8 15,3 3-10-15,-3 0 4 16,3 3-7-16,0-6 7 31,-1 5-8-31,4 1 5 0,0-3-5 0,6 3 0 16,3 2-2-16,-1-5 1 15,1 0-2-15,3-3 2 16,-1 3-2-16,1-3-1 16,-3 0 1-16,-3 1-1 15,-1 2 0-15,-2-6 0 16,0 9 0-16,-9-11-16 16,-3 3 9-16,-3-3-67 15,-3 2 40-15,-3-4-137 16,0 2 96-16,-6-3-59 15,0-2 78-15</inkml:trace>
  <inkml:trace contextRef="#ctx0" brushRef="#br0" timeOffset="89176.86">15977 3088 284 0,'3'-8'107'0,"-3"8"-83"0,9 0 26 16,-6 0 30-1,0 5-45-15,0-5 30 0,3 0-39 0,0 3 22 31,3 7-28-31,0-4 14 0,0 2-20 0,0 5 8 16,2 5-13-16,-2-5 6 16,0 3-8-16,-3 3 4 15,0-1-6-15,-3 4 2 16,3-4-4-16,-6 1 0 16,3-6-1-16,-3 0-21 31,0 6 10-31,-3-6-109 0,3 0 65 15,-3-5-67-15,-3 0 68 0,3 3 28 16</inkml:trace>
  <inkml:trace contextRef="#ctx0" brushRef="#br0" timeOffset="97587.89">16617 3334 260 0,'3'0'99'0,"-3"0"-77"0,3 5 13 15,-3-5 1-15,0 0-4 16,0 0 3-16,0 0-4 16,0 0 1-16,0 3-18 0,0-3 5 15,0 0 2-15,0 0-3 0,0 0 2 16,0 0-5-16,0-3-1 16,0 3-4-16,3-13 1 15,-3 8-2-15,6-14 0 16,-3 6-3-16,9-6-1 15,-3 3-1-15,9-2 0 16,-4 5-2-16,13-6-2 16,-6 6 5-16,9 5 1 15,-6-3 2-15,-3 11 0 16,-4 0 2-16,1 14 4 16,-3-4-2-16,-12 30 1 15,0-8-3-15,-9 13 1 16,0-11-4-16,-9 11 1 15,3-13-3-15,-8 7 0 0,2-7-1 16,-3 3 2-16,3-4-1 16,0-4 2-16,3-1-4 15,-3-7 0-15,3-6-1 16,4 0 1-16,2-5 0 16,3-3 1-16,3 1-5 15,3-6 1-15,0 0 0 16,12-3 0-16,-3 0 0 15,14 3 0-15,-5-5 0 0,9 5 0 16,-3 0 0-16,3 5 0 16,-4 1 0-1,7 4 2-15,-3 1-1 0,0 2-1 16,-3-5-2-16,-1 3 1 16,-2-3-1-16,0 0-2 15,-3 2 0 1,3-7 3-16,-3 2-2 0,5-5 1 15,-2 0 2-15,6-3 0 16,-6 1-29-16,3-1-13 16,-6-2 22-16,-1 0 9 15</inkml:trace>
  <inkml:trace contextRef="#ctx0" brushRef="#br0" timeOffset="110605.1">16986 2902 140 0,'0'-7'55'0,"0"7"-43"0,0-3 16 0,0 0 27 15,3 6-30-15,-3-3 27 16,3 0-30-16,-3 0 22 16,0 0-25-16,0 0 18 15,3 0-21-15,-3 0 10 16,3 0-16-16,-3 0 15 15,0 0-15-15,0 0 27 16,3 3-22-16,0-1 9 0,3 6-7 16,0-3-1-16,0 9 0 15,0-4 2-15,0 6-10 16,0-3 4-16,0 3 2 0,0-3-3 16,0 3 1-16,0-2-5 0,-4-1-2 15,1-3-2-15,3 4-3 16,-3-6 3-16,3-1 2 15,-3 4-2-15,0-8-2 16,0 2-38-16,0 0-15 16,-3-2-130-1,0-3-59-15,0 0 125 16</inkml:trace>
  <inkml:trace contextRef="#ctx0" brushRef="#br0" timeOffset="111577.58">17388 2760 204 0,'0'-6'77'0,"0"6"-60"0,0 0 15 16,0 0 22 0,0 0-31-16,-3 0 21 15,3 0-27-15,-3 0 12 16,0 0-18-16,-3 0 12 15,6 0-13-15,-3 0 13 16,0 0-14-16,-6 0 9 16,6 0-10-16,0 0 0 0,-3 0-1 15,0 0 1-15,0 6 2 16,0-6 1-16,0 5-5 16,1-5-2-16,-1 0 2 0,3 0 1 0,0 3 1 15,0-3-2-15,0 2 1 16,0-2-2-16,0 3 2 15,0 2-2-15,0-5 0 16,0 3-1-16,0 2 0 16,0 0 0-16,0-2 2 15,0 2-3-15,0 3 0 16,0 3 1-16,0-3 0 16,0 2-2-1,3-2-2-15,-3 0 5 63,6 3-3-63,-3-6 1 0,6 3-1 0,0 0 1 0,3 0-2 0,0 2-1 0,3-2 1 0,0 3 5 15,-1 2-3-15,-2 0 12 16,3 1-8-16,-6-1 12 16,3 0-11-16,-6 0 5 15,3 1-8-15,-6-1 2 16,3-5-4-16,-6 2-4 15,0-4 0-15,-6 2-70 16,3-3 39-16,-3-2-49 16,6 2 47-16</inkml:trace>
  <inkml:trace contextRef="#ctx0" brushRef="#br0" timeOffset="111780.04">17317 2760 376 0,'26'-22'143'0,"-26"22"-112"0,39-10 16 0,-27 7 12 15,0 3-35-15,9-5 1 16,-1-3-15-16,10 3-81 16,3-3 38-16,21 2-65 15,-13-1 57-15,-5 4 20 16</inkml:trace>
  <inkml:trace contextRef="#ctx0" brushRef="#br0" timeOffset="113995.04">7544 4567 184 0,'3'0'68'0,"3"0"-52"0,3 0 14 0,-3 0 6 16,3 0-5-16,3-6 2 16,6 4-6-16,3-1 1 15,6 0-16-15,5 3 2 0,1-5 0 16,3 3 1-16,0 2 4 16,-4-3 0-16,1 0 1 15,3 3-5-15,-9-5-1 16,-4 2-4-16,13-2-1 15,-6 0-3-15,9 2 1 16,-7 0-2-16,10 1 0 16,-9 2-1-16,5 0 0 15,13-5-2-15,-15 5 1 16,-7 0-2-16,10-6 2 16,-9 4-2-16,9 2 2 15,-7-6-2-15,7 4 2 0,-6-1 0 16,5 3 1-16,-5 0 0 15,3 0 0-15,6 0-2 16,-13 0 1-16,-5 0-2 16,3 0 2-16,-3 0 0 15,3-3 3-15,-7 1 1 16,7-1 1-16,-6 0-2 16,6 1-1-16,-6-1-1 15,2 0 2-15,7 1 1 16,-9 2 1-16,-6 0-2 15,3 0 1-15,-3 0-4 0,0-5 0 16,-1 5-1-16,1-3-2 16,-3 3 1-1,-3 0 1-15,0 0-47 0,0 0-20 16,-6 8 31-16,-3-3 16 16</inkml:trace>
  <inkml:trace contextRef="#ctx0" brushRef="#br0" timeOffset="131996.26">3139 5088 164 0,'0'-5'63'0,"0"5"-49"0,0 0 16 15,0 0 23 1,0 0-30-16,0 0 19 16,0 0-26-16,0 0 14 15,0 0-17-15,0 0 12 16,0 5-14-16,0 0 15 15,0 6-16-15,-3-1 20 0,3 4-17 0,0 4 22 32,0 1-20-32,-9 4 19 0,6 1-19 0,-12 3 10 15,9-1-15 17,-2 6 4-32,-1-3-9 0,-9 0 2 0,15 0-4 15,-9-2 3-15,9-1-4 0,-3 1 6 16,0-4-5-16,3-4 6 15,3-6-6-15,-6-13 1 16,6 0-2-16,0-13 1 16,6 2-2-16,3-12-1 15,-6 4 1-15,6-7-1 16,0-1 0-16,3-2-5 16,0 3 3-16,-4-9 1 15,1 9 1-15,0-9 0 16,0 6 0-16,-6-5 0 15,6 5 0-15,0 0 0 16,0 2 0-16,3-5 0 16,0 9 0-16,-3 7 2 15,3 3-1-15,0-1 6 16,-1 9-4-16,4 10 10 16,-6 1-7-16,3 15 12 15,3 0-10-15,0 8 12 16,-3 5-12-16,0-2 5 15,3 0-8-15,-3 2 2 0,2 1-4 16,-5-6 3-16,0-3-4 16,-3 1-3-16,0-1 0 15,0 1-74-15,-3-9 41 16,-3-2-55-16,0 3 51 16</inkml:trace>
  <inkml:trace contextRef="#ctx0" brushRef="#br0" timeOffset="132187.74">3151 5313 400 0,'9'-13'151'0,"-9"13"-118"0,39-11 9 0,-27 6 1 16,-1 5-27-16,7-6 1 15,3 1-11-15,0-3-69 16,0 6 34-16,0-1-58 15,3 3 50-15</inkml:trace>
  <inkml:trace contextRef="#ctx0" brushRef="#br0" timeOffset="132613.31">3621 4961 380 0,'3'-34'143'0,"-3"34"-112"0,9 0 3 16,-6 0 12 0,3 5-29-16,-3 8 28 0,6 3-26 0,0 5 8 15,0 19-5-15,-3-8 1 16,3 10-10 0,0-8-3-16,0 3-6 0,0-5-1 0,0-3 3 15,-6-2-1-15,5-4 0 16,1-1-1-16,-6-4 2 15,3 1-1-15,-3-9 0 16,0-2-3-16,-3-3 1 16,0-2-4-16,-6-3-2 15,0 0-3-15,-6 3 1 16,1-1 3-16,-7 4 1 16,6 2 1-1,-9 0 0-15,6 0 0 0,0 5 0 16,3 0 2-16,6 0 3 0,3-2-2 15,3-1-2-15,3 1 2 16,15 0 2-16,-9-9-7 16,12-2-3-16,0 0-81 15,3-8-35-15,-4 3 61 16,10-6 30 0</inkml:trace>
  <inkml:trace contextRef="#ctx0" brushRef="#br0" timeOffset="133090.41">3949 4908 408 0,'-9'-8'154'0,"9"8"-120"0,6 13-1 0,-3-7-7 16,-3 7-3-16,0-5 3 15,3 24 0-15,0-9-1 16,3 20-14-16,0-9-2 0,3 8 1 15,-6-12-4-15,5 4 2 16,1-8-3-16,-3 1 0 16,3-6-1-16,0-2 0 15,-3-4-2-15,0-1 1 16,-3-1 0-16,0-3 3 16,0-4-3-16,-6-1 0 15,0-2-1-15,-3-1-2 16,3 1 1-16,-12 0-1 0,6-1 0 15,-3 4 2 1,4-4-1-16,-4 6-1 0,0-3 3 16,0 9 2-1,3-9 2-15,3 8 1 0,0-2 0 16,6 5 0-16,-6-6-2 16,12 3-1-16,-6-2-1 15,15-3 0-15,-3 3-2 16,12-11 1-16,2 0-9 15,-2-8-1-15,-3 5-53 16,3-8-25-16,-6 3-78 16,3-5-34-16,-4 0 104 15,-2 0 49-15</inkml:trace>
  <inkml:trace contextRef="#ctx0" brushRef="#br0" timeOffset="133317.72">4220 5345 376 0,'-6'5'143'0,"6"-5"-112"0,0 16 21 0,0-14 2 16,0 6-17-16,0 0-1 15,0 3-6-15,0-3 1 16,0 0-17-16,0-3 3 0,0 3 1 16,0-5-2-16,0-6 1 15,0 0-7-15,6-5-4 16,-6 3-3-16,0-5 0 16,0-1-2-16,3-5 2 15,0 3-4-15,0-8-2 16,0 2-27-16,3 1-10 15,-1 2-55 17,1 8-21-32,-3 0 60 0,-3 13 29 0</inkml:trace>
  <inkml:trace contextRef="#ctx0" brushRef="#br0" timeOffset="133638.37">4321 5390 348 0,'15'-22'129'0,"-15"22"-100"0,35-13 20 16,-29 13 2-16,9-5-6 15,-3 0 3-15,6-3-12 16,-3 0-4-16,0-3-18 16,-3 3-4-16,-3-5 0 0,-3 5-4 15,-12 3 2-15,6 5-5 0,-18 0-2 16,6 2 2 0,-3 9 2-16,3-3 4 0,-3 5 5 15,3-2-4-15,3 5 0 16,3-3-4-16,3 3-1 15,3-3-1-15,0 0 0 16,3-2-2 0,12-1-2-1,12-7-37-15,0-3-15 16,-9 0-71-16,9-11-31 31,-7 6 78-31,1 0 38 16</inkml:trace>
  <inkml:trace contextRef="#ctx0" brushRef="#br0" timeOffset="133876.73">4630 5286 356 0,'-6'-2'134'0,"6"2"-104"0,6 8 18 0,-6-8 0 0,6 5-2 15,3 0 2 1,0 6-9-16,-3-1-1 16,9 1-22-16,-6 5 2 0,3-3 0 0,-6-2-2 15,0 5 1-15,-3-3-3 16,3 8-1-16,-3-5-3 15,-6 2-1-15,3-2-8 16,-12 3 0-16,3-6-1 16,-6-8 0-16,-6 3-7 15,12-8-3-15,3 0-89 16,6-13-39-16,0 0 74 16,12 0 39-16</inkml:trace>
  <inkml:trace contextRef="#ctx0" brushRef="#br0" timeOffset="134162.97">4785 5284 324 0,'3'5'121'0,"-3"-5"-95"0,3 11 29 0,3-9 7 16,-6 6-9-16,3-5-1 15,3 7-7-15,0-4-4 16,0 4-22-16,3 1 4 0,-6 2 4 15,0-2-4-15,0 5-1 16,0-3-8-16,-3 5-4 0,0-4-8 16,-3 1-1-16,3-1-3 15,-6 2-2 1,-6-3 11-16,6-11 8 0,0 4-50 16,3-9-20-16,0 0-169 15,9-5-73 1,-3 3 152-16</inkml:trace>
  <inkml:trace contextRef="#ctx0" brushRef="#br0" timeOffset="136807.55">5303 5329 180 0,'0'0'68'0,"0"0"-52"0,3 0 14 0,-3 0 4 15,0 0-2-15,0 0 3 16,3 0 1-16,-3 0 2 16,6 0-21-16,0 0 2 0,6 0-1 15,0 0 1-15,3 0 3 16,0 0-14-16,-1 0-7 0,1 0-4 16,6 0 2-16,-6 0 2 15,0 0 2-15,-3 0-98 16,-3 0-43-16,0 0 69 15,-6 5 34-15</inkml:trace>
  <inkml:trace contextRef="#ctx0" brushRef="#br0" timeOffset="137022.74">5330 5390 208 0,'-3'5'77'0,"3"-5"-60"0,6 3 39 0,-6-3 16 0,6 2-11 15,0 1 0-15,6-3-15 16,0 0-7-16,8 0-21 0,-5 0-2 16,9 0-2-16,3 0-5 0,-3 0-3 15,3 0-3-15,-4 0 0 16,4 0-11-16,-3-3-4 16,-3 1-146-1,0 2-64-15,-4 0 114 16</inkml:trace>
  <inkml:trace contextRef="#ctx0" brushRef="#br0" timeOffset="139234.64">6413 4950 260 0,'9'-10'96'0,"-9"10"-75"0,6-8 19 16,-6 8 20 0,0 0-35-16,0 0 15 15,0 0-24-15,0 0 9 0,0 0-15 0,-3 0 15 16,3 5-15-16,-6 3 22 15,3 0-18-15,-3 13 17 16,3 0-17-16,-11 8 14 16,2 6-15-16,-12 12 8 15,6-2-12 1,-3-2 8-16,9-6-9 0,-9-3 2 16,12-2-6-1,1-6 5-15,5-2-6 0,3-8 6 16,3 3-6-16,5-14 1 15,7 3-2-15,6-13 1 16,0 2-2-16,3-2 2 16,0-3-2-1,-4 0-3-15,1 5 1 0,-3 0 1 16,0 3 0-16,-3 0 4 16,-3 6-2-16,-6 2 6 15,3 2-5-15,-6 4 6 16,3-1-6-16,-6 5 1 15,3 1-2-15,-3-3-2 16,3 2 1-16,0-2-39 16,3-3 21-16,-1-5-118 15,4-2 74-15,0-9-63 16,3 0 71-16</inkml:trace>
  <inkml:trace contextRef="#ctx0" brushRef="#br0" timeOffset="139772.93">6684 5064 312 0,'-6'-13'115'0,"6"13"-89"0,6-3 10 0,-3 1 24 16,0 4-35-16,3 1 37 16,3 2-36-16,0 6 20 15,0 2-26-15,6 8 11 16,0 6-18-16,0-4 12 15,-1 4-14-15,4-1 12 16,0 1-13-16,0-1 6 16,0 1-9-16,-3-1 2 15,0 1-5-15,-3-1 2 32,-1-2-3-32,-5 0 3 0,3 0-4 0,-9-6 4 15,0 1-4-15,-6-6 4 16,0 0-4-16,-8-5 1 15,2-5-1-15,-6-6-2 16,3 3 1-16,0-8-4 16,3 3 2-16,3-8-1 15,6-1 0-15,3-2 0 16,6 3 0-16,6-8 2 16,3 5 0-16,3-8 0 15,3 6 0-15,0-11 0 0,-1 2 0 16,4-10 0-16,-3 3 0 15,-3-6 0-15,3 6 0 16,-6-3 2-16,-4 8-1 16,-5-3-1-16,-3 11 1 0,-9 0-1 15,3 2 0 1,-14 0-3-16,-1 9 2 16,-15-3-43-16,6 10 24 15,-11 6-39-15,5 7 34 16</inkml:trace>
  <inkml:trace contextRef="#ctx0" brushRef="#br0" timeOffset="140661.41">7854 4927 252 0,'0'-8'93'0,"0"8"-72"0,3 0 18 15,-3 0 18 1,3 2-32-16,0 1 28 15,3 5-32-15,-3-3 30 16,3 8-30-16,-3 11 21 16,3 5-25-16,-3 0 12 15,3 6-18-15,-3 2 10 16,0 0-12-16,-3-8 8 16,3 0-9-16,-3-8 4 15,0 0-7-15,-3-2 9 0,3-3-8 16,-3-6 1-16,0 1-4 15,0-8 0-15,3-1-1 16,0-7 1-16,6 0-2 16,3-9-3-16,3 4 1 15,5-6 1-15,1 5 0 16,9-2 0-16,0 5 0 16,3 6 0-16,-1 4 0 15,-2 4 6-15,-3 1-3 16,-6 4 10-16,0 2-7 15,-6-2 10-15,-4 5-9 16,-10-3 3-16,-1 0-6 0,-15 0 2 16,0 3-3-16,-6-2 0 15,3 1-1-15,-6-1-2 16,7-1 1-16,-10 0-37 16,6-8 20-16,3-5-119 15,6 0 75-15,6-5-69 16,6-3 75-16</inkml:trace>
  <inkml:trace contextRef="#ctx0" brushRef="#br0" timeOffset="140857.89">8226 5165 352 0,'18'-6'132'0,"-18"6"-103"0,12 16 27 16,-9-10 27-1,3 1-47-15,-3 7 18 16,0-1-33-16,0 0 4 0,0 3-15 0,-3-3 1 15,3 3-7-15,-3-3-24 16,3 1 11-16,-3-4-116 16,3-2 69-16,-3-3-69 15,0 1 72 1</inkml:trace>
  <inkml:trace contextRef="#ctx0" brushRef="#br0" timeOffset="140988.54">8187 4993 368 0,'-6'-37'140'0,"6"37"-109"0,9-8-9 0,-6 5-33 0,3 6 1 0,0-3-21 0,0 0 18 16</inkml:trace>
  <inkml:trace contextRef="#ctx0" brushRef="#br0" timeOffset="141274.56">8443 4850 400 0,'0'-16'151'0,"0"16"-118"0,6-5 16 15,-3 5 15 1,0 5-39-16,3 0 22 15,0 3-28-15,0 5 14 16,3 6-19-16,0 7 8 0,3 1-13 0,-3 15 4 16,3 1-8-16,-6-9 0 15,0 3-3-15,-3-8-21 16,3 0 10-16,-6-5-98 31,3-3 59-31,-6-5-61 0,0 3 63 31</inkml:trace>
  <inkml:trace contextRef="#ctx0" brushRef="#br0" timeOffset="141429.66">8434 5188 472 0,'3'-15'176'0,"-3"15"-137"0,12-8-2 0,-6 5-10 16,0 3-19-16,6-3-2 15,3 3-4-15,6-2-37 16,0 2 19-16,3 0-28 15,5 2 24-15</inkml:trace>
  <inkml:trace contextRef="#ctx0" brushRef="#br0" timeOffset="141670.05">8836 5088 400 0,'-3'5'151'0,"3"-5"-118"0,-3 29 16 16,0-18 19-1,6 0-40-15,-6 4 26 16,3 1-32-16,-3 3 18 0,6-1-24 0,-6 1 3 16,3-3-11-16,-6 0 1 15,3-1-5-15,-5-1-37 16,2 4 17-16,-9-2-31 16,0 3 27-16</inkml:trace>
  <inkml:trace contextRef="#ctx0" brushRef="#br0" timeOffset="145372.33">11575 5220 184 0,'3'-8'68'0,"-3"8"-52"0,3-8 21 0,0 6 24 16,0 2-34-16,-3-3 14 16,3 6-25-16,-3-3 7 15,3 0-14-15,-3 0 15 16,0 0-14-16,0 0 18 16,0 5-16-16,0 0 18 15,3 9-17-15,0-1 22 16,0-3-20-16,-1 6 17 15,1 3-18-15,0-3 14 16,0 7-15-16,-3 1 15 16,3 3-16-16,-3 7 11 15,3 6-13-15,0-1 6 16,3-1-9-16,0-1 7 16,0-3-8-16,3-2 1 15,0-6-4 16,0 1 3-31,3-4-4 0,-6 1 6 0,3 0-5 0,-6 0 1 16,3 0-2-16,-6-3 1 16,3 0-2-16,-6-2-5 15,0-1 2-15,-3 1-56 16,3-9 31-16,-3-5-41 16,6 1 39-16</inkml:trace>
  <inkml:trace contextRef="#ctx0" brushRef="#br0" timeOffset="147820.2">11432 5228 180 0,'12'0'68'0,"-6"0"-52"0,6 3 17 15,-6-3 6-15,0 2-9 0,2 4 0 16,1-4-11-16,0 1-1 15,3 0-11-15,3-1 5 0,0 1 1 16,0-3 11-16,3 3 5 16,3-3-11-16,2 2-5 15,7-2 0-15,6 0 4 16,9 0-7-16,-1 0-3 16,7 0-4-1,2-5 0-15,7-3 0 0,11 3 3 16,13-6-3-16,-1 1 0 15,0-1-3-15,10 3-1 16,11-5 5-16,3 2 2 0,-3 3-2 16,6-2-1-16,12-1-1 15,-3 6-2-15,3-6 1 16,12 3 1-16,3 0-1 16,-3-2-1-16,12-1 1 15,0 6-1-15,-3-6-3 16,15 1 2-16,-10 4 3 15,1-4 1-15,12 2-1 16,-6 3 1-16,2-3-2 16,10-3-1-16,-9 3 1 15,12-5 1-15,35 5-1 16,-12-5-1-16,1-3 1 16,-13 5 1-16,-2-5-1 15,6 9 2-15,-19-1 0 0,10-6 3 16,-3 9-3-1,-7-3 0-15,10 0-1 0,-9 3 1 16,-1-6 0-16,4 3 1 16,-6 0 0-16,-1-2 0 15,4 2-2-15,-15-5-2 16,6-1 3-16,5 1 0 16,-17 3-4-16,9-6 1 15,0 3 0-15,-12-1 2 16,8-2-1-16,-2 3-1 15,-12 0 1-15,-3-6-1 16,9 4 0-16,-9 4 0 16,-3 0 0-16,3-2 2 0,0 8-1 15,-6-3-1-15,-3-3 1 16,9 3 1-16,-3 1-1 16,-15-1-1-16,3-3 1 15,3 0-1-15,-9 6 0 16,-9 2 0-16,-6-7 0 15,7 2 2-15,-1 5 1 16,-6 3 1-16,-6 0-2 16,1-2-2-16,5-1 1 15,0 3 1-15,-9 0-3 16,-2 0 0-16,-7 0 1 16,3-5 0-16,1 5 0 0,-1 5 2 15,-9-2-1-15,-5 2-1 16,-7 0 1-16,-2-5 1 15,-4 0-1-15,1 0-1 16,0 3 1-16,-4 2 1 16,-5 3-1-16,-4 3-1 15,-5 2 5-15,-3 0 1 16,-3 6-2 0,-4-6-3-16,-5 8 0 0,0 0 1 15,-3 8 1-15,-3 0 3 16,0 3-3-16,-1-3 0 15,1 0-1-15,-3-2-2 16,0-1 1-16,0 3-1 0,0 6 2 16,3 10 1-16,-3 2 1 15,2 4 0-15,1 2-2 16,0-11 1-16,0 0 0 16,0-5 1-16,0-2-2 15,0-4 1-15,-1 1-2 16,1-3-1-16,-3 3 1 15,0-3-1-15,0-2 0 16,-3-4 0-16,0 1 0 16,-3-3 2-16,-3 3-1 15,-3-5-1-15,-3-1 1 16,-6-4-1-16,-3 1 2 16,-3-4 1-16,-9 2-4 15,-9-5 1-15,-6 5 0 16,-8-7 0-16,-10 4 0 15,1-2 0-15,-7 3 0 0,-8-11 0 16,-13 5 0-16,-8-2 0 16,-3 2 0-16,-4-5 2 15,-14 0-3-15,-6 0 0 16,3 3 1-16,-9-6 0 16,-12 3 0-16,3 0 2 15,-6 0-1-15,-12-8-1 16,7 8 1-16,-10-3-1 15,-9 3 0-15,3-2 0 16,-2 2 0-16,-7 0 0 16,9 2 0-16,-15-2 0 15,4 3 0-15,-1-6 0 16,-8 6 0-16,11-3 0 16,-9 3 0-16,1 2 2 0,8-2-3 15,-15-1 0-15,13 4 1 16,-7-6 0-16,-3 8 0 15,13-8 0-15,-10 5 0 16,7 0 0-16,-1 0 0 16,-9 1 0-16,13-1 0 15,-4-2 0-15,-6 5 0 16,16-3 0 0,-10-2 0-16,6 4 0 0,9-7 0 15,-14 0 0-15,8 8 0 16,9-2 2-1,-9-6-3-15,10 8 0 0,2-6 1 16,-9 1 0 0,9 7 0-1,6-4 0-15,-5-4 0 16,-1 6 2 0,12-2-3-1,-6-4 0 1,-3 6 1-1,12 0 0 1,3-5 0-16,-9-1 0 0,9 9 0 16,9-3 0-1,-3-5 0-15,-3 5 0 0,9 0 0 16,6-3 0-16,-3-3 0 16,-3 4 0-16,9 4 0 15,6-4 2-15,2-4-3 16,-5 1 0-16,3 2 1 0,6 0 0 15,12-2 0-15,-1-3 0 0,-2 3 0 0,-3 2 0 16,8 3 0-16,7 0 0 16,5-3 0-16,1-2 0 0,-6 2 0 0,2 0 0 15,1 1 0-15,5-1 0 0,10 0 0 16,2-5 0-16,7 0 0 16,-1-2 0-16,3-1 0 15,1 0 0-15,2 1 0 0,1-1 0 16,2 0 0-16,3 3 0 0,6 0 0 15,1-5 0-15,5 5 2 0,3-2 1 16,0-1-1-16,3 0-2 16,4 3 3-16,-1-8 0 15,6 3-1-15,0 0 1 16,3-1-2-16,0 1-1 16,3-3 1-16,0 3 1 15,0 0-1-15,3-1 2 16,0 4-2-16,0-1-1 15,3 3-4-15,0 5 0 16,6 3 2-16,9-8 1 16</inkml:trace>
  <inkml:trace contextRef="#ctx0" brushRef="#br0" timeOffset="151528.9">21124 4625 176 0,'-6'-5'68'0,"6"5"-52"0,-9-3 21 16,9 0 22 0,3 6-33-16,-3-3 23 15,3 3-29-15,-3-3 22 16,3 5-23-16,-3 0 20 16,3 3-22-16,-3-5 20 0,3 7-21 15,0-4 16 1,-1 2-18-16,-2 2 10 15,3 3-14-15,0 3 13 0,0 3-14 0,0 2 16 16,3 0-15-16,0 0 11 31,6 0-12-31,-6 6 6 0,3-9-8 16,-3 9 4-16,3-1-6 0,-6 6 4 16,3 5-5-16,-6 6 2 15,3-6-3-15,-3 2 3 16,0-2-4-16,0-2 1 15,0-1-1-15,0-7 5 16,0-1-4-16,0 0 3 16,0 1-3-16,0-1 0 15,0-2-1-15,0 3 3 16,0-6-3-16,0 5 4 16,0-5-4-16,0 1 1 15,0-1-1-15,0 0 1 16,0-3-2-16,0 1 4 15,3-1-3-15,0 4-1 16,0-9 0-16,0 3-4 16,0-3 2-16,0 0 3 15,0 0-1-15,-3-2-3 16,3 2 1-16,-3-2-4 0,0-1 3 16,0 1-58-16,3-6 32 15,0 1-45-15,0-1 41 0</inkml:trace>
  <inkml:trace contextRef="#ctx0" brushRef="#br0" timeOffset="156451.26">22097 5022 208 0,'-6'2'77'0,"6"-2"-60"0,6 6 21 0,-6-6 35 16,3 2-41-16,-3 4 32 16,3 2-38-16,0 5 28 15,0 3-31-15,0 2 24 16,0 3-27-16,0 6 20 16,0-6-23-16,0 3 12 15,0-6-18-15,0 4 8 16,0-7-11-16,0 1 4 15,0-2-7-15,-3-1 9 16,0-5-8-16,0-3 3 16,0 3-5-16,-3-3 2 15,3-5-3-15,-3 0-2 16,0-5 0-16,-3-3-1 16,3-5 0-16,-3-8 2 15,3-1-1-15,-3-7-1 16,6 3 1-16,-3-11-1 15,6 8 0-15,0-3 0 16,3 3 0-16,3 0 0 16,3 2 0-16,2 1-3 15,4 2 2-15,3 3-1 16,0 8 0-16,3-1 2 0,0 6 0 16,-4 3 0-16,1 5 0 15,-6 3 0-15,0 2 0 16,-6 6 2-16,-3 2-1 15,-9 3 4-15,0 0-3 16,-6 2 4-16,0 1-4 16,-3-3 4-16,3-3-4 0,0-3 4 15,3 1-4-15,0-11 1 16,6 3-1-16,6-6-2 16,6-2 1-16,12-3-4 15,3 2 2-15,3 1-1 16,-1 3 0-16,1 2 0 15,-3 5 0-15,-6 8 0 16,0 3 0-16,-9 10 4 16,-1 1-1-16,-8 5 8 15,0-3-5-15,-11 0 5 16,2-3-5-16,-9-2 2 16,0-3-3-16,-3-2-4 15,3-3 0-15,-3-3 3 16,6-3-1-16,0-4-31 15,3 2 16-15,3-6-131 16,4 1 80-16,4-6-71 16,7 3 79-16</inkml:trace>
  <inkml:trace contextRef="#ctx0" brushRef="#br0" timeOffset="156888.1">22740 5051 280 0,'-21'-13'107'0,"21"13"-83"0,-12 8 15 0,9-3 27 16,3 3-38-16,-3 0 16 15,-3 13 0-15,0-8 2 16,3 14-5-16,0-11 0 16,6 7-23-16,-3-2 1 0,6 3 1 15,0-8 0-15,9 3 0 16,6-3 7-1,0-1-15-15,5-1 3 16,1-1-10-16,6-5 0 31,-3 2-3-31,3-10-6 16,-1 3 2-16,1-6 10 0,-3-2-5 0,0-3 13 16,-1-5-9-16,-2-8-1 15,-3 0-4-15,-9-14 1 16,-3 6-2-16,-9-8-1 15,-3 11 1-15,-9-9-4 16,0 9 2-16,-9 2 1 16,3 0 0-16,-6 0 0 15,3 8 0-15,-5-5-3 16,5 11 2-16,-3-1-48 16,6 6 27-16,-3 5-35 15,3 2 33-15</inkml:trace>
  <inkml:trace contextRef="#ctx0" brushRef="#br0" timeOffset="164108.05">22546 3836 188 0,'9'-15'71'0,"-9"15"-55"0,9-16 24 16,-6 13 29 0,0 3-38-16,-3-5 29 15,3 5-35-15,-3-11 26 16,3 9-29-16,-6-4 18 16,0 6-24-16,-6-2 14 15,3 2-17-15,-6 0 10 0,6 8-13 16,-5-6 13-16,5 9-14 0,-6 2 11 15,3 0-11-15,-6 6 11 16,3-1-12-16,-3 3 12 16,6-2-12-1,-3 2 9-15,3 0-9 16,-3 3 6-16,6-3-7 16,-3 3 2-16,4 3-5 15,2 4 5-15,3-2-6 0,0-2 6 16,6-1-6-16,-1-2 6 15,7-3-6-15,0-2-1 16,0-1-1-16,3-10-4 16,0 3 2-16,0-3-1 15,0-8 0-15,-3 0 13 16,0-5-6-16,-7-3 11 16,4 2-9-16,-6-2-17 15,0-2 5-15,-6-3 0 16,0 5 2-16,-8-6 18 15,2 6-8-15,-9-2-3 16,6 2-2-16,-9 0-31 16,3 5 16-16,-3 6-171 15,3 5 102-15,-2 5-114 16,5 0 113-16</inkml:trace>
  <inkml:trace contextRef="#ctx0" brushRef="#br0" timeOffset="177588.88">16537 4069 148 0,'0'0'55'0,"0"0"-43"0,6 0 10 0,-6 0 3 0,6 3-8 16,-3-3-2-16,2 5-4 0,1-5 0 15,3 0-6-15,-3 0 1 16,6 0 4-16,-3 0-2 0,6 0 3 16,0 0-2-16,9 0 2 15,-6-5 0-15,11 2 3 16,-5 1-12-16,12-1-5 15,-6 3 7-15,5 0 4 32,-5 0-3-32,3-5-1 0,-6 2-2 0,5-2-2 15,-5 5 3-15,3-11 0 16,-3 9 1-16,6-6 2 16,-7 2-1-16,4 6 0 0,-6-5-1 15,3 2 0-15,-4 1-2 16,1-1 1-16,0 3-2 15,-3 0-1-15,-3 0 1 16,0 0-1 0,-3 0 0-16,-1 0 0 0,1 0 2 15,-3 0 1-15,0 0 1 16,-3 0 0-16,0 0 2 16,0 0 1-16,-3 0-1 15,0 0-1-15,0 0-1 16,0-5 2-16,0 5-3 15,0-3-2-15,0 3 0 16,0 0-1-16,-3 0-7 0,-1 0 0 16,1 0 3-16,0 3 4 15</inkml:trace>
  <inkml:trace contextRef="#ctx0" brushRef="#br0" timeOffset="182379.68">4321 7144 228 0,'0'-8'85'0,"0"8"-66"0,0-3 19 0,0 3 5 15,0 0-7-15,0 0 2 16,0-2-7-16,0-1-1 15,0 0-17-15,0 1 8 0,0-1 5 16,0 0-3-16,-6 1 1 16,3-1-4-16,0-2-3 15,-3-1 6 1,3 6-13-16,-6-5 4 16,3 5-9-16,-3-5 11 15,3 5-9-15,-6-3 5 16,3 3-7-16,-2-2 4 15,2 4-5-15,0-2 2 16,-3 3-3-16,-3-3 3 16,3 2-4-1,-6 1 4-15,6 2-4 0,-12 3 4 16,1 0-4-16,-4 3 8 16,9-1-6-16,-6 6 10 15,9 0-8-15,-6 11 5 16,6-1-6-16,1 3 7 0,11 3-8 15,-9 0 3 1,9-3-4-16,-3 3 0 0,6-3-1 16,-6 0 1-16,6-3-2 15,0 3 6-15,6-2-4 16,3-1 1-16,3-2-2 16,5 0-6-16,1 0 2 15,6-3-1-15,0 0 1 0,3-5-3 16,3-3 3-16,-1-5 12 15,-2 0-5-15,0-5 13 16,3-1-10-16,-7-4-2 16,4-1-3-16,-6-5-5 15,0 3 1-15,0-3-52 16,0 5 29-16,-4-2-39 16,-2 2 36-16</inkml:trace>
  <inkml:trace contextRef="#ctx0" brushRef="#br0" timeOffset="184694.53">4880 7392 192 0,'-3'0'74'0,"3"0"-58"0,-5-2 29 16,2-1 26-1,6 3-39-15,-6-2 20 16,3-1-31-16,-3-2 19 16,6 5-23-16,-3-6 14 0,0 6-18 0,0-5 12 15,0 5-14-15,0-3 17 16,3 3-16-16,2-2 16 15,1 2-16-15,9-3 11 16,-6 0-13-16,6-2 6 16,3 5-9-16,0-5 0 15,3 5-4 17,0-3 0-32,-4 3-1 0,1 0-2 0,0 0 1 0,-3 0 1 15,0 0-1-15,-3 0-1 16,3 3 1-16,-3-3-15 0,-1 2-3 0,-2-2-57 15,0 3-24-15,-6 0 48 16,0 2 25 0</inkml:trace>
  <inkml:trace contextRef="#ctx0" brushRef="#br0" timeOffset="185005.69">4916 7514 236 0,'-3'3'90'0,"3"-3"-70"0,0 2 21 15,0-2 29-15,0 0-40 0,0 0 37 16,6 6-40-16,3-4 31 16,-3 1-33-16,3-3 17 15,3 3-24-15,6-3 8 16,3 0-15-16,-1 0 1 15,1 0-8-15,3-3 2 16,0 3-3-16,0-3-2 16,-1 1 0-16,1-4-32 15,-3 6 17 1,6-5-142-16,-9 5 86 0,0-2-87 16,-1 2 91-16</inkml:trace>
  <inkml:trace contextRef="#ctx0" brushRef="#br0" timeOffset="188713.31">5994 6916 216 0,'0'-5'82'0,"0"5"-64"0,3-3 22 0,-3 1 26 16,0 4-36-16,0-2 23 15,0 0-32-15,0 0 11 16,0 0-18-16,-3 0 5 16,3 3-11-16,-3 0 13 15,0 5-12-15,-3 2 11 16,-6 1-11-16,-3 2 8 16,6 3-9-16,-6 0 6 15,0 2-7-15,-3-2 4 16,4 0-6-16,-4-3 2 15,6 3-4-15,-3-3 0 0,6 0-1 16,-3-2 1 15,3 0-2-31,0-3-1 16,3 0 1-16,0-3-1 16,3 3 0-16,-3-6 0 0,6 4 0 0,0-6-3 0,0 2 2 15,3-2 1-15,3 0 0 0,3 0 2 16,3 0-1-1,3 0-1-15,3 0 1 16,3 0-1-16,0 3 0 0,2 0 4 16,1-1-2-1,-6 4-5-15,0-1 1 0,0 3 3 16,0 0 0-16,-1 2 10 16,1 1-5-16,-3 5 5 15,-3 0-6-15,0 5 9 16,0 0-8-16,-6 3 8 15,3 0-8-15,-6 2 10 16,3-2-9-16,-6-3 3 16,3 0-6-16,-3-2 5 15,0-1-6-15,-3-2 6 16,0 0-6-16,-6-3 3 16,0-2-3-16,-9-3-2 15,6 2 0-15,-9-2 1 16,3 0-1-16,-8 0 2 15,2 0-2-15,-6-3-3 0,6 3 1 16,-6 0-59 0,10 0 33-16,-4 0-46 0,9 3 41 15</inkml:trace>
  <inkml:trace contextRef="#ctx0" brushRef="#br0" timeOffset="191242.38">6702 7197 140 0,'3'2'55'0,"-3"-2"-43"0,0 8 34 0,0-5 34 16,0 0-42-16,0 2 21 15,0 0-36-15,-3 0 17 16,3 1-24-16,-3-1 14 16,0 0-17-16,-3 1 10 15,6-1-13-15,-6 0 8 16,3-2-10-16,-3-3 6 15,6 2-7-15,-6-4 2 16,6-1-5-16,-3-5 0 0,6-2-2 16,-3 2-2-16,6-3 3 15,0 3 0-15,3 0-1 16,0 0 5-16,3 3 3 0,0 0 1 16,0 5 3-16,-3 0 2 15,0 8-1-15,-3-3-3 16,-3 8 0-16,0-2-1 15,-3 5 1-15,0-3 0 16,-3 5 0-16,0-4-4 16,-6-4 0-16,3 1-3 15,-6-6 0-15,3 0-1 16,-3-5 0-16,3 0-2 16,0-5 1-16,3 0-2 15,0-6 2-15,0 3-4 0,6-5 0 16,0 2-1-16,6-2 0 15,-3 3 2-15,6 2 0 16,-3 2-3-16,3 6 2 16,-3 0 1-16,0 8 0 15,0-2 0-15,-3 7 2 16,0 0 1 0,-3 0 3-16,0-2 1 0,0 0 3 15,0-4-3-15,-3-1-2 16,0-1-2-16,-3-2 0 15,0-1 0-15,0-4 1 0,0-1-2 16,3-8 1 0,0 4-37-16,3-4-17 0,0 0-175 15,9 3-75 1,-3 0 153-16</inkml:trace>
  <inkml:trace contextRef="#ctx0" brushRef="#br0" timeOffset="196295.83">7378 6922 228 0,'3'-8'85'0,"-3"8"-66"0,6-6 19 15,-6 6 3-15,0 0-8 16,0 0 0-16,0 0-7 16,0 0-2-16,0 0-13 15,0 0-2-15,0 0-2 0,0 0 12 16,0 8 7-16,0-2 0 0,0 4-1 16,0 1-2-1,0 5-3-15,0-3-2 0,0 5 1 16,0-2-4-16,0 3 1 15,0-3-3-15,-3 5 2 16,3-3-2 0,-3 6 0-16,0-3-3 0,0 8 1 15,0-5-2-15,3 8 0 16,0-6-1-16,0 9 0 16,0-9-2-16,0 1-1 15,0-6-1-15,0 3 2 16,0-6-3-16,6-2 0 15,-3-3 1-15,6 3 0 0,-3-3 0 16,6-2 0-16,-4 0-2 16,7-4-2-16,-3 1 1 15,3-2 1-15,0-4-1 16,3-2 2-16,-3 0-4 16,6-2-2-16,-4-1-40 15,1-2-19-15,-3-1-107 16,-6-1-46-16,-3 1 112 15,-3-7 53-15</inkml:trace>
  <inkml:trace contextRef="#ctx0" brushRef="#br0" timeOffset="196593.03">7393 7199 348 0,'12'-18'132'0,"-12"18"-103"0,23-5 18 0,-17 5 1 16,6-3-9-16,-3 0 2 15,6 1-12-15,-3-1-5 16,6 0-14-16,-3 1-4 0,6-1 0 16,-4 0-1-16,4 1 0 15,-6 2-6-15,0 0 1 16,0 0-53-16,-6 0-22 15,-3 0 29-15,-6 5 17 0</inkml:trace>
  <inkml:trace contextRef="#ctx0" brushRef="#br0" timeOffset="196822.42">7360 7014 304 0,'21'-34'115'0,"-21"34"-89"0,15-32 23 16,-9 21 31-1,0 6-46-15,-1-8 31 16,4 2-39-16,0-5 13 16,3 6-23-16,0-3 2 15,0 5-10-15,3-3-1 0,0 3-4 0,6 0-2 16,2 3 0-16,4 2-50 15,3 6 27-15,-3 0-37 16,6 7 33-16,-7 1 14 31</inkml:trace>
  <inkml:trace contextRef="#ctx0" brushRef="#br0" timeOffset="197607.78">8372 7215 256 0,'-6'0'96'0,"6"0"-75"0,-6 0 19 0,3 0 24 16,3 0-36-16,-3 0 22 31,0 0-30-31,-3-2 9 0,3 2-17 0,-3-3 3 16,6 0-10-16,-3-2 2 15,3 5-4-15,-3-5 0 16,6 5-1-16,-3-6 3 15,3 6-3-15,0-5 8 16,3 5-6-16,0-3 10 16,0 6-8-16,-3-3 5 15,3 3-6-15,-6-1 7 16,3 4-8-16,-6-1 12 16,3 0-9-16,-6-2 12 15,3 2-11-15,-3-5 3 16,3 3-7-16,-3-3 0 15,6 0-2-15,-6-3 3 16,6 3-3-16,-3-2-1 16,3-1 0-16,0-2-4 15,3 5 2-15,-3-3 3 16,3 3-1-16,-3-3 4 16,0 6-3-16,0-3 4 15,3 0-4-15,-3 0 1 16,0 0-1-16,0 0-4 0,0 3 1 0,0-1-67 15,0 4 36-15,-3-1-50 16,3 0 47-16</inkml:trace>
  <inkml:trace contextRef="#ctx0" brushRef="#br0" timeOffset="201746.56">9012 7025 284 0,'-3'-3'107'0,"3"3"-83"0,3 5 2 0,-3-5-6 16,0 6 6-16,0-4 6 15,0 6 1-15,0 0 2 16,0 5-19-16,0-2 6 0,0 5 5 16,0-3-4-16,-3 14 1 15,3-4-4-15,-3 14-3 16,0-5-3-16,0 8 1 16,0-11 1-16,3 0-1 15,0-5-3-15,0-3 0 16,0-2-3-16,0-4 2 0,0-1-2 15,0-6 2-15,0 0-4 16,0-8 1-16,0 0-5 16,0-11 0-16,0 3-1 15,0-16 1-15,0 6-2 16,-3-11 2-16,0 5-2 16,0-5-1-16,0 5 1 15,-3-8 1-15,3 8-3 16,0-5 0-16,0 5 1 15,0-10 0-15,0 5 0 16,3-13 0-16,0 7 0 16,6-7 0-16,-3 7 0 15,9-2 0-15,-3 6 0 16,9 1 2-16,-3 7-3 16,9-1-2-1,-7 5 2-15,10 6 2 16,-6 0-2-16,3 8 0 0,-3-1-1 0,0 17-2 15,-4-3 3-15,-5 21 0 16,0-3 1-16,-9 14 0 16,-3-8 0-16,-3 2 0 15,0-5 2-15,-6-2 1 16,3-3-1-16,-3-3-2 16,1-5-2-16,2-3 1 15,0 0 3-15,6-5 3 16,0 0-2-16,12-5-2 15,-4-1 0-15,16-4-1 0,-6 2 0 16,12 0 0-16,-6 0-5 16,8 2 1-16,-5 1 2 15,3 7 3-15,-6-2 0 16,-3 8-1-16,-3-2 3 16,-7 12 0-16,-2-5 3 15,-9 16 3-15,0-8-2 16,-9 11 1-16,3-11-1 15,-8 3 3-15,2-6-1 16,-12 1 0-16,3-6-5 16,-21-3-3-16,10-2-14 0,-25 0-4 15,12-3-77-15,-14 1-35 16,-16-1 66-16,22-16 31 16</inkml:trace>
  <inkml:trace contextRef="#ctx0" brushRef="#br0" timeOffset="206028.92">17912 3400 324 0,'0'-8'121'0,"0"8"-95"0,9-5 25 16,-6 2 20 0,0 3-41-16,3-3 13 0,0 1-27 0,3-4-2 15,-1 6-9-15,4-5-10 16,3 5 3-16,0-2-154 16,3 2 86-16,-6 0-120 15,-3 5 109-15</inkml:trace>
  <inkml:trace contextRef="#ctx0" brushRef="#br0" timeOffset="206193.87">17903 3540 340 0,'-3'-3'126'0,"3"3"-98"0,24 0 23 0,-21 0 19 15,0 0-41-15,0 0 4 16,6 0-21-16,5 0-7 15,4 0-3-15,0 0-5 0,21-2 2 16,-9 2 1-16</inkml:trace>
  <inkml:trace contextRef="#ctx0" brushRef="#br0" timeOffset="206566.39">18736 3112 360 0,'-3'-19'134'0,"3"19"-104"0,-6-3 12 0,6 3-2 16,-6 0-13-16,1 0-3 16,-13 3-3-16,3 2-1 15,-15 9-11-15,6-7 8 0,-12 23 3 16,7-7 1-16,-4 20-1 15,6-9 1-15,0 11 1 16,7-5-1-16,5-3 2 16,3-3-7-16,12-2 1 15,0-3-10-15,15 0-2 16,-3-2-8-16,29-9 0 16,-8-2 14-16,26 3 7 15,-11-6-6-15,6-5-2 16,-10-3-28-16,7 0-11 0,-6-5-104 15,-7 8-47-15,7 0 92 16,-12 3 44-16</inkml:trace>
  <inkml:trace contextRef="#ctx0" brushRef="#br0" timeOffset="207713.16">3601 8877 272 0,'0'0'104'0,"0"0"-81"0,-6-3 20 0,6 3 6 0,0 0-5 16,-3-3 4-16,3 1-5 15,-6-3 0-15,6-3-23 16,0 0-3-16,6-6 0 0,3 1-3 16,2-5 2-16,4-3-7 15,9-1-1-15,-3 4 0 16,0 5 0-16,3 5 0 15,-7 5 0-15,1 11-2 16,-3 5 1-16,-3 11-2 16,-6 0 0-16,-6 5 1 15,-3 3 3 1,-6 5-2-16,-6 10 1 0,0 4-3 16,-11 2 0-16,2-6 1 15,-6 1 1-15,0-9 1 0,0-1 0 16,4-4-4-16,2-5-1 15,6-3 1-15,6-2 0 16,3 0-5-16,6-5 1 16,6-4 0-16,9-1 0 15,6-4 2-15,3-2 1 16,-3-2 1-16,14-1 0 16,-5-3-2-16,6 1 1 15,9 0-2-15,-7-1-1 16,-2-2-2-16,-3 0-1 15,-9-2-1-15,0-1 3 16,-1 3-77-16,-8-3-34 0,3 3 56 16,0-2 28-16</inkml:trace>
  <inkml:trace contextRef="#ctx0" brushRef="#br0" timeOffset="208174.91">4029 8406 248 0,'0'-3'93'0,"0"3"-72"0,3 0 22 0,-3 0 32 16,0 0-42-16,0 0 33 15,6 3-39-15,3-3 28 16,-3 5-32-16,0 0 20 15,3 6-26-15,0 0 14 16,-3-1-18-16,0 3 8 16,3 1-12-16,-9 4 4 15,0 1-8-15,0 2 4 16,0 3-5-16,-6-1 0 16,6-1-2-1,-3-1-4-15,0 0 1 0,-3-5-78 16,6-3 42-16,-3-8-59 15,3 1 55-15</inkml:trace>
  <inkml:trace contextRef="#ctx0" brushRef="#br0" timeOffset="208561.96">4288 8356 308 0,'-3'-11'115'0,"3"11"-89"0,0 3 8 0,0-3 18 15,0 5-30-15,-3 0 24 16,3 3-26-16,-3 3 20 31,3-1-23-31,-3 1 20 0,6 2-21 0,-3 0 18 16,3 1-19-16,0 1 14 15,3 1-16-15,3 0 10 16,-3 3-13-16,0-1 6 16,3 1-9-16,-3-1 2 15,0 3-5-15,-3 1 2 32,3-1-3-32,-6 0 3 0,3-3-4 0,-6 1 1 15,3-3-1-15,-6-3-46 16,3 0 25-16,-6-5-169 15,0 3 104-15,-6-9-101 16,6 1 107-16</inkml:trace>
  <inkml:trace contextRef="#ctx0" brushRef="#br0" timeOffset="208778.28">4202 8461 344 0,'12'-18'129'0,"-12"18"-100"0,21-19 26 0,-7 9 8 16,-5-3-12-16,6-1-2 16,0-2-17-16,3 1-8 15,0-1-13-15,0 2-5 0,0 1-2 16,2 5-2-16,1 6-2 16,0 4-46-16,-6 4-19 15,0-1 31-15,-3 5 16 16</inkml:trace>
  <inkml:trace contextRef="#ctx0" brushRef="#br0" timeOffset="209378.68">5104 8993 360 0,'3'-8'134'0,"6"6"-104"0,5-1 25 0,-5 3 5 0,3-3-18 16,3 1-1-16,0-1-11 15,0 0-4-15,0-2-14 16,3 0-5-16,0 0-1 0,-1-1-3 16,4 1 0-16,-3 0-3 15,0 2-1-15,-3 3-43 16,-6 3-20-16,-6-1 32 16,-6 9 16-16</inkml:trace>
  <inkml:trace contextRef="#ctx0" brushRef="#br0" timeOffset="209604.89">5107 9205 392 0,'0'-8'145'0,"6"5"-112"0,6-5 16 0,-4 6 0 16,4-4-16-16,3 1-2 15,3-3-7-15,0 0-1 16,3 0-12-16,3 3-2 0,2 0 1 15,1-1-6-15,-3 4 0 16,-6-1-7-16,9 3 0 16,-7 0-83-16,4 3-34 15,-6-1 60-15,-3 1 30 0</inkml:trace>
  <inkml:trace contextRef="#ctx0" brushRef="#br0" timeOffset="211551.39">6306 8573 160 0,'3'-3'63'0,"0"0"-49"0,-3 1 31 0,3 2 11 0,-3-3-6 16,0 3 0-16,0 0-11 15,0 0-1-15,-3 3-22 16,-3 2 2-16,-3 5 2 0,-3 12 0 16,-3 1 0-16,1 9-4 15,-1-3 0-15,0 0-3 16,-3 0 0-16,3-2-1 16,3-3 0-16,0-3-4 15,0-3 0-15,3-2-3 31,4-2 2-31,2-4-2 0,0-2 0 0,3-3-1 16,0-5 0-16,6 3-2 16,2-3-2-16,4 0 1 0,3-3-1 15,6 1 0-15,6 2 2 16,-3 2 1-16,-1 1 1 16,4 5 2-16,-3 0 3 15,-3 5 7-15,-6 3 4 16,-3 5-4-16,-6 6 1 15,-6 4-4-15,-3 4 0 16,-6-1-1-16,-6 3 2 16,-6-8-5-16,-3 0-1 15,-3-2-2-15,4-3-1 16,-10-6-1-16,0 1 0 16,3-6-2-16,1 0 1 15,-1-2-26-15,6-3-12 16,3-3-143-16,6 0-62 15,6-2 120-15</inkml:trace>
  <inkml:trace contextRef="#ctx0" brushRef="#br0" timeOffset="212844.61">7027 8887 196 0,'3'0'74'0,"-1"0"-58"0,1 0 18 0,-3 0 4 16,0 0 6-16,0 0 6 15,0 0-8-15,3 6-2 16,-3-1-23-16,0 0 14 0,-3 1 8 16,0-1-7-16,-2 0-1 15,-1 0-7-15,0-2-1 16,0 0-3-16,-3-1-3 16,3-2-7-16,0 0-2 15,3-2-4-15,3-4-1 16,6 1-1-16,0-3-2 15,6 0 1-15,-3 0-1 0,3 3 0 16,-7 0 0-16,4 2 0 16,-3 0 0-16,0 3 4 15,-6 0 2-15,3 3 4 16,-3-3 1-16,0 5 1 16,-3-2 2-16,0 0-3 15,0-1-1-15,0-2-6 16,0 3-1-16,0 0 1 15,0-3 0-15,3 0-11 16,0 2-5-16,0-2-65 16,0 0-28-16,6 0 53 15,3 3 26-15</inkml:trace>
  <inkml:trace contextRef="#ctx0" brushRef="#br0" timeOffset="-213861.74">7482 8763 236 0,'0'3'90'0,"0"-3"-70"0,0 2 24 0,0-2 26 16,0 0-39-16,0-2 7 15,0-1-8-15,0-2 1 16,0-3-6-16,0-3-3 16,3-2-12-16,0-3 2 0,0 0 2 15,0-2-5-15,3-3-1 16,3-6-6-16,0 3-2 15,3 3 2-15,2 3 1 16,1 4 1-16,0 4 0 16,3 2 2-16,-3 5 1 15,0 8 1-15,-3 11 0 0,-6 16 2 16,-6 8 4-16,-3 10-2 16,-6-5 1-16,-3-3-5 15,-3-2 0-15,0 0-3 16,-3-3 2-16,0-3-2 15,-2-2 0-15,2-3-1 16,0-5 0-16,0-3 0 16,3-5 0-16,6-3-2 15,0-2-2-15,3-3 1 16,9 0 1 0,6-3 1-16,3 0-1 15,3 3 1-15,0 3 0 16,6-3 1-16,3 0 0 15,2-1 2-15,4 1-3 16,-6-2 0-16,-3-1-1 0,6 0 1 16,-4 1-2-16,4-1-1 15,-3-2-4-15,0-1-2 16,-3 1-74-16,2-8-34 16,-5-1 58-16,0-7 28 15</inkml:trace>
  <inkml:trace contextRef="#ctx0" brushRef="#br0" timeOffset="-212954.75">7821 8205 216 0,'-6'-11'82'0,"9"9"-64"0,-6-6 18 0,3 5 4 15,0 0-6-15,0-5 3 16,0 3-8-16,-3 0-1 16,3-1-15-16,0 1 1 0,0 0 2 15,0 0 3-15,0-1 3 16,0 1-3-16,3 0-2 16,3 2-5-16,0 0 0 0,3 1-3 15,-3 2 2-15,3 0-4 16,0 2-2-16,0 4 0 15,-3 4 1 1,0 4 1-16,0-1 1 0,0 8 2 16,-6-3 1-16,3 1-3 15,-3-1 0 17,0 1-1-32,-3-3 1 0,3-3-2 0,-3-2-1 0,3-1-1 15,-3-2 0-15,6 0-2 16,-3-3-2-16,3 1 3 15,-3-6 2-15,9 0-2 16,-3-3-2-16,3 3 0 0,-4-3-1 16,1 1 0-16,3 2 0 15,6 2 0-15,-3 1 2 16,0 5-3-16,0 3-2 16,0 2 2-16,-3-3 2 15,0 4 0-15,-3-1 2 16,-3 0 2-16,-3-2 4 15,-3-1 0-15,-3 4 2 16,0-4-2-16,0-2 0 16,0 0-3-16,-6 0 1 15,0 0-4-15,-3-3 0 16,0 0-1-16,-3 1-2 16,4-4-26-16,-4 1-10 15,3 0-147-15,3 2-64 16,-3 6 126-16,6-4 61 0</inkml:trace>
  <inkml:trace contextRef="#ctx0" brushRef="#br0" timeOffset="-212114.97">8655 8853 300 0,'-3'3'112'0,"3"-3"-87"0,-6 5 22 0,6-5 5 16,-3 3-10-16,3-1 0 15,-6 1-9-15,3-1-3 16,-6-2-16-16,-3 3-2 0,3 0-1 16,0-1-4-16,3-2 1 15,0-2-3-15,3-1 2 16,3-2-4-16,3 0-2 15,3-1 0-15,0 1-1 16,0 2 2-16,3 1 3 16,0-1 0-16,0 3 2 15,0 0 0-15,-3 3 3 16,0-1-1-16,-3 4 0 16,0-1 1-16,-6 0 4 15,0 0-4-15,-3-2 2 0,-6 2-3 16,0-2 0-1,0-3-1-15,3 0 0 0,0 0-4 16,3 0-3-16,3 0 2 16,0-3 0-16,3 1-8 15,3 2-4-15,3-3-103 16,0 3-47-16,0 0 80 16,0 3 39-16</inkml:trace>
  <inkml:trace contextRef="#ctx0" brushRef="#br0" timeOffset="-209240.01">9143 8665 288 0,'-9'0'107'0,"6"3"-83"0,0-1 21 0,3-2 5 15,-3 0-5-15,0 0 0 16,0-2-9-16,0-4-5 16,0-1-17-16,3-1 0 0,3-3 0 15,3-5-5-15,0 3-3 16,3-3-1-16,0 0 1 15,3 0-3-15,3 0 0 16,0 1-1-16,2 1 1 0,1 1-2 16,0 2 2-16,-3 4-2 15,0 1 2-15,-3 9 2 32,0 5 0-32,-6 8 0 0,-3 13-1 15,-6 13 0-15,-3 8 0 16,-3 1 2-16,0-12 8 31,0 1-8-31,-6-6 6 16,6-4-7-16,-6-1 2 15,6-6-4-15,-3-1 5 16,3-1-5-16,-2-5 1 16,5 0-2-16,0-3 3 0,6 0-3 15,3-2 8-15,6-1-6 16,5-5 1-16,4 3-3 15,3-5 1-15,3 0-2 16,3-6 4-16,-1 0-3 0,4-5-1 16,3 3 0-16,-6-3 1 15,-3 6-1 1,-7-4-45-16,1 6 25 0,-6-5-37 16,3 5 32-16</inkml:trace>
  <inkml:trace contextRef="#ctx0" brushRef="#br0" timeOffset="-208419.29">9679 7935 200 0,'0'-11'74'0,"0"11"-58"0,3-8 27 0,0 8 9 16,0-2-6-16,-3 2-2 16,3 0-14-16,-3 0-4 15,0 0-15-15,0 0 9 0,0 5 3 16,0-2 0-16,0 5 0 15,0-3-3-15,0 3-1 16,0 0-4-16,0 2 1 16,0-2-3-16,0 5 0 0,0-2-1 15,-3 5 0-15,3-3 0 16,0 6 2 0,0-3-3-16,-3 10 1 15,3-2-5-15,0 5-2 0,0-5 2 16,3 5 0-16,0-5-3 15,3-3-1-15,-1-3 1 16,4-2 0-16,0-3 0 16,0-2 2-16,0 0-1 15,0-6 0-15,0 0-3 16,0-2 1-16,-3 0-2 16,0-6 2-16,0 0-2 15,0-2 2 1,0 0-2-16,-3-6-1 15,0 3 1-15,-3-2 1 0,0 2-1 0,-3-3-1 16,3 3 1-16,-6 0-1 16,3 0-3-16,-6 0 2 15,0 0 1-15,-3 3 0 16,0 0 0-16,-3 2 0 16,3 0 0-16,-3 9 0 15,4-1-3-15,-1 6 2 16,0-3-30-16,3 10-12 15,0-2-71-15,3 8-31 16,3-3 76-16,-3 8 35 16</inkml:trace>
  <inkml:trace contextRef="#ctx0" brushRef="#br0" timeOffset="-206716.42">3017 10779 220 0,'-3'0'85'0,"-3"0"-66"0,3 0 19 0,3 0 3 16,0 0-8-16,0 0-2 16,0 0-2-16,0 3 1 0,0-3-16 15,0 0 10-15,0 0 3 0,0 0-6 16,9 0 1-16,0-3-7 15,12-2 1-15,0 0-3 16,11-1 0-16,1 1-5 16,3 0 0-16,-3-1-5 15,-1 4 0-15,-2-1-1 16,-3 0 1-16,-3 3-7 16,-6 0-1-16,0 3-58 15,-10 2-25-15,-2 1 45 16,-6 4 21-16</inkml:trace>
  <inkml:trace contextRef="#ctx0" brushRef="#br0" timeOffset="-206515.95">3080 11044 348 0,'-3'-3'129'0,"12"3"-100"0,2 0 11 0,-2 0 0 16,9-3-15-16,3-2-5 15,9 0-9-15,-6-3-5 16,5-3-3-16,-2 1-3 0,-6-1 1 16,0 3-37-16,-6-5-13 15,12-8 25-15,-10-3 12 16</inkml:trace>
  <inkml:trace contextRef="#ctx0" brushRef="#br0" timeOffset="-206130.99">3246 10467 308 0,'-15'-16'115'0,"9"11"-89"0,6 2 5 16,0 3-1-16,6 3-13 15,3 2-2-15,3 3 7 16,3 5 3-16,6 3-13 15,-3 0 11-15,6 2 4 0,2 4-1 16,7-1-1-16,-3 0-9 0,3 0-5 16,5 0 5-16,-5 0 1 15,6 3-2-15,-9 0-1 16,-1 5-2-16,1 3 0 16,-9 2-2-16,-9 1 1 15,-3 2-2-15,-9-11 0 16,0-5-1-16,-12 6 0 15,3-6-2-15,-12 3-1 16,-18 2-3-16,1-2 1 16,5-3-2-16,-6-2-1 15,7-6-52-15,-4-2-23 16,9-3 38-16,3 2 18 16</inkml:trace>
  <inkml:trace contextRef="#ctx0" brushRef="#br0" timeOffset="-205106.78">4532 10467 220 0,'0'-21'85'0,"3"15"-66"0,6-1 5 0,-6 4 1 16,3 0 4-16,-6 1 6 15,3-1-5-15,0 0-1 16,-3 3-16-16,-3 3 10 0,0 5 4 16,-6 5-8-16,-6 3-1 15,9 0 1-15,-15 8 2 16,4-1 0-16,-1 1 2 16,3 0-7-16,-3-3 1 15,6 0-4-15,-6-2 0 16,6-1-5 93,3-2 0-109,0-2-3 0,6-1 2 0,-3-3-6 0,4-2-1 0,4-2 0 0,7-4 2 0,6 1-1 0,9 0 2 0,6-1-2 0,3 4 2 0,2 1 0 0,-2 4 3 0,-3 5 1 0,-6 5 3 0,-3 6-1 16,-7 2 2-16,-2 0-2 15,-6 0 2-15,-9 0-2 16,-9-3 0-16,0-2-1 16,-5-5 0-16,5-3-2 15,-9 2-1 1,-18 3-3-16,9-2-2 16,4-3-43-16,5-6-21 15,9-4 32-15,12-6 18 0</inkml:trace>
  <inkml:trace contextRef="#ctx0" brushRef="#br0" timeOffset="-204834.51">4952 10700 340 0,'9'-3'126'0,"3"0"-98"0,9 1 21 0,-15 2 2 0,2 0-11 16,1 0 0 0,6 0-12-16,3 0-5 0,-3 0-13 15,0 0-4-15,6-3-2 0,-9 1-7 16,5-1-2-16,-2 0-25 16,0 3-10-16,-3 0-94 15,-6 0-42-15,0 0 91 16,-9 8 43-16</inkml:trace>
  <inkml:trace contextRef="#ctx0" brushRef="#br0" timeOffset="-204620.55">4910 10909 376 0,'-6'0'140'0,"9"0"-109"0,6 0 11 0,3 0-1 15,-3-3-1-15,3 0 5 16,6-4-13-16,0 1-7 15,11-4-14-15,-5 2-5 0,6-5 0 16,-6 2-1-16,3-2 0 16,-4 2-8-16,1-2-2 15,-3 2-64-15,0 1-27 16,-3-1 49-16,-3 1 23 16</inkml:trace>
  <inkml:trace contextRef="#ctx0" brushRef="#br0" timeOffset="-204206.66">5080 10327 372 0,'-24'-21'140'16,"24"21"-109"-16,-3-6 5 0,3 6-7 0,0 0-17 15,0 0-2-15,6 0 9 16,-3 0 5-16,9 8-12 15,-3-3 6-15,9 11 5 0,-3-2-3 16,8 9 0-16,-5-1-5 16,12 9 1-16,-6-7 0 15,9 11-1-15,-7-9-3 16,10 3 0-16,-6-5-1 16,9 2 3 15,-16-4-5-31,7 4-1 0,-3-5 0 0,-6 8 0 0,-3-5-2 15,-6 10-1-15,-1-7-3 0,-8 5-2 16,3-6-4-16,-15 3 0 16,3-5 0-16,-11 2 2 15,2-4 14-15,-9 4 7 16,-6-7-9 0,-3-1-3-16,7-2-18 0,-7-3-6 15,6-2-37-15,0-6-18 16,3 0 33-16,10-10 18 15</inkml:trace>
  <inkml:trace contextRef="#ctx0" brushRef="#br0" timeOffset="-203261.47">6032 10642 228 0,'0'2'88'0,"0"-2"-69"0,3 5 22 0,-3 1 6 0,0-6-1 15,0 5 3 1,0-2-5-16,0-1-3 16,0 1-22-16,0 2 8 0,-3-2 4 0,3 0-1 15,-6-3 0 1,3 0-6-16,-3-3-3 0,4-2-5 15,-1-3 0-15,0-3-7 16,3 1-3-16,0 2-3 16,6-14 0-16,-4 7-2 15,13-12-1-15,-9 3 1 16,9 0-1-16,6-2 0 16,-3 10 2-16,-3 0-1 15,3 19 2-15,5 15-2 16,-5 6 2-16,-6 5 2 15,-6-2 2-15,-3-6-1 16,-6 16-1-16,-9 19-1 0,-3-1 0 16,-5 1-2-16,-1-6-2 15,-6-5 5 1,3-13 1-16,6-3-2 16,-12-3-3-16,-5 3 2 15,-4-2 0-15,9-9-1 16,6-2-2-16,7-3 1 0,5-5 1 15,9-2-1-15,9-4-1 16,12-2-2-16,-1 0 1 16,-2 0 1-16,15 0 0 15,12 0 2-15,-1 3 1 16,1 0 1-16,0 2 0 0,-1 0-5 16,1 1 1-16,0-1-2 15,-7 0 0-15,1-2 0 16,-12-1 0-1,3 1 0-15,-3 0 0 0,-4-1 15 16,-2-2 6-16,-3 0-20 16,-3 0-8-16,0 0-46 15,-6-2-16-15,0 2 36 16</inkml:trace>
  <inkml:trace contextRef="#ctx0" brushRef="#br0" timeOffset="-201189.04">6649 9858 264 0,'5'-15'101'0,"-2"9"-78"0,3-2 13 0,-3 6 0 16,0-1 1-16,-3 0 4 16,0 3-7-16,0 0-1 15,-3 0-18-15,-3 3 2 0,0 2 1 16,1 3-2-16,-1 3 3 15,-3 2-6-15,0 3 0 0,0 2 1 16,0 6 1-16,0 8-2 16,-3 2 0-16,0 9 1 15,0-6 2-15,3 0-3 16,0-5 0-16,3-1-3 16,3-10-1-16,3-2-3 15,3 2-1-15,0-2 1 16,6-1 3-16,6 3-2 15,3-10 1-15,0-6-3 16,6-5 2 0,0-5-4-16,-1-3 0 0,1 0 1 0,-6 3 2 15,-3-1 1-15,0-1 3 32,-3-1-10-32,-9 0-4 0,-9-3 2 0,-6 6 0 15,3 0 2-15,-12 7 2 16,3 1-19-16,-18 7-6 15,7 1 12-15,-25 23 5 16</inkml:trace>
  <inkml:trace contextRef="#ctx0" brushRef="#br0" timeOffset="-197214.31">17766 4905 264 0,'-3'-10'99'0,"3"10"-77"0,3 0 11 15,-3 0 17 1,0 0-29-16,0 0 21 16,0 0-25-16,0 0 27 15,3 5-25-15,0 0 26 0,0 1-26 0,0 2 21 31,3 5-23-31,0 0 18 16,3 8-20-16,-3 3 12 16,3 3-16-16,0 4 10 0,-1 1-12 15,-2 2 8 1,3-4-9-16,-3 1 6 0,0-2-7 16,-3 0 2-16,3 1-5 0,-3 4 0 15,0-5-2-15,0 8 1 16,3-2-2-16,-3 4 6 15,3-4-4-15,0 2 6 16,0-3-6-16,3-2-1 16,0-3-1-16,-3-8 3 15,3 3-2-15,-6-3 1 16,0 0-1-16,-6-5-6 16,3 0 2-16,-3-3-52 15,3 0 30-15,0-2-37 16,3-3 35-16</inkml:trace>
  <inkml:trace contextRef="#ctx0" brushRef="#br0" timeOffset="-196282.58">19731 3982 216 0,'-3'-11'82'0,"3"11"-64"0,26-10 22 16,-20 10 4-16,0-3-2 15,0 1 1-15,0-1-6 16,-3-2 0-16,0-1-21 15,0 4 8-15,0-4 4 0,0 4-4 16,-3 2 0-16,0 0-2 16,-6 8 1-16,0-8-7 15,3 8 1-15,0 0-4 0,-6 2 2 16,3-2-2-16,-6 11 2 16,0-9-2-16,-5 11 2 15,2-2-2 1,3 15 2-16,0-7-4 0,0 10-1 15,0-3-2-15,6 1 0 16,0-4-2-16,3 1-1 16,3-6 1-16,3 1 3 15,0-6-6-15,3 3-2 16,0-8-6-16,3 0 1 16,-3-3 0-16,9 0 2 15,-3 0-1-15,9-10 1 0,-7 2 11 16,10-5 5-1,-3 0-6-15,0-2-2 0,-3-1-4 16,-3 0 1-16,-3-5-18 16,-3 3-4-16,-1-5 9 15,-5-4 5-15,-3 4 17 16,-3-1 9-16,3 1-10 16,-8-1-6-16,2 6-3 15,-12-6-2-15,3 8-14 16,-6-4-5-16,3 1 23 15,-3 6 10-15,3 0-14 16,7 8-6-16,2-3-60 0,-12 9-26 16,3-1 47-1,-9 11 22-15</inkml:trace>
  <inkml:trace contextRef="#ctx0" brushRef="#br0" timeOffset="-193956.32">19650 5022 260 0,'3'-13'96'0,"-3"13"-75"0,9-6 14 15,-6 1 23 1,0 5-33-16,0-3 21 0,0 1-27 0,0-1 16 16,0 3-20-16,-3-5 10 15,0 5-15-15,-3-3 10 16,3 6-11-16,-6-3 11 15,3 0-12-15,-3 0 9 16,0 5-9-16,-6 0 4 16,3 3-7-16,-6-2 2 15,3 2-4-15,-2 5 7 16,-1-5-6-16,0 2 5 16,3 3-5-1,-3-2 2-15,6 5-3 0,-6-8 0 16,6 5-1-16,0-2 1 15,3-1-2-15,0 1-1 16,3-6 1-16,1 3 3 16,2 0-2-16,2-3 1 15,4 1-1-15,3-1-2 16,6 3 1-16,0-6 1 16,0 4-1-16,0-1 4 15,3 3-3-15,0 0 8 16,-4 3-6-16,-2 2 14 15,0-5-10-15,-6 2 12 16,3 4-12-16,-6-1 7 16,0 0-8-16,-9-5 0 15,3 2-4-15,-9 1 5 16,3 0-5-16,-8-3-3 0,5 2-1 16,-12-2-23-16,9 3 12 15,-3-3-89 1,3 0 56-16,3-3-62 0,6-5 61 15</inkml:trace>
  <inkml:trace contextRef="#ctx0" brushRef="#br0" timeOffset="-193365.84">20028 4982 332 0,'3'-13'126'0,"-3"13"-98"15,0 0 14-15,0 0 19 16,0 0-36-16,0 0 26 16,0 5-30-16,0 3 22 15,3 3-24-15,0 5 14 16,3 5-19-16,-3 3 14 15,3 2-15-15,0 0 8 16,0 1-12-16,-3-1 6 16,0 1-8-16,0-1 4 15,0-7-6-15,-3-1 4 16,3 1-5-16,-3-3 0 0,0 0-2 16,-3-3 3-16,0 0-3 15,-6-2-3-15,0-1 0 16,-9-2 3-16,6 0-1 15,-9-3-3-15,6 1 1 16,-5-4 1-16,5 4 0 0,-3-6 11 16,6 2-6-1,0 1-2-15,3 0-2 16,3-3-1-16,3 5 0 16,6-10 0-16,6 5 0 15,3-3 0-15,3 3 0 0,6-3 2 16,0 1-1-16,2-4 2 15,1 6-2-15,0-5 2 16,-3 5-2-16,0-5-3 16,0 5 1-16,-4-6-43 15,1 4 24-15,-3-6-162 16,0 3 101-16,-6-6-95 16,3 3 102-16</inkml:trace>
  <inkml:trace contextRef="#ctx0" brushRef="#br0" timeOffset="-193119.49">19799 4940 388 0,'3'-13'145'0,"-3"13"-112"0,24-8 21 0,-12 0 19 16,3 8-43-16,14-6 13 15,4 6-27-15,12-10 2 16,-1 7-10-16,7-2-27 16,0 2 10-16,5 1-193 15,-2 2 111-15,2 2-134 16,-5 6 129-16</inkml:trace>
  <inkml:trace contextRef="#ctx0" brushRef="#br0" timeOffset="-185009.11">13822 5411 208 0,'-3'-3'79'0,"3"3"-61"0,0 0 19 0,0 0 6 15,0 0-2 1,0 0 2-16,0 0-6 16,0 0 0-16,0 0-21 0,0 0 6 15,0 0 5-15,0 0-6 0,3 0-2 16,-3 0-3-16,6 0 0 16,0 0 0-16,6-5 3 15,-3 2-5-15,12-2 0 16,-4 5-6-16,16-8 0 15,-6 5-5 1,6 1 0-16,-6 2-1 0,5-6 1 16,-5 6-9-16,3 0-3 15,-9 0-50-15,-3 0-24 16,-4 0 43-16,-2 0 20 0</inkml:trace>
  <inkml:trace contextRef="#ctx0" brushRef="#br0" timeOffset="-184702.24">14051 5345 308 0,'-6'2'115'0,"6"-2"-89"0,-3 8 16 16,3-8 4-16,0 8-5 15,0-3 2-15,0 11-3 0,0-2-3 16,-3 12-20-16,3-5 1 0,-3 14 0 16,0-9-6-16,0 0-2 15,0 1-3-15,0 5-2 16,0-11-3-16,3 0-2 16,0-2-37-16,9-4-17 15,0-1-61-15,6-6-27 16,-3-6 75-16,12-4 35 15</inkml:trace>
  <inkml:trace contextRef="#ctx0" brushRef="#br0" timeOffset="-184241.93">14379 5448 324 0,'-27'2'123'0,"27"-2"-95"0,-9 43 20 16,9-38 3-16,-3 16-13 15,3-2 0-15,-3 5-6 16,3-3-2-16,0 0-17 16,0-3 5-16,0-2 3 0,0-2-3 15,0-4 0-15,0-2-4 16,0-8-1-16,0 0-7 16,0-11-4-16,0 1-1 15,3-14-1-15,-3 3 0 16,3-8 2-16,0 2-1 15,3-2-1-15,0 3 1 0,3-6-1 16,0 8-3 0,6-2 2-16,-4 10 1 15,7-3 0-15,-3 6 0 16,3 5 0-16,0 3 6 0,3 8 4 16,-3-1 1-16,-1 9 1 15,1-3 0-15,0 13 0 16,-3-8-2-16,0 16-1 15,0-8-5-15,-3 6-3 16,0-3-3-16,-3-3 1 16,0-3 5-16,-4-2 5 15,1-3-36-15,-6 1-13 16,0-9-56-16,-6-5-23 0,1 0 64 16,-13-11 31-1</inkml:trace>
  <inkml:trace contextRef="#ctx0" brushRef="#br0" timeOffset="-184059.42">14319 5530 404 0,'0'-11'151'0,"0"11"-118"0,15-5 18 16,-9 2 7 0,3 3-35-16,6-5 0 15,3 5-14-15,5-11-11 16,1 9 1-16,6 2-66 15,3 0 37-15,0-6-46 0,-1 12 44 16</inkml:trace>
  <inkml:trace contextRef="#ctx0" brushRef="#br0" timeOffset="-183371.85">15117 5302 332 0,'12'-13'126'0,"-12"13"-98"0,3-5 14 0,-3-1 19 16,3 12-36-16,-9-6 22 16,3 0-28-16,-6 0 18 15,0 2-21-15,-6 4 21 16,3 2-22-16,-9 2 17 16,6 3-18-16,-2-5 3 15,-4 14-3-15,3-7 1 0,0 12-4 16,3-1-1-16,3 6-6 15,0-5-1-15,9 2 3 16,0-6 1-16,12 1 3 0,-3-3-10 16,12-5-4-16,-3-2 2 15,6-4 0-15,-3-5-1 16,0-2 2-16,-4-3-1 16,-2-5 0-16,0 2 2 15,-6-10 0-15,-3 2 0 16,-9-2 2-16,3 2-3 15,-9-2 0-15,3 3 1 16,-6 2 0-16,4 0 0 16,-1 3 2-16,0-1-1 15,6 6-1-15,0-5 1 16,6 2-1-16,0 3 0 0,3-2 0 16,0-1-3-1,3 6 2 1,0-6 1-16,3 3 0 0,-3 0 0 15,3 0 0 1,-1-5 0-16,4 5 0 0,-3-3 8 16,0 0-4-16,0 1 10 15,0 2-8-15,-3-6-14 16,0 6 4-16,-3-2-10 16,3 4 8-16,-6-2 5 15,3 6 1-15,-3-6 3 16,3 0-2-16,-3 0 2 15,0 0-2-15,0 0-5 16,0 0 2-16,0 0-14 16,0 0 8-16,0 0-51 15,0 2 33-15,0-2-152 16,0 3 99-16,0 0-87 16,0 2 97-16</inkml:trace>
  <inkml:trace contextRef="#ctx0" brushRef="#br0" timeOffset="-182499.12">17805 4919 244 0,'0'-6'90'0,"0"6"-70"0,-21 0 26 0,15 0 34 15,6 0-45-15,-6 0 35 16,3 0-42-16,-6 0 26 15,6 0-32-15,-6-2 15 16,6 2-21-16,-6-6 11 16,6 6-16-16,-3-10 10 15,6 7-12-15,-6-10 6 16,6 8-8-16,-6-9 2 16,6 4-5-16,-3-11 2 15,6 5-3-15,-3-13 0 16,0 8-1-1,0-14 3-15,0 9-3 0,0-3 1 16,0 7-1-16,-3-1-2 16,3 7 1-16,-3-3-1 15,0 9 0-15,-3-1-40 16,4 6 22-16,-4 5-30 0,6 0 27 16</inkml:trace>
  <inkml:trace contextRef="#ctx0" brushRef="#br0" timeOffset="-178144.08">13890 4612 140 0,'-2'0'55'0,"2"0"-43"0,0 0 16 0,0 0 5 16,0 0-10-16,0 0 0 15,0 0-1 1,0 0 1-16,0 0-12 0,0 0 7 0,-3 0 4 16,0 0 2-16,0 0 1 15,0 0 3-15,0 0 3 16,0 0-13-16,0-6-5 15,0 4 9-15,0-1 8 16,0 0-10-16,0 3-1 16,3-5-7-16,0-3-2 15,0 3-2-15,6-6 0 16,-3 3-2-16,6 0 1 16,-3-5 0-16,5 3 3 15,-2 2-1-15,6 0 0 16,0 3 1-16,3-3 1 15,-3 2-3-15,3 6 0 16,-3 0-5-16,0 6 0 0,-4-4 1 16,-2 11 2-16,0-2-1 15,-6 2 2-15,0-5-2 16,-6 11 2-16,0-9-2 16,-3 4 0-16,0-7 1 31,6 7-3-31,-3-12 0 15,3 9-1-15,3-8-2 16,3 2 1-16,0 0-4 0,6-2 2 16,0 2 1-16,3 6 0 15,0 2 2-15,-3 0-1 16,-3 3 4 0,0 0-3-16,-6 0 8 0,0 2-6 15,-9-2 5-15,3-3-5 16,-9 3-2-16,0-3-1 15,-12 1-1-15,6-1 0 16,-6 0-27-16,7 0 15 16,-7-2-94-16,6 0 59 0,0-6-53 15,6 3 58-15</inkml:trace>
  <inkml:trace contextRef="#ctx0" brushRef="#br0" timeOffset="-177647.86">14426 4437 212 0,'15'-13'82'0,"-15"13"-64"0,12-8 22 16,-9 3 31-1,0 10-40-15,0-5 36 16,0 0-39-16,-3 0 19 16,3 0-27-16,-6 0 15 15,3 3-20-15,-6-1 16 16,3 6-17-16,-6 5 12 0,3 1-15 0,-6 1 10 16,6 4-12-16,-6 10 8 15,6-2-9-15,-2 4 9 31,2 4-10-31,-3-4 5 0,6 1-7 16,3-5 4-16,6-4-5 0,0-4 2 16,5 0-3-16,7-12 0 15,0 1-1-15,3-5 1 16,3 0-2-16,0-6-1 16,-4 3 1-16,-2-5 3 15,-3-1-2-15,-6-1-1 16,-3-7 0-1,-9 1-1-15,0 2 0 0,-12-2 0 16,3 5 0 0,-11 3-49-16,2 2 27 0,-3 6-37 15,3 8 33-15</inkml:trace>
  <inkml:trace contextRef="#ctx0" brushRef="#br0" timeOffset="-164646.84">12051 7541 128 0,'3'0'49'0,"-3"0"-38"0,0 0 8 0,0 0 1 16,0 0 3-16,0 0 3 15,0 0 2-15,0 0 0 16,0 0-15-16,0 0 3 0,0 0 2 0,0 0-2 16,0 0 1-16,0 0-1 15,0 0 3-15,3 2-2 16,-3-2-1-16,0 0-2 16,0 6 1-16,0-1-4 15,3 0 1-15,-3 0-1 16,3 1 3-16,-3-1-3 15,3 3 1-15,0 5-1 16,-3-2 3-16,0-1-1 16,0 6 0-16,0-3-1 15,0 9 2-15,0 7-3 16,0-3-1-16,0-7-4 16,3 7 1-16,-3-5 0 15,3 6 1-15,3 7-2 16,-3-5 1-16,3-2-2 0,-3-3 0 15,0-1-1-15,0-7 0 16,0-3 0-16,0 3 0 16,0 8-2-16,0 0 1 15,-1 2 0-15,1 4 1 16,3 1 0-16,-3-7 0 16,0-3-2-16,0 0-2 15,0 9 1-15,-3-9 1 16,0-3 1-16,0-5 3 15,0 1-1-15,0-4 0 0,-3-2-8 16,-3-5-2-16,0-3-56 16,3-5-21-16,0-11 41 15,3-3 23-15</inkml:trace>
  <inkml:trace contextRef="#ctx0" brushRef="#br0" timeOffset="-161526.65">12036 7562 156 0,'3'0'57'0,"0"0"-44"0,3 0 3 0,0 0-2 0,0 2 2 16,0-2 4-16,3 0 1 16,3 0-1-16,3 0-10 15,2 0 0-15,4 0 1 0,3 0-4 16,6 0 1-16,6 0-1 15,-1 0 1-15,4 0-4 16,0 0-1-16,-1 0-1 16,1-2 1-16,6-1 0 15,8 1 3-15,1-1 1 16,2 3 1-16,1 0-2 16,0 0 1-16,-4 0-4 15,4-3-2-15,5 1 2 16,10-1 2-16,2 0 0 0,-3 3 0 15,-5-2-1-15,2-1 0 16,7 0 0-16,2-5 2 16,4 3-1-16,-7 0 0 15,-3-3-1-15,1 0 2 16,8-3-3-16,4 3 0 16,-1 0 1-16,-6 1 0 15,1-1-2-15,-1 0 1 16,9 0-2-16,4 0-1 15,-7 0 1-15,-3 0 1 0,25-3-1 16,2 1 2-16,0 2-4 16,-6 0 0-16,-12 0 1 15,7-3 0-15,8 1 0 16,-3 2 2-16,-6 0-3 16,1-3 0-16,8 1 1 15,9-1 2-15,-12 6-1 16,-3-3 2-16,9-3-2 15,10 3 2-15,-10 6-2 16,-6-6 2-16,9-5-2 16,6 5 2-16,-6 5-2 15,-9-2-1-15,4-6-2 16,8 1 1-16,0 4 1 16,-6 1 2-16,-3-3-1 0,9 0-1 15,0 3 1-15,-5 2 1 16,-4-5 3-16,9 0 4 15,6 3-9-15,-12 2-2 16,-3-5-1-16,9 0 1 16,3 6 7-16,-5-1 5 15,-7-5-3-15,18 3-2 16,-3 0 0-16,-6 2-1 16,-3-5 0-16,9 3 0 15,0 2-2-15,-6 0 1 16,0-2-2-16,6 0-1 15,1 2 1-15,-10-2 1 16,0 0-1-16,12-1-1 0,-3 4 3 16,-6-1 0-16,0-2-1 15,9 0-2-15,-6 2 1 16,-9 0 1-16,-2-2-1 16,8 0-1-16,3-1 1 15,-12 4 1-15,-12-1-1 16,6 0 2-16,7 1-2 15,-4-1 2-15,-9 0-2 16,-6-2-1-16,10 0 1 16,-1 0-1-16,-3-1 0 15,-8 1 0-15,-7 0 0 16,-6-1 0-16,4-2 0 16,2 3 0-16,1 0 0 15,-10 2 0-15,1-2 0 16,-13 0 0-16,-2-1 0 0,2-2 2 15,1 1-1-15,2-1-1 16,-2 0-2-16,-4 2 1 16,-5 1 1-16,-3 0 2 15,-7-1-1-15,-2 1-1 16,0-3 1-16,0 0-1 31,-1 0-3-31,4 0 2 0,3 3 1 16,-4 0 2-16,-2 2-1 0,0 1 2 15,-3 2-2 17,-4 0-1-32,-5 2 1 15,0 1-1 1,-3-1 0 31,0 1 2-47,-4 2-1 0,1-2-1 15,-3 0 1-15,0-1 1 16,-3 1-1-16,0 2-1 0,0-2 1 16,-3 2-1-16,0 1 0 0,0 1 2 15,-1 1 1-15,-2 3 1 0,0 0 0 16,0 2 0-16,-3 0 0 16,0 3 0-16,0 2 0 0,3 1 0 0,-3 2-2 15,0-2 1-15,0-1-2 0,0 1 2 16,-3-1-2-16,3 1 2 0,-3-1-2 0,0 3 2 15,0 3-2-15,0 5 2 0,0 6 0 16,0 7 1-16,0 0 0 16,3-2 0-16,0 2 2 0,3-7 1 15,0-3-3-15,0-6-1 16,0-2-1-16,3 0 1 16,0-3-2-16,0 0 2 15,0 3-4-15,0 0 0 16,-1-1 1-16,-2 1 2 15,0 0-1-15,-3 2 2 16,0-2-2-16,-3-3-1 16,0-2 1-16,0-3-1 15,-6 0 0-15,0-3 2 0,-5-2 1 16,-4-4 3-16,-3 1-5 16,0 0-1-16,-6 0 0 15,0-2 0-15,-3-1 0 16,-2-2 0-16,-10 2 0 15,-9-3 0-15,-11 4 0 16,-10-4 2-16,4 6-1 16,-1-5 2-16,-5 0-4 15,-9-3 0-15,-13 0 1 16,4 0 2-16,0 5-3 16,-9-8 0-16,-16 3 1 15,4 0 0-15,0 0 0 16,-9-2 0-16,-9 4 0 0,9-2 0 15,-6 3 0-15,-12-3 0 16,3 8 0-16,6-5 0 16,-15 2 0-16,0 0 0 15,12 0 0-15,-11-2 2 16,-10 5-1-16,15-5-1 16,-9-1 1-16,-6 4-1 15,9-1 0-15,-11-3 0 16,-4 4-3-16,12-1 2 15,-15-2 1-15,3 2 0 16,10 0 0-16,-19-2 2 16,9 5-3-16,6-5 0 15,-14 2 1-15,5 5 2 16,3-4-3-16,-11 2 0 16,11 2 1-16,-6-4 0 0,-9 7 0 15,13-3 0-15,-13 1 0 16,6 7 0-16,7-4 0 15,-22 2 0-15,18 5 0 16,1 0 0-16,-10 3 0 16,15-1 2-16,-11 1-3 15,2-5 0-15,18 5 1 16,-12-8 0-16,4 2 0 16,8-5 2-16,-3 0-1 15,0 1-1-15,15-1-2 16,3-5 1-16,-12 0 3 15,15 2 1 1,15-2-4-16,-3-5-1 16,-3 2 1-16,6 1 0 15,15-1 1 1,3-5 0 0,-1 0 0-1,-2 0 2 1,9 5-3-16,12-2 0 15,5-1 1-15,4-4 0 0,-1 2 0 16,1-3 0-16,-1 3 0 16,10 0 0-16,8 3 0 0,7-3 2 0,2 2-1 15,6-2-1-15,4 0-2 0,-1-2 1 16,-3-1 1 0,1 1 2-16,-4 2-1 0,3 0-1 0,1 0-2 15,2 0 1-15,3 0 1 0,6 0 0 16,3 0 0-16,4 0 2 15,2 0-3-15,0 0 0 0,3 2 1 16,0 1 0-16,0-1 0 16,-3-2 0-16,4 3 0 15,-1-3 0-15,0 0 0 16,0 0 0-16,0 0 0 16,0-3 0-16,3 3 0 15,-3 0 0-15,0-2 0 16,1 2 2-16,-1-3-1 15,0 1-1-15,3 2 1 16,-3 0-1-16,0 0 0 16,0 0 0-16,3 0 0 0,0 0 0 15,1 0 0-15,-4 0 0 16,3 0 2-16,0-3 1 16,0 3-4-16,0 0 1 15,0 0 0-15,0 0 0 16,0 0 0-16,3 0 0 15,0 0 0-15,1 0 2 16,-1 0-1-16,0 0-1 16,3 3 1-16,-3-3 1 15,3 2 1-15,0-2 1 16,0 3-2-16,0-3-2 16,3 0 1-16,0-3 1 0,0 3-1 15,0 0 2-15,0 0 0 16,0-2 1-16,0 2-5 15,0 0 1-15,3 0 0 16,0 0 0-16,0 0-20 16,0 0-7-16,3 5 12 15,3 0 5-15</inkml:trace>
  <inkml:trace contextRef="#ctx0" brushRef="#br0" timeOffset="-155910.56">7497 4540 228 0,'-9'-10'88'0,"9"10"-69"0,0-3 6 0,0 3 9 16,0 0-21-16,0 0 16 15,0 0-17-15,0 0 13 16,6 0-14-16,0 0 12 16,6 0-13-16,3-5 13 15,-1 2-14-15,13-2 7 16,0 5-9-16,12-11 4 16,2 11-6-16,10-2 11 15,-3-4-9 1,17-2 5-16,-2 6-7 0,11-4 2 15,-5 4-4-15,8-4 0 0,-9 4-1 16,13-3 1-16,-7 5-2 16,7-3-1-16,-10 3 1 15,9-3-1-15,-11 3 0 16,8-2 2-16,-8 2-1 16,-4-6-1-16,10 4 1 0,-13-1-1 15,4 0 0-15,-13 3 0 16,7-5 0-16,-13 2 0 0,7 1 0 15,-12-1-3-15,-1 3 2 16,-5 0 3-16,-9 0 1 16,-3 0-1-16,-13 0 1 15,-2 0 2-15,-15 0 2 0,0 0-3 16,-14 0-1-16,2 3-1 16,-21-1 1-16,3 1-4 15,-29 2 0-15,14-2 1 16,-20 2 0-16,14 1 0 31,-23-6 2-31,14 0 5 16,-23 2 6-16,18 1 2 15,-16 0 3-15,19 2-6 0,-21-5 1 16,20 2-6-16,-11 4 1 0,14-4-5 16,4 4 0-16,11-1-1 15,4 0 1-15,8 1-2 16,6-6 2-16,6 2-2 15,9 4-1-15,4-1 1 16,11-5-1-16,0 2 0 0,26-2 0 16,-2 0 0-16,30 3 0 15,-9 0 0-15,35-6 0 16,-15 0 0-16,31 3 0 16,-19 0 2-16,27-2 1 15,-23-9-4-15,20 9 1 16,-21-4 0-16,4 4 0 15,-19-1-7-15,1 3-3 16,-13 0-56-16,-2 0-24 16,-9 0 46-16,-4 5 22 15</inkml:trace>
  <inkml:trace contextRef="#ctx0" brushRef="#br0" timeOffset="-151453.15">12304 7776 160 0,'3'-5'63'0,"-3"5"-49"0,6-3 18 0,-6 1 29 31,3 2-34-31,0-3 31 0,0 3-33 0,-3-3 17 16,3 1-24-16,-3-4 6 16,3 6-14-16,-3-2 1 15,0 4-7-15,0-2 0 16,0 0 11-16,0 0 5 16,0 0-2-16,0 0 0 15,3 6-10-15,-3-1 1 0,0 3 4 16,0 0-3-16,3 5 2 15,-3-2-3-15,0 4 2 16,0-1-2-16,0 2 0 0,0-3-1 16,3 3 0-1,-3-3 0-15,3 0 0 0,0 0 0 16,0 1 0-16,0-4-2 16,0 1-1-16,-3-1-1 15,3 1 0-15,0-1 0 16,0 1 0-16,-3-3-2 15,3 3-2-15,-1-3 3 16,1-1 0-16,-3 1-1 16,0 0-2-16,0 0 1 15,0 0-1-15,0 0 0 16,0 0 0-16,0-3 0 16,-3 3 2-16,3-2-1 0,-2 2 2 15,-1-3-2-15,0 3-1 16,0 0-2-16,0 0 1 15,0 0 1-15,0 2 2 16,0-2-1-16,3 3-1 16,0-1-2-16,0 1 1 15,0-1 1-15,0 4 0 16,0-4 0-16,0 3 0 16,0-2 0-16,3 0 0 15,-3-3 0-15,3 0 0 16,0-1 0-16,0 1 2 15,0-2-1-15,3-1 2 16,-1 0-2 0,1-2-1-16,0 0 1 15,0-1-1-15,0 1 0 0,3 0 0 16,-3-1 0-16,3 1 2 0,0-1-1 16,3-2-1-16,-3 0 1 15,3 0-1-15,-3 0 0 16,6 0 2-16,-4 0-3 15,7-2 0-15,-3-1 1 16,6 1 2-16,-3-1-1 16,6 0-1-16,-3 1-2 15,2-1 1-15,-2 0 1 16,6 1 0-16,-3-1 0 16,3 0 2-16,-4 3-1 15,7 0 2-15,-6 0-2 0,6-2-1 31,-6-1-2-15,8 0 1-16,-5 1 1 0,12-1 2 0,-6 0-3 16,8 1 0-16,-5-1 1 0,6 1 0 15,-10 2 0-15,7 0 0 16,-6 0 0-16,5 0 0 16,-8 0 0-16,12-3 0 15,-12 0 0-15,11-2 0 16,-5 2 0-16,9-2 0 15,-10 2 0-15,7 1 0 16,-6-1 0-16,0 3 0 16,-7 0 0-16,4-3 0 15,-6 3 0-15,6-2 2 16,-7-1-3-16,7 0 0 0,-6 1-1 16,6-1 0-16,-7 1 2 15,7-1 2-15,-6 0-1 16,6 1-1-16,-6 2 1 15,2 0-1-15,-5 0 0 16,3 0 2-16,-6 0-3 16,0 0 0-16,-4 0 1 15,1 2 0-15,-3 1 0 16,0 0 0-16,-3-1 0 16,3 1 0-16,-3-3 0 0,0 0 0 15,0 0 0-15,-4 0 2 16,1 0-3-16,0 0 0 31,-3 0 1-31,0-3 0 0,0 1 0 16,0-1 0-16,0 0 2 0,-3-2 1 15,0 2-1-15,0-5-2 16,-3 3-2-16,0-3 1 16,0 0 1-16,-3-8 2 15,0 6-1-15,0-6 2 16,0 3-2-16,-3-3-1 15,3 3-2-15,0-3 1 16,0 2 1-16,-3-4 2 16,3 2-3-16,-3-5 0 0,0 2 1 15,3-2 0-15,0 3 0 16,0-3 0-16,0 2 0 16,1 0 2-16,-1 4-3 15,0-4 0 1,0 6 1-16,0-3 2 15,0 3-3-15,0 0 0 0,0 2 1 16,0-2 0-16,0 2 0 16,0 1 0-16,0 2 0 15,0 0 0-15,0 0-3 16,-3 2 2-16,3 1 1 16,-6 0 2-16,3 0-3 0,-6-3 0 15,0 2 1-15,-6 1 0 16,3 2 0-1,-11 1 0-15,2-1 0 16,-12 0 0-16,9 3 0 0,-5 0 2 16,5 0-1-16,-6-2-1 15,3-1 1 1,-8-2 1 0,5 2-1-16,-18 1-1 0,13-1 1 0,-13 3-1 15,9 0-3-15,-5-3 2 16,8 3 1-16,-3-2 0 15,7-1 0-15,-7 0 0 16,6 1 0-16,-8-1 0 16,8 0 0-16,-15 3 0 15,13 0 0-15,-7 0 0 16,9 0 0-16,-3 3 0 0,7 0 0 16,-4-3 0-1,9 0 0-15,-6 0 0 16,7 0 0-16,-7 0 0 0,6 0 0 15,-12 0 0-15,10 0-3 16,-10 2 2-16,6 1 1 16,-2 2 2-16,5 1-1 15,0-1-1-15,6 0 1 16,-3 0-1-16,7 1-3 16,-1 2 2-16,3-3 1 15,3 6 0-15,3-4-53 16,9 7-24-16,0-4 39 0,15-2 18 15</inkml:trace>
  <inkml:trace contextRef="#ctx0" brushRef="#br0" timeOffset="-150042.51">14501 7750 244 0,'6'-19'90'0,"-6"19"-70"0,12-16 15 0,-9 16 2 16,2-2-8-16,-2-1 0 16,0 0-7-16,0 1-4 15,0 2-10-15,-3 0 1 0,3 8 2 16,0 2 13-16,3 9 8 15,-3-3-4-15,0 10 0 16,0-5-4-16,0 6-1 16,0-4-3-16,-3 1-1 15,0-3-4-15,0 1 1 0,0-4-3 32,0 1 0-32,0-3-5 0,0-1 0 15,0-1-3-15,0-4 2 0,0 1-4 16,-3-1 0-16,0-2-1 15,0 0 1-15,0-2-2 16,0-1 2-16,0 0-4 16,3 0-2-16,0 1 4 15,3-1 1-15,0 0-3 16,6 1 1-16,-3-1 0 16,9 0 2-16,-3 0-1 15,9 1 2-15,-3-1-2 16,8-2-1-16,-5-3 1 0,15-3-1 15,-6 0-3-15,20-2 2 16,-8 2 1-16,15 1 0 16,-13-1 0-16,10-2 2 15,-10 2-3-15,22-5 0 16,-12 3 1 0,14 0 0-1,-11-1 0-15,5 4 0 0,-11-1 0 16,5-2 0-16,-11 2 0 0,8-2 2 15,-11 0-1-15,6-1-1 16,-7 1 1-16,-2 0-1 16,-6 2-3-16,-6 0 2 15,-4 1 1-15,-5-3 2 16,-3 2-1-16,-3-2-1 0,-3 2 1 16,-3-2-1-1,0-1 0-15,0-2 0 0,-3 0 0 16,0-5 0-16,0 0 0 15,3-13 2-15,-3 4-1 16,3-15-1-16,-3 8-2 16,3-8 1-16,0 8 1 15,0-3 0-15,-1 3 0 16,1 5 0-16,-3 3 0 31,0 3 0-31,-6-1 0 16,3 9 0-16,-3-4 0 15,3 6 0-15,-3-2 0 16,0 5 0-16,-2-3 0 0,5 5 0 16,-6-2 0-1,3 2 0-15,-6-2 0 0,6 5 0 16,-9-5 0-16,3 5 0 16,-12-3 2-16,3 6-1 15,-12-3-1-15,7 0 1 0,-13-3-1 16,3 3 0-16,-15-5 0 15,1 5 0-15,-10 0 0 16,10 2 0-16,-13-2 0 16,10 3 0-16,-16-3 2 15,10 3-1-15,-13-3 2 16,10 5-2-16,-10 0-1 16,15 0 1-16,-5-2-4 15,14 0 2-15,-5-1 1 16,8 1 0-16,-3 0-3 15,13 2 2-15,-4-2-45 16,9 2 24-16,3 3-32 16,6 0 31-16</inkml:trace>
  <inkml:trace contextRef="#ctx0" brushRef="#br0" timeOffset="-148749.76">16162 7599 296 0,'-3'-5'112'0,"3"5"-87"0,-3-3 4 16,3 3-2-16,0 0-12 16,0 0 2-16,3 5 7 15,-3 0 5-15,0 9-15 16,0-4 5-16,0 14 4 0,0-5 1 15,0 12 1-15,0-2-8 16,0 3 0-16,0-5-8 16,0 2-1-16,0-5 5 15,0-1 1-15,0-4-5 0,0-3-1 16,0-3-4-16,0 0-1 47,0-2 1-47,3-3 0 0,0-3 0 0,6 0 0 15,-4 1-5-15,10-4 1 0,-3 1 0 0,12 0 0 32,-3-1 0-17,15 1 0 1,-10-3 0-16,13 3 2 0,-9-3-1 0,15 0-1 0,-7 0-2 16,16 0 1-1,-10 0 1 1,19 0 0-16,-12 0 0 47,8 2 2-47,-11 1-1 0,8-3-1 15,-11 0 1-15,11-3-1 16,-11 1 0-16,9-1 0 0,-10 0 0 16,7-2 0-16,-9 2 0 15,2-2 2-15,-5 0-1 16,-3-3 2-16,-7 0-2 0,4-3 2 0,-6 1-2 15,3-4-1-15,-6 4 1 16,2-3-1-16,-5 2-3 0,0-5 2 16,-3 3 1-16,3-6 0 15,-3 6 2-15,-1-5 1 0,-2 2-4 16,3-3 1-16,-3 6 2 0,3-3 3 16,-3 0 2-16,-3 0 1 0,0 3 0 15,-3 0 0-15,-1 2-2 0,-2-2-1 16,-3 3-3-16,-3-4-2 15,0 4 3-15,-3-1 0 16,0 1 1-16,-3-1 2 16,4 3-1-16,-7 0 0 15,3 0-3-15,-6 0-2 16,3 3 1-16,-6-3 1 16,3 3-1-16,-9-1-1 15,6 1 3-15,-11 0 0 16,2 0-4-16,-15-3 1 15,9 2 2-15,-17 1 1 16,8 0-4-16,-15 2 1 0,10 0 0 16,-16 1 0-16,10 2 0 15,-22 0 0-15,16 0 0 16,-25 2 0-16,19-2 0 16,-13 3 0-16,16 0 0 15,-16-1 0-15,10 1 0 31,2 2 0-31,-2 1 0 16,14 2 0-16,-5-3-3 16,14 3 2-16,0-3-10 15,10 3 6-15,-1 0-84 16,9 3 49-16,3-1-56 16,6 1 55-16</inkml:trace>
  <inkml:trace contextRef="#ctx0" brushRef="#br0" timeOffset="-147669.2">17989 7485 304 0,'-6'-13'115'0,"6"13"-89"0,0 5-1 0,0-5-7 16,0 5-2-16,0 1 2 15,0 7 6-15,0-2 5 16,-3 4-16 0,0-1 6-16,3 7 4 0,0-5-3 0,-3 7-2 15,0-4-4-15,0 5 1 16,0-6 1-16,0 4 2 16,0-7-8-16,0 7-1 15,1-7-3-15,2 1-1 16,0-2-1-16,8-4 2 15,-2-2-1 32,12 0 0-47,-3-3-3 0,21 1 1 0,-9-1-4 0,17-2-2 0,-8-1 4 0,9 1 1 0,-7-1 0 16,13-2 1 0,-9 0 0-16,17-2 3 0,-11-1-3 15,8-2 0-15,-8 0-1 16,3-1 1-16,-10 4-2 15,4-1 2-15,-9 0-2 16,2-2 2-16,-5 2-2 16,6-5-1-16,-12 3 1 15,5-5-1-15,-5 2 0 16,3-6 2-16,-3 4-1 0,-1-9 2 16,-5 6-2-1,3-3 2-15,-6 3-4 16,0-3 0-16,-3 3 3 15,0 0 1-15,-4 2 1 16,1-2 2-16,-3 2 1 16,0-5 1-16,-3 1-2 15,0 1-4 1,-6-4 2-16,3 5-3 16,-6-9 2-16,0 6-2 15,-9-5-1-15,0 3 1 0,-11-3-1 16,2 5 0-16,-12 0 2 15,6 5-1-15,-12-2-1 16,10 2 1-16,-16-2-1 16,6 3 0-16,-14-1 2 15,2 3-1-15,-11 0-1 16,11 6 1-16,-14-4-1 16,8 4 0-1,-14-1 0-15,8 6 0 0,-8-1 0 16,14 6 0-16,-2 0-27 15,14 0 15-15,0 5-109 16,12 3 66-16,7 3-64 16,11-1 69-16</inkml:trace>
  <inkml:trace contextRef="#ctx0" brushRef="#br0" timeOffset="-146678.33">19222 7385 312 0,'2'-16'118'0,"-2"16"-92"0,3 2 2 0,-3-2-5 0,0 6-2 16,0-1 2-16,-3 8 3 16,3-2 1-1,0 7-14-15,0-2 3 0,-2 5 4 0,-1-2-5 16,3 5 0-16,0-3-3 15,0 5 2-15,0-2-3 16,3 5 1-16,-1-5-9 16,7 2-2-16,-3-4 5 15,9-1 4-15,-3-3-3 94,6 1-2-94,-3-6 0 0,6-2-1 0,-3-3-2 0,8-1-2 0,-5-1 1 0,12-1-1 0,-6-2 0 0,8-1 2 16,-5 1-1-16,12 0-1 0,-6-1 1 0,2 1-1 0,-5 0 0 0,6-3 0 15,-6 0 0 1,11-6 0-16,-8 4 2 0,17-4 1 16,-8 1-4-1,6-3 1 16,-10 3 2-31,7-6 3 16,-9 3-2-16,8-8 0 0,-8 6-3 16,9-6-1-16,-10 5 1 15,10 1 0-15,-9 2-3 16,8 3 2-16,-11-1 1 16,0 1 2-16,-7 0-1 0,1-1-1 15,-6 4 5-15,-3-4 1 0,-3 4 0 16,0-3 1-16,-3 2 0 0,2-2 1 15,-2-1 0-15,0 1 0 0,-3 0-2 16,-3-3-1-16,0 2-1 16,-3-4 0-16,-3 2-2 15,-6-8 1-15,0 3-2 16,-18-11-1-16,3 3 1 16,-21-11-1-16,7 6 0 15,-13-3 0-15,6 5 0 16,-5 0 0-16,8 5 0 0,-18-2 0 15,10 3 0-15,-25 2 2 16,16 3-3-16,-16 5 0 16,16 2 1-16,-16-2 2 15,13 3-1 1,-34-3-1-16,19 3 1 0,-9 10-1 16,17-2-3-16,-5 13 2 15,8-6 1-15,10 9 0 16,8-3-14-16,3 8-5 15,9-3-56-15,4 5-26 16,5-5 52-16,6 8 25 16</inkml:trace>
  <inkml:trace contextRef="#ctx0" brushRef="#br0" timeOffset="-145594.38">20882 7403 228 0,'3'-24'85'0,"-3"24"-66"0,9-10 5 0,-6 10 1 0,0-3-3 15,0 3 4-15,-3 0 1 16,0 0 1-16,0 11-15 15,0-3 10-15,0 10 6 0,0-2-2 16,0 5 1-16,0-2-4 16,6 2-1-16,-3-3-6 15,3 3-2-15,0-5-3 16,3 3 2-16,0-6-3 16,6 3-1-16,-3-3-4 15,3 0-1-15,-3-2-3 47,2 0 1-47,-2-3-7 0,6-1 1 0,0-1 1 0,0 2 1 16,3-6 1-16,3 4 0 15,5-6 4-15,7 2-2 16,0-2 6-16,-1 0-5 16,4 0 3-16,-3 0-3 0,3-2 5 15,-4 2-5 1,1-3 6-16,-3 0-6 0,2-5 8 15,-2 0-7-15,9-2 5 16,-3 2-5 0,8-3 0-16,-2 3-2 0,3-2 1 15,-4 2-2-15,-2-3 2 16,-3 6-2-16,-4-6-1 16,1 6 1-16,-9-5 3 15,-3 2-2-15,-4-6 1 16,1 6-1-16,-6-7 3 15,0 4-3-15,-6-5 4 16,3 3-4-16,-6-3 1 16,3 3-1-16,-6-3-4 15,0 3 1-15,-9-3 1 16,3 5 0-16,-9-5 2 16,0 6-1-16,-18-9 2 15,3 6-2-15,-23-3-1 16,2 6 1-16,-14-4-4 15,8 4 2-15,-17-6 1 0,8 8 0 16,-17 3 0-16,8 2 0 16,-8 3 0-16,14 3 0 15,-2-1 0-15,14 4 0 16,-2 4-3-16,11 1 2 16,1 2-85-16,14 3 47 15,9 2-64-15,12 1 59 16</inkml:trace>
  <inkml:trace contextRef="#ctx0" brushRef="#br0" timeOffset="-144706.57">22118 7242 308 0,'-9'-6'115'0,"9"6"-89"0,9 6-1 16,-9-4 8-1,3 4-21-15,0 4 19 16,0 3-18-16,-3 6 24 16,3 2-21-16,-3 3 21 0,3 2-21 0,0 3 5 15,0-2-12-15,0-3 8 16,2 0-10-16,-2-3 10 16,3-3-10-16,0 1 5 15,0-3-7-15,-3 0 2 16,3-1-4-16,-3-1 0 31,3 1-1-31,0-1 1 16,3-1-2-16,3 0 4 0,0 0-3 15,6-2 1-15,3 2-1 16,5-2 1-16,4-1-2 0,3-2 2 16,0 6-2-16,2-12 2 15,-2 1-2-15,6-6 2 16,-4 1-2-16,10-9-1 15,0 6 1-15,-1-3-1 16,-2 5 0-16,0-5 0 16,-7 6 0-16,-2-6 2 15,-6 5-1-15,0-5 2 16,-3 3-2-16,-4-3 4 16,1 2-3-16,0-1 6 15,-3 1-5-15,0-2 6 16,3 3-6-16,-3-3 3 15,2 3-3-15,-2-3 0 16,0 3-1-16,0-3 1 16,0 2-2-16,-3-2 2 0,-3 3-2 15,-3-5 2-15,2 2-2 16,-8-6-1 0,0 4 1-16,-6-6-1 15,3 3 0-15,-9-9 2 0,4 4-1 16,-10-6 2-16,0 3-2 15,-9-8-3-15,3 5 1 16,-15-5 1-16,4 5 0 16,-19-2-3-16,6 7 2 0,-11-2 1 15,11 8 0-15,-14 0 2 16,5 5-1 0,-11 0-7-16,11 2 3 0,-8 4-93 15,14 2 52-15,3 5-70 16,15 3 66-1</inkml:trace>
  <inkml:trace contextRef="#ctx0" brushRef="#br0" timeOffset="-143750.33">23154 7228 288 0,'0'-2'107'0,"0"2"-83"0,6 5 2 0,-6-2 10 16,2-1-23-16,1 4 32 15,0 4-26-15,0 6 31 16,0 0-29-16,-3 5 23 16,3 0-25-16,-3 3 9 15,0 3-16-15,0-4 9 16,0 1-12-16,0-3 11 16,6 1-12-16,0-4 7 15,3 1-8-15,6-1 2 16,0-2-5-16,3 0 2 31,0 0-3-31,0-3 3 0,2 0-4 0,-2-5 4 16,3 3-4-16,-3-6 1 15,3 3-1-15,0-5 1 16,-1 2-2-16,1-5-1 16,3 0 1-16,0-3 1 15,-3 3-1-15,3-2-1 16,-4 2 1-16,1-3-1 15,-3 0 0-15,0-2 0 16,3 2 0-16,-3-2 0 16,2 2 0-16,-2-5 0 15,3 6 0-15,-3-6 2 16,0 3-1-16,-3-6-1 0,0 3 1 16,-6-5 1-1,2 5-1-15,-2-3 2 0,-3-5 0 16,0 3 1-16,0-5 2 0,-3 2 1 15,0-5-3-15,0 2-1 16,-3-5 1-16,0 3 0 0,0-3 0 16,0 6 4-16,0-3 3 15,0 2-11-15,0 1-4 16,0 2 2-16,0-3 0 16,0 6 2-16,0 0 0 15,0 2 2-15,0 1 3 0,0 2-7 16,0 0 0-1,0 2 0-15,0 1 1 0,0 0 1 16,-3 0 0-16,3-1 0 16,-3 1 0-16,0 0 4 15,-6-1 2-15,3 1-9 16,-11-3-3-16,2 3 7 16,-18 0 6-16,6-1-3 15,-15 4-2-15,10-1-1 16,-10 0-1-16,6 1-5 15,-5-1-1-15,5 0 0 16,-6 3 4-16,7 0 1 16,-7 3 1-16,9 0 4 15,0 5 5-15,4 0-67 0,5 13-29 16,6-3 43-16,6 9 21 16</inkml:trace>
  <inkml:trace contextRef="#ctx0" brushRef="#br0" timeOffset="-137294.9">12084 8972 208 0,'0'0'77'0,"0"0"-60"0,9-3 6 0,-9 3 1 0,9 0-9 16,-3 0 0-16,8-2-5 15,1 2-1-15,12-3-5 16,-3 0 2-16,15 3 3 0,-7 0-1 15,13 0 1-15,-9 0-3 16,11-2 1-16,-8-1 5 16,21-2 2-16,-10 2-1 15,13 1 2-15,-13-1-4 16,13 0 1-16,17 1-5 16,-14-4 1-16,-13 4-3 15,25-1 0-15,-16 0-3 16,15 1-2-16,28-6 1 0,-19 3-1 15,-21 2 4 1,25 0 5-16,-22 1-3 16,25-6 2-16,29-3 1 0,-6 3 5 15,-9 0-6-15,9 0 0 16,3 0-4-16,-24 3-1 16,-20 0 1-1,35-3 2-15,-24 0-1 0,36-3 2 16,30-2-2-16,6 0 2 15,-10 2-4-15,-11 1 0 16,9-4-1-16,3 4 1 16,-6-1-2-16,3 1 2 15,6-1-2-15,23 1-1 0,-5-4 3 16,3 4 0-16,-19 2-1 16,4-3-2-16,6 6-2 15,-15 0 1-15,8-3 1 16,1 0 2-1,-12 0-3-15,9-3 0 0,3 6 1 16,-10-3 2-16,1-3-1 16,3 3 2-16,-12 3-4 15,-3-5-2-15,12 2 2 16,-12 5 2-16,-9-8 0 16,8 1-1-16,-2 5 3 15,-6-1 0-15,3-4-4 16,3 2-1-16,-6 2 1 0,-6-2 0 15,6 1 1 1,3 1 0-16,-6 1 0 0,-9-3 0 16,6 0 0-16,0 3 0 15,-5 0 0-15,-7-1 2 16,6-2-1-16,3 3-1 16,-9 0-2-16,-6-3 1 15,9 0 1-15,0 3 2 16,-5 2-1-16,-7-2-1 15,6-3 1-15,3 2 1 16,-6 1-3-16,-6 2 0 16,-8-2 1-16,2 2 0 15,3 1 0-15,-5-1 2 0,-4 3-1 16,-12-5-1-16,-2 2 1 16,-1-2-1-16,1 0 0 15,-4 2 0-15,-2 0-3 16,-7 1 2-16,-5-1 1 15,-7 3 0-15,-2 0 0 16,-6 0 0-16,-4 0-3 16,-2 0 2-16,-3 0 1 15,0 0 2-15,-10 0-1 16,1 0-1-16,-3 0 1 16,-3 0-1-16,0 0 0 15,0 0 0-15,0 0 0 16,0 0 0-16,-1 3 0 15,4-3 2-15,0 2-1 16,0-2-1-16,0 0 1 0,0 0-1 16,0 0 0-1,2 3 0-15,1 0 0 0,0-1 0 16,0 4 0-16,0-6 0 16,0 5 0-16,2-2 2 15,4-3-3-15,0 2 0 16,0 1 1-16,0-1 2 15,-1 1-1-15,-2 0 2 16,-3-1-4-16,-3 1 0 16,0 0 3-16,-3-1 1 15,-3-2-1-15,-1 3-2 16,-2 0 1-16,-3-1-1 0,0 4 0 16,-3-1 2-1,0 3-1-15,-3-3-1 0,-3 3 1 16,0 3-1-1,-3-1 0-15,0 3 2 0,0 3 5 16,0 5 4-16,1 9-2 16,-1 7 0-16,0 10 1 15,3 4 1-15,-3-1-1 16,3-5-1-16,0-6-3 16,3-1-1-16,-3-4-1 15,3 0 2-15,3 1-1 16,3 4 0-16,-3 6-1 15,3 0 2-15,0 0-1 16,0-2 0-16,-1-6-1 0,1-3 0 16,-3-5-2-16,0-2 1 15,0-4-2 1,-3-4 2-16,0-3-2 0,0-3 2 16,0-2 0-16,-3-1 1 15,-3-2-2-15,-5-3 1 16,-7-2-2-16,-6-3-1 15,-9 0-2-15,-6 0 1 16,-2 3 1-16,-1-1 0 16,-6-2 0-16,-8-2 0 15,-16-1 0-15,-8 6 0 16,0 2 0-16,-4-5 0 16,-17-3 0-16,-9 3 2 0,0 0-1 15,-9-2-1-15,-18-1-2 16,3 3 1-16,-9-3 1 15,-12 1 0-15,6 4 0 16,-8-4 0-16,-10 4 0 16,3 1 0-16,-11-3 0 15,2 8 0-15,-3-8 0 16,-11 5 0-16,5-2 0 16,-17 2 0-16,14 3 0 15,-11-5 0-15,2 5 0 16,1-6 0-16,-6 9 0 15,5-6 0-15,-14 3 0 16,14 3 0-16,-14-1 0 16,8 9 0-16,-14-3 0 15,9 5 0-15,-7 0 0 16,1 6 0-16,9-6 0 16,-7 0 0-16,13-3 0 15,-18-2 0-15,20 0 0 0,-11-3 0 16,8 3 0-16,-2-8 0 15,2 6 0-15,13-7 0 16,-13 7 0-16,16-4 2 16,-1 1-3-16,1 2 0 15,17-2 1-15,-9-3 2 16,7 2-3-16,14-2 0 16,-3-3 1-16,3 3 0 15,12 0 0-15,0-5 2 16,1 2-1-16,14 3-1 15,14-3 1-15,7-5-1 16,-3 3-3-16,6 2 2 0,6 3 1 16,14 0 2-16,7-5-3 15,2-3 0-15,-2 0 1 16,29 3 0-16,10-3 0 16,-13 2 2-16,9 1-1 15,-2-1-1-15,-19 1 1 16,30-3-1-16,6 0-3 15,1-3 2-15,2 1 1 16,3-1 0-16,3 1 0 16,0-4 0-16,3 1 0 0,-3-3 2 15,4 0-3 1,-1-2 0-16,3 2 1 0,-3-3 2 16,3 0-3-16,-3-2 0 15,3 0 1 1,-3-3 0-16,3 3 0 15,-3-8 2-15,3 2-1 16,-3-5-1-16,3 3-2 0,-5-5 1 16,2 2 1-16,-6-3 0 15,3 4 0-15,0-4 2 16,3 6-3-16,-3-3 0 16,3 6 1-16,0-3 0 15,4 2 0-15,-1 0 0 16,3 4 0-16,0-7 2 15,0 4-3-15,0-3 0 0,0 2 1 16,0-5 2-16,0 3-3 16,0-5 0-16,3 5 1 15,0-6 0 1,0 6 0-16,3-3 2 16,0 6-3-16,-3-1 0 15,3 3 1-15,-3 3 2 0,0-3-1 16,0 8-1-16,0 0-26 15,0 6-10-15,0 2-94 16,0 5-43-16,3 0 90 16,3-2 42-16</inkml:trace>
  <inkml:trace contextRef="#ctx0" brushRef="#br0" timeOffset="-134531.53">11503 7980 208 0,'-3'-3'79'0,"3"3"-61"0,-3-5 32 0,3 5 10 16,-3 0-10-16,3 0-5 15,-6 0-10-15,3 0-5 16,-5 3-16-16,-1-3-2 0,-3 5-1 16,3-3 0-16,-3 6 3 0,3-2 2 15,0 4 2-15,3-2-1 16,0 5 1-16,3 1 2 16,3 7 0-16,0-5-5 15,3 8 1-15,0-6-3 16,6 3 0 78,0-2 1-94,6-1 2 0,-3-4-3 0,9-9 2 0,-4 0-4 0,4-10 1 0,-3 0-5 0,3-9 1 0,-3 1-3 0,3-5 0 0,-7 2-1 0,-2-3 0 0,-3 3-2 15,-6-2 1-15,0 5-2 0,-6-1 2 16,0 4-9-16,-3-1-3 15,0 3-53-15,-3 3-23 16,1 0-100-16,-4 2-42 16,3 3 119-16,0 0 56 15</inkml:trace>
  <inkml:trace contextRef="#ctx0" brushRef="#br0" timeOffset="-134278.17">11578 7781 376 0,'-6'-2'140'0,"6"2"-109"0,-3 21 18 0,3-16 2 0,0 14-9 15,0-3 0-15,-3 13-10 16,0-5-3-16,-3 7-16 16,3-4 3-16,-3 15 4 0,0-8-7 15,0 17-2-15,3-12-6 16,-3 9-2-16,3-6 1 15,0-5 2-15,0-5-8 16,0 0 0-16,3-6-119 16,0 3-53-1,0-5 85-15,-3 5 45 0</inkml:trace>
  <inkml:trace contextRef="#ctx0" brushRef="#br0" timeOffset="-133256.89">11604 9573 280 0,'6'-16'107'0,"-6"16"-83"0,3-21 26 0,-3 18 8 15,3-5-2-15,-3 0 1 16,0-5-16-16,0 2-7 16,0-2-20-16,0 2 2 0,-3-2 2 15,0 3-6-15,0-4 1 0,3 4-8 16,0-1-3-16,0 3-1 16,0 0-1-1,0 3-3-15,3 5 2 0,0 0 1 16,3 5 2-16,0 1 3 15,3 10 2-15,0-3 1 16,0 16 0-16,-3-5-2 16,0 7-1-1,0-4-1-15,-6 5 2 0,0-9-1 16,0 1 2-16,0-3-4 16,-3 1 0-16,0-7 1 15,-3 1 0-15,0-2-2 16,-3-1 1-16,3-3 0 15,-3 1 1-15,0-3-5 16,-3 0 1-16,4-3-2 0,2 0 0 16,0 1 2-16,3-4 2 15,0 1-1-15,3-3-1 16,0 0 3-16,9 0 0 16,0 0 1-16,8-3 2 15,-2 3-1-15,12-2 2 16,-3-1-2-16,6 3 2 15,-4 0 2-15,4 0 2 16,-6 0-10-16,3 0-5 16,-6 0-3-16,-1 0 1 15,-2 0-60-15,-3 3-28 16,-3-1 45-16,-9 1 25 16</inkml:trace>
  <inkml:trace contextRef="#ctx0" brushRef="#br0" timeOffset="-132396">13864 10414 472 0,'-21'-16'178'16,"15"11"-138"-16,3 5-27 0,6 2-22 0,6 6-2 15,3 0 5-15</inkml:trace>
  <inkml:trace contextRef="#ctx0" brushRef="#br0" timeOffset="-132218.47">14212 11171 520 0,'-9'21'192'0,"24"8"-149"0,6 16-12 0,-9-21-15 15</inkml:trace>
  <inkml:trace contextRef="#ctx0" brushRef="#br0" timeOffset="-132038.96">14399 12139 576 0,'-38'11'217'0,"29"20"-169"0,6 20-44 0,9-25-33 0,0 9 7 15,6 7 10-15</inkml:trace>
  <inkml:trace contextRef="#ctx0" brushRef="#br0" timeOffset="-131838.49">14355 13002 568 0,'-27'26'211'0,"24"3"-164"0,3 24-41 16,6-21-30-16,3 2 4 16,9 9 12-16</inkml:trace>
  <inkml:trace contextRef="#ctx0" brushRef="#br0" timeOffset="-130912.51">12762 14774 268 0,'3'-5'101'0,"-3"5"-78"0,0 0 9 15,0 0-3-15,0 0-6 16,0 0-2-16,0 0-5 0,0 0 0 16,3 5-9-1,0 3 7-15,0 3 5 0,3 5 5 0,-3 5 5 16,3 5-2-16,0 6-2 15,0 5-5 1,0-2 0-16,3-1 0 0,-3-8 0 16,3 1-3 15,-3-3 0-31,0-3-5 0,0-3 0 0,0-2-5 0,-3 0 1 16,0-3-3-16,0-2 2 15,-3-3-2-15,3-3 2 16,-3 0-6-16,0-5-1 15,0-2-44-15,0-3-20 0,-3-6-138 16,-3 0-58 0,-3-12 134-1</inkml:trace>
  <inkml:trace contextRef="#ctx0" brushRef="#br0" timeOffset="-129262.81">12798 14608 196 0,'6'-6'74'0,"0"-2"-58"0,6 6 34 0,-6 2 12 15,6 0-14-15,3 0-5 16,5-3-14-16,7 0-4 15,9-2-14 1,15-3 0-16,11 0 0 0,10-2 2 0,-1-1 3 16,9-5-5-16,19-2 1 328,2 2-5-328,0-3 1 0,15-2-1 0,15 3 1 0,0-1-2 0,18-5-1 15,6 6-1-15,8-3 0 0,19 2 0 0,-4 1 2 0,22-1-3 0,-10 3-2 0,16-2 2 0,-7-1 2 0,21-2 0 0,-8-3 0 0,8-5-3 0,0 0-2 0,13-11 1 0,-10 6 1 0,15-3-1 0,-9 2-1 0,12 1 1 0,-12 2-1 16,18 6 0-16,-14-1 0 0,11 4 0 0,-6-4 2 0,6 1 1 0,-3-6 1 0,3 0-2 0,6-5 1 0,-9 0-2 0,3-3 2 0,36 1 0 0,-18-1 1 0,-18 14-5 16,-3-4 1-16,-18 12 2 0,-5-3 1 0,-1 8-1 0,-21-3-2 0,4 2 3 0,-19 4 0 0,-14-1-1 0,3 1-2 0,-21 7-2 0,-18-2 1 0,-9-1 1 15,0 1 2-15,-12 5-3 0,-9 0 0 16,-15 0 1-16,-5-2 2 16,-1 2-1-16,0-3-1 15,-5 6 1-15,-7-3 1 16,-11 5 3-16,-7-5 4 15,-5 2 0-15,-6 1 2 16,-6 2-4-16,-1 1 1 0,-5 2-5 16,-3 2 0-16,0 3-1 15,0 3-2-15,-1 5 1 16,1 6 1-16,-3 5-1 16,0-1-1-16,-3 4 1 15,-3-1-1-15,-4 3 0 16,1-5 0-16,-3 2 2 15,-3-4 1-15,-6-1 1 16,0 5 0-16,-3 6-2 16,-3 13 1-16,-3 7-2 15,-2-1-1-15,-1-6 1 16,0-3 1-16,0-2-1 16,0-6-1-16,3 3 1 15,0 5 1-15,0 6-1 0,3-1-1 16,-3-2 1-16,0-5 1 15,0-6-1-15,0-5 2 16,-2-2 0-16,-1-6 1 16,-3 0-5-16,0 0 1 15,-6-3 0-15,0-2 2 16,-6-3-1-16,-8 0 2 16,-7 1 0-16,-12-4 1 15,-8 1-2-15,-4-1 1 16,-5-2-2-16,-12-3-1 15,-22-2 1-15,-2-1-1 16,-6-4 0-16,-30-1 0 16,0-2-3-16,-11-3 2 15,-19 0 1-15,0-3 0 0,-26 0 0 16,11-2 0 0,-26 0 0-16,9 2 2 0,-27 1-1 15,8 2-1-15,-17 2 1 16,-3-2-1-16,-6 5-3 15,-9-2 2-15,3 2 1 16,-15 1 0-16,12-1 0 16,-9 3 0-16,4-5 0 15,5 4 2-15,-18-1-1 16,24 2-1-16,-15 2-2 16,9-2 1-16,0 3 1 15,6-1 2-15,3 1-1 16,6 0-1-16,12 2 1 15,-1 0-1-15,13 0 0 16,9-2 0-16,0 2 0 0,17-2 0 16,-2-3 0-1,14 5 0-15,15-5 0 0,-2 0 0 16,11 2-3 0,18-2 2-16,3-2 1 0,0 1 0 15,15 4 0-15,9-3 2 16,9-5-3-16,0 2 0 15,2 0 1-15,16 3 2 16,9 0-1-16,8-3-1 16,7-5-2-16,2 0 1 0,4 0 1 15,2 0 0 1,1 0 0-16,8 3 0 0,3 0 0 16,7-1 0-16,2-2 0 15,6 3 2 1,3-3-3-16,3 0 0 0,1 0 1 15,5 0 0-15,0 0 0 16,3 0 2-16,0 0-1 16,3 0-1-16,3 0-35 15,0 0-14-15,3-3 25 16,3 3 12-16</inkml:trace>
  <inkml:trace contextRef="#ctx0" brushRef="#br0" timeOffset="-121937.12">6101 11621 184 0,'-6'5'68'0,"6"-5"-52"0,3 5 19 15,-3-5 31 1,0 0-36-16,3-3 23 16,3 3-31-16,6-5 8 15,3 0-18-15,8-8 9 16,1 2-12-16,15-7 15 16,0 4-14-16,8-10 18 15,-2 6-16-15,2-8 9 16,-5 2-12-16,-3-3 2 15,-3 9-7-15,-7-1 0 16,-5 6-2-16,-6 0 1 0,-6 7-2 0,-3 6 2 16,-9 3-2-1,-3 5 2-15,-9 8-2 0,-6 2-1 16,-9 1 3-16,-8-1-2 0,-7 4-1 16,-3-1 1-16,1 0 1 15,-1 0 1-15,6 0 1 16,4-2-2-16,5-1 1 15,3-2-2 1,6-3-1-16,9-2 1 0,3-6-1 16,6-2 0-16,9-6 2 15,6-5-1-15,12-2 2 16,12-3-2-16,2-3-1 16,7-3 1-16,0 1-1 0,-4-4 2 15,1-1 1-15,-6 2 5 16,-3 2 3-16,-10 6-2 15,-2 2 0-15,-6 6-5 16,-6 5-1-16,-6 8 1 16,-9 2 2-16,-6 6-3 15,-9-2-2-15,-5 1 0 16,-7-4 1-16,0 2 1 16,0-2 3-16,4-1-1 15,2-2 2-15,6 0-4 16,3 0-2-16,9 0-20 15,6-3-8-15,9 6 12 0,3 0 7 16</inkml:trace>
  <inkml:trace contextRef="#ctx0" brushRef="#br0" timeOffset="-118559.89">11899 14669 160 0,'3'-6'63'0,"0"4"-49"0,0 2 16 15,-3 0 3-15,0 0-3 16,0 0 0-16,0 0-4 16,0 0 1-16,0 0-15 15,-3 0 4-15,0 2 2 0,0 1 3 16,-3 2 2-16,0 0 1 16,-3 3 2-16,-3 0-8 0,-2 3-3 15,-1 5 5 1,-3 2 1-16,0 6-2 0,0 5 1 15,0 8-5 1,3 3 1-16,0 2-5 0,4-5 1 16,-4 0-5-16,6-5-2 15,3-3 4-15,0 0 4 16,3-5-3-16,3-5 2 16,3-1-3-16,3-5 0 15,3 1-3-15,3-6 1 16,5-3-2-16,1-2 2 15,3-3-2-15,0-3 2 16,0 0-4-16,-3-2 0 0,-3 0 1 16,-3-3 0-16,-4 0 0 15,-2 0 0-15,-6-3-2 16,-6 1-2-16,-5-4 1 16,-4 4-1-16,-6-1 0 15,0 3 0-15,0 3-7 16,3 0-3-16,3-3-67 15,12-3-29 1,12-5 54-16</inkml:trace>
  <inkml:trace contextRef="#ctx0" brushRef="#br0" timeOffset="-117779.07">12069 14833 168 0,'-3'0'63'16,"3"-3"-49"-16,-3 3 16 0,3 0 3 0,0-3-5 16,0 1 0-16,0-1-2 15,0 0 1-15,0-2-15 16,0 0 6-16,0-3 3 0,0 0 0 15,0 0 2-15,0 0-7 16,0 0 1-16,0 0-4 16,0 0 0-16,3 0-1 15,0 0 0-15,0 3-2 16,3-3-1-16,3 0-3 16,3 0-1-16,2 0 1 15,4-2 1-15,3-1 1 0,0 3 2 31,3 3-3-31,-3 2 1 0,0 3-5 16,-4 3 0 0,-2 5 3-16,-6 2 3 0,-6 4 2 0,-6 4 1 15,-3 6 0-15,-3 5 0 16,-3 0-2-16,0-2-1 16,4-4-1-16,-1-1 0 15,3-7-2-15,0-1 1 16,6-6-2-16,0-8 2 15,12-3-4-15,3-5 0 16,5-3-1-16,4 4-2 16,0 1 1-16,-3 4-1 0,0 7 0 15,-4 5 0-15,-2 9-3 16,-6 5 2-16,0 2 1 16,-6-2 2-1,-3 0 3-15,-6-3 4 0,-3-5 0 16,-6 0 0-1,-5 2-3-15,-7-2 1 16,-3 0-2-16,0 0 0 0,-2 0-149 16,5 10-64-16,0-2 104 15,-15-3 52-15</inkml:trace>
  <inkml:trace contextRef="#ctx0" brushRef="#br0" timeOffset="-112357.91">13161 14716 176 0,'3'-5'68'0,"0"0"-52"0,0 2 28 0,-3 3 9 0,0 0-14 16,0 0-5-16,0 0-11 15,3 5-2-15,0 3-12 16,0 3 8-16,0 5 3 0,0 5 5 16,3 5 2-16,0 6 1 15,0 0 2-15,0 2-5 16,0 1-3-16,0-4-8 15,0-2-1-15,0-2-8 16,0-6-1 0,0-2 0-16,-3-4 0 0,0-4 0 15,0-3 0-15,-3 0-7 16,0-3-2-16,0-5-100 16,-3-5-43-16,-3-3 74 15,-3-8 37-15</inkml:trace>
  <inkml:trace contextRef="#ctx0" brushRef="#br0" timeOffset="-111142.8">13176 14711 204 0,'15'-3'77'0,"-6"1"-60"0,12 2 19 0,-9 0 7 15,6 2-9-15,2 1-2 16,7-1-5-16,0-2-2 0,3 0-14 16,5-2 2-16,7-1 3 0,9 1-2 15,5-1 2-15,1 0-11 16,-1 1-6-16,1-4 1 16,2 1 1-1,7-3 0-15,5-2-1 0,-2-4-2 16,-4 1 1-16,1 0 1 15,-10-3 2-15,-5-3-3 16,0 6-2-16,-4 0 2 16,1 2 0-16,-1 3 1 15,1 1 0-15,-3 1 0 16,-4 4 2-16,1-1 1 16,-3 0 1-16,-1 3-2 15,1-2 1-15,3-1 2 16,2-2 2-16,1-1-1 0,3 4 1 15,-4-4 0-15,1 4 3 16,-6-1-3-16,-4 1 1 16,-2-1-1-16,-3 0 1 15,-3 1-4-15,0-1-1 16,-1 0 1-16,4 1 0 16,9-1 0-16,-1 0 2 15,-2 3-3-15,0-2 0 16,3 2 3-16,-4-3 3 15,1 3-2-15,-3 0-2 16,-6 3 0-16,-4-1 1 16,-2 1-1-16,0 0 0 0,-3 2-3 15,0-2-2 1,-3 2 1-16,3-2-1 0,-7 2 0 16,1 0 0-16,-3 6 0 15,0-3 0-15,0 5 2 16,0 0 1-16,0 3-1 15,0-3-2-15,0 8 1 16,0-7 1-16,0 1 1 16,0-1 3-16,-3-1-3 15,0 0 0-15,-1 0 1 16,1-2 2-16,0 0-1 16,0-1 0-16,0 1-1 15,-3-1 0-15,0 1 0 0,-3-3 0 16,0 0 0-1,0 0 2-15,-3 0-3 0,-3 0-2 16,-3 0 0-16,0-3 1 16,-2 3 1-1,-4 0 1-15,0 0-2 0,-3 0-2 16,0 2 1-16,-3-2 1 16,0 0-1-16,-2 0-1 15,-10 0-2-15,-6 0 1 16,-5 0 1-16,-7 0 2 15,-3 2-1-15,1 1 2 16,-1-1-2-16,-2-4 2 16,-10 2-4-16,-8 0 0 0,-1 5 1 15,4-5 0-15,2 2 0 16,-5-4 2-16,-3 2-1 16,-7-3-1-16,1 5 1 15,3-4-1-15,-1-4 0 16,-2 1 2-16,-6 0-1 15,-1-1-1-15,10 1 1 16,2-3-1-16,7-3 0 16,0 1 2-16,20-1-3 15,-26 0 0-15,8 3 1 16,7 0 0-16,8 8 0 16,6-8 0-16,7 6 0 15,5-4 0-15,6-2 0 16,4 3 0-16,8 5-3 15,3-5 2-15,3 7 1 0,3-5 2 16,9 3-21 0,6 0-88-16,3 0-40 15,0 0 74-15,6 0 37 16</inkml:trace>
  <inkml:trace contextRef="#ctx0" brushRef="#br0" timeOffset="-110329.3">13268 15147 156 0,'0'0'60'0,"0"0"-47"0,0 0 19 0,0 0 5 16,0 3 1-16,-3 2 4 16,-3 3-1-16,-2 0-1 15,-4 5-21-15,-6 6 15 0,-3 7 6 16,-3 9-18-16,-3 7-7 16,-2 3 1-16,-1 3 3 0,0-6 2 15,-3-2-1 1,-5 2-2-16,-13 0-1 0,-9 14-1 234,-5 8 3-234,-1 7-9 0,-2-8-1 0,-6-2-3 0,-16 5 1 0,-8 16-6 0,9 3-1 0,2-5 2 0,-2-12 1 16,-6-2 1-16,0 3 2 0,8 8-1 0,4-6 2 0,-6 1-4 0,-1-9 0 0,1-2 1 0,9-8 2 0,8-3-3 0,4-7 0 0,5-1-1 0,1-2 1 0,5-3-2 0,4 0 2 0,8-3-2 0,6-5-1 0,7 0 1 0,-1-5-1 0,12 0-7 0,6-5-3 15,9-4-41-15,12-4-18 0,15-8 32 0,15-17 20 0</inkml:trace>
  <inkml:trace contextRef="#ctx0" brushRef="#br0" timeOffset="-109430.88">15685 14830 228 0,'0'8'85'0,"3"-3"-66"0,9 0 21 0,-6 1 7 0,3-1-18 16,3 6-4-16,3 2-6 15,3 5-3-15,3 6-8 16,2 3 10-16,4 2 8 0,0 0-12 16,6 0-5-16,-1 3 3 15,4-1 2-15,3 6-3 16,3 3-1-16,5 2-4 16,10 6 1-1,5 2 0-15,7 3 1 0,-1-5 0 16,1-6 0-16,8-2-2 15,9 2 1-15,10 3-2 16,-4 3 2-16,6 0-2 16,15 2 0-16,0 3-3 15,-3-6 1-15,7-4-2 16,5-6 2-16,-3 0-2 16,-6-3 2-16,3-5 0 15,6 6 1-15,-3 4 0 0,-9 1 0 16,6 0 0-16,6 2 0 15,-9 3-2-15,-9-5-2 16,4-6 3-16,2-5 2 16,-6 0-4-16,-9-2-1 15,-11-1 2-15,-7-10 1 16,15 3-1-16,-8-4-2 16,-10 1 1-16,-9-2 1 15,-11-1 1-15,-9 0 1 0,-7-2-5 16,-11-1 1-16,-6 1-99 15,-9-6-45-15,-27 0 63 16</inkml:trace>
  <inkml:trace contextRef="#ctx0" brushRef="#br0" timeOffset="-108570.72">10789 17267 220 0,'0'-6'85'0,"0"6"-66"0,0 0 14 0,0 0 2 16,6 6-9-16,0 2-3 15,0 2 4-15,-3 3 3 16,0 3-16-16,0 0 16 0,0 8 7 0,0 0 0 15,0 8 3-15,0 5-9 16,0 2-4-16,0 4-9 16,0-6-1-16,0 0-4 15,-3-8 0-15,0-3-5 16,0-5-3 0,0-5 0-16,0-2 1 0,2-4-1 15,1-12-62 1,0-6-28-1,0-11 42-15,0-7 21 0</inkml:trace>
  <inkml:trace contextRef="#ctx0" brushRef="#br0" timeOffset="-106618.5">10899 17182 324 0,'6'-21'123'0,"12"21"-95"0,18 0-8 16,-19 0-11-16,4 0-1 15,3 0 5-15,3 0 7 0,0 0 2 16,2-3-11-16,10 1 0 0,9-1 2 16,11 0-3-16,7 1 0 15,2-1-4-15,4-5 1 16,14-5-2-16,9 2 2 15,3 1-2-15,1-4 0 16,11-1 1-16,6 4 1 0,-3 0 1 16,9-2 0-16,12 5-4 15,0 3-1-15,0-6-1 16,12 3 1-16,-9 3-2 31,6-5-1-31,11 2 1 0,-5 0-1 0,0-3 0 16,9 3 0-16,-9 0 0 15,8-2 2-15,7 2-1 16,-12 0 2-16,6 0-2 16,-1-3-1-16,-5 3 1 15,9-8 1-15,-3 6-1 16,-10-6-1-16,10 0 1 0,-3 0-1 16,-6 0 0-1,3-5 0-15,-4 5 0 16,-11 0 0-16,33-5 0 0,-3 3 2 15,-21 10-1-15,-18-5-1 16,3 2 1-16,0 3-1 16,-12 5 0-16,-6-2 0 15,0 0 0-15,0 2 2 16,-6 8-3-16,-9-2 0 16,-5-3 1-16,5 0 2 15,3 3-1-15,-9 2-1 16,-8 3 1-16,-10-5-1 15,0-1 0-15,4-2 2 0,5 3-1 16,-5 0-1-16,-7 2 1 16,-5-5-1-16,-1 0 0 15,3-3 0-15,1 3 0 16,-1 0 2-16,-2 0-1 16,-7 0-1-1,-5 0 1-15,-3-2 1 0,-7-1-1 16,-5-2-1-16,-3-1 1 15,-1-2-1-15,-2 3 0 16,-6 0 0-16,-3 2 0 16,-3 1 0-16,-1-1 0 15,-2 0 2-15,-3 1-1 16,0-1-1-16,-3 0 1 16,0 3-1-16,0 0 0 0,3 0 0 15,-4 3 0-15,1 2 0 16,0 1 0-16,-3-1 2 15,0 3-3-15,0-3 0 16,0 3 1-16,-3 0 0 16,0 3 0-16,0-1 0 15,0 3 0-15,0 1 2 16,0 1 1-16,0 1 1 16,3 3-2-16,0-3-2 15,-1 2 3-15,1-2 2 16,0 3-2-16,0-6 0 15,0 3-1-15,0 0 1 16,0-3-2-16,-3 0 2 16,0 0 0-16,0 1 3 15,0-1-3-15,0 3-2 16,0-1 2-16,0 4 0 0,0 0-1 16,0 2-2-16,0 3 1 15,0 2 1-15,0 3-1 16,-4-2 2-16,1-1-2 15,-3-2 2-15,0 0-2 16,0-6 2-16,-3 1-2 16,-2-3-1-16,-1-1 1 15,-3-1 1-15,-3-1 1 16,-3-3 1-16,-3 4-5 16,-3-6 1-16,-6-3 0 15,-5 0 2-15,-13 0-1 16,-9 1-1-16,-5 2 1 15,-1 0 1-15,1-3-1 16,-10-5 2-16,-14 3-2 16,-9-1-1-16,-1 4 1 0,-2-4-1 15,-15-2 0-15,-9 3 0 16,6 2 0-16,-6-8 2 16,-15 3-1-16,6 3-1 15,0-6 1-15,-15 1-1 16,0 4 0-16,6-4 0 15,-15-1 0-15,4 3 2 16,5-2-1-16,-18-1-1 0,12 3 1 16,6-3-1-16,-11 1 0 15,2 2 2-15,6-3-1 16,-9 0-1-16,6 6 1 16,6-3-1-16,-8-3-3 15,-1 9 2-15,12-4 1 16,-9-2 2-16,0 8-3 15,9-3 0-15,-1470-5 1 16,2926 8 2-16,-1453 3-1 16,0-6-1-16,-6 3 1 15,9 8-1-15,6-5 0 16,-12-1 0-16,6 6 0 16,12 0 0-16,3 0 0 15,-6 0 0-15,0 5 0 16,12-3 0-1,6 1 0-15,-3-1 0 16,-1 1 0-16,10 0 2 0,6-4-3 16,0 1 0-16,-6 0 1 15,2 0 0-15,13-3 0 0,6 0 2 16,-1-5-3-16,-2 0 0 16,-3 0 1-16,2 0 0 15,10 3 0-15,5-1 2 16,-2-2-3-16,2-2 0 15,-2-1 1-15,0 0 0 16,2 3 0-16,7 0 0 16,2 0 0-16,1-3 2 15,-1 1 1-15,-2-1 1 16,-4 0-2-16,1 3 1 0,-1 3-2 16,10 2 2-16,2-5 0 15,3-3 1-15,1 0 0 16,2 1 2-16,3-4-3 15,4 1 0-15,5-3-1 16,6 0 1-16,9-3-2 16,4 1 2-16,14-6-7 15,12 0-48 1,8-3-20-16,7 1 36 16,0 4 18-16</inkml:trace>
  <inkml:trace contextRef="#ctx0" brushRef="#br0" timeOffset="-105883.28">10929 17259 244 0,'24'-11'93'0,"-9"6"-72"0,8 0 5 16,-11 2-3-16,3-2-4 15,0-3 3-15,3 2-3 16,0 1-2-16,3 0-9 16,-1 0-1-16,4-1 0 0,3-2 1 15,9-2 2-15,5-1-1 16,4 1 0-16,3 2 1 0,-1 0 1 15,1 0-5-15,0-3-2 16,-1-2-9 62,4 0-4-78,5 0 16 0,1 2 6 0,2 3-3 0,-5 3-1 0,-3-1-5 0,-4 1-1 0,-2 0-1 0,-3 0-2 0,-4-3 1 16,1 2 1-16,-3 1 1 0,-1 0 3 15,-2 2-3-15,0 0 0 16,0 1-1-16,-4-1 1 16,1 3-2-16,-3 0-1 15,-3 0 5-15,0 0 4 16,-4 0-1-16,1 0 1 16,-3 0-3-16,-3 0 1 0,0 0-2 15,0-3 0-15,-3 1-3 16,0-1 1-1,-1 1-4-15,1-1 0 0,-3 3 1 16,-3 0 2-16,0 0-3 16,0 0 0-16,-6 0-70 15,6 3-29-15,9 10 50 16</inkml:trace>
  <inkml:trace contextRef="#ctx0" brushRef="#br0" timeOffset="-103634.1">14650 16970 216 0,'0'-5'82'0,"2"5"-64"0,-2-3 15 16,0 3 4-16,0-2-10 15,0 2-3-15,0 0-10 16,0 0-1-16,0 0-8 15,0 0-1-15,0 0 2 0,0 0 3 16,0 0 5-16,3 5 1 16,-3 0 3-16,3 3 1 15,0 0 3-15,0 3 1 0,0 2 1 16,0 3-2 0,-3 2-2-16,3 6-2 0,0 0-1 31,0 5-3-31,0-2-1 0,0 2-1 0,0-3 0 15,-3 1 0-15,0-6 2 16,3 0-5-16,-3-5-1 16,0 0-2-16,0-6 1 15,3 1-2-15,-3-3 2 16,0 0-2-16,0-3 0 16,0 3-1-16,0-3 0 15,0-2-2-15,-3 0 1 0,3-1-2 16,-3 1-1-16,0 2-4 15,-3 0 0-15,-3 1-5 16,0-1 1-16,0 0-9 16,1-2-4-16,-1 0-31 15,3 2-12-15,3-2 34 16,0 5 17-16</inkml:trace>
  <inkml:trace contextRef="#ctx0" brushRef="#br0" timeOffset="-101501.01">16555 16915 176 0,'2'0'66'0,"-2"-3"-52"0,3 1 28 16,-3 2 9-16,0-3-10 0,0 0-3 15,0 3-9-15,0-2-4 16,0 2-13-16,0 0-1 0,0 0 0 16,-3 2 0-16,1 1 3 15,-4 0 2-15,0-1-1 16,0 3 1-16,0 1 3 16,-3-1-2-16,0 0-1 15,0 3-4-15,0 0 0 16,-3 3-1-16,3-1 1 15,0 4-4-15,0-1 0 16,0 3-1-16,-3 0 3 47,4 5-3-47,2-3 1 0,0 3-1 0,0-2 3 16,3 2-1-16,0-2 0 0,3-1-3 0,0-2-1 0,3 0-1 15,3-3 0-15,3 0-2 16,0-2-2-16,5 0 3 15,-2-4 0-15,0 1-1 16,0-5 1-16,3 0 0 16,-3-3 1-16,0 0-5 15,0-6 1-15,0 1 0 16,0-5 2-16,-4 2-1 16,-2-6 2-16,0 1 0 15,-3-3 1-15,0 0-2 0,-6 1-2 16,-3-1 1-16,-3 2 1 15,1 1-1-15,-7 3-1 16,0 2 1-16,-3 2-1 16,-3 4-29-16,3 4-10 15,0 4-78-15,0-1-31 16,7 0 76-16,5 1 37 16</inkml:trace>
  <inkml:trace contextRef="#ctx0" brushRef="#br0" timeOffset="-100961.42">16891 16910 236 0,'9'-11'90'0,"-6"8"-70"0,0-2 15 16,-3 5 2-16,0 0-1 15,0 0 0-15,-3 5-4 16,-3 1 0-16,0-1-18 16,-3 3 1-16,0 2 1 0,3 1 7 15,0 5 3-15,0 0-2 0,3 2-1 16,0 3-6-16,3 1 0 15,3 1-6 1,3-1 1-16,3-4-5 0,0-2 1 16,6-3-3-16,0-2 0 31,0-3-1-31,0-6 2 0,-1-2-1 0,1-2 0 16,0-1-3-16,-6-2 1 15,0 2-2-15,-3 3-1 16,0 5-2-16,-6 3 1 15,0 6 1-15,0-1 0 16,0 3 0-16,-3 0 2 16,3-1 1-16,-3 1 1 15,3 3 0-15,3-3 0 0,3 0 0 16,0-6 2-16,0 1-34 16,3-3-15-16,0-6-116 15,0-2-48-15,5-8 106 16,4-7 52-16</inkml:trace>
  <inkml:trace contextRef="#ctx0" brushRef="#br0" timeOffset="-100210.43">17439 16944 304 0,'-3'11'112'0,"6"-1"-87"0,-3 9 26 0,3-9 6 16,-3 6-14-16,3 5 0 15,-3 6-13-15,0 2-6 16,0 0-14-16,2 0 2 0,-2-3 4 16,3-2-4-16,-3-5 1 15,3-3-4-15,-3-6 0 16,0 1-1-16,0-6 2 15,-3-2-3-15,0-9 1 16,-2-4-3 0,2-6-3-16,-3-5-1 0,3-6 0 15,0-2 1 32,3 0-1-47,-3 0 2 0,3 3-2 0,3-1-1 0,3 3 1 0,0 1-1 0,5 4-3 16,1 1 2-16,3 7 1 15,0-2 0-15,0 7-3 16,0-2 2-16,3 6-1 16,0 2 0-16,-3 2 2 15,-4 4 0-15,-2 2 0 16,-3 2 2-16,-3 1-3 16,-3-1 0-16,-3 1 3 15,0 2 1-15,0-2-1 16,-3-1 1-16,3-2 0 0,0 0 1 15,0-2 0-15,6-4 0 16,3-2 0-16,3-2 2 16,6-1-3-16,6-2-2 15,3 2-3-15,3 0-1 16,-1 3-1-16,-2 3 3 16,-3 5-2-16,-6 3 1 15,-3 4 0-15,-6 7 0 16,-6 4 2-16,-6-2 2 15,-6 0 3-15,-3-3 2 16,-3-3 3-16,-3 1 4 16,1-6-6-16,-1 0 0 15,3-5-2-15,3 3-1 16,0-6-1-16,3 0 0 16,3 1-7-16,3-4-2 15,9-7-115-15,3-6 65 16,9-4 23-16</inkml:trace>
  <inkml:trace contextRef="#ctx0" brushRef="#br0" timeOffset="-99790.1">17879 17013 352 0,'-3'0'132'0,"3"5"-103"0,3 0 18 16,-3 1 4-16,3-1-14 15,3 3-1-15,0 0-7 16,0 0-4-16,3-3-13 0,3 0-1 16,-3-2 2-16,3 0-5 0,-3-3 0 15,-1 0-4-15,1-3-1 16,0-2 1-16,-3-1 0 16,0 1 0-16,-3 0 0 15,0 2-5-15,-3 3 1 16,0 5-2-16,0 3 0 15,0 6 2-15,0 4 0 16,0 9 2-16,0-1 3 16,0 3 4-1,0 0 2-15,-3-2 1 0,0-1 2 16,-3-5-3-16,0 0 1 16,-3-5-5-16,0-2-2 0,1-4 2 15,2-2 2-15,0 0-2 16,0-5-2-16,0-1-31 15,6-15-123 1,0-3-28-16,6-13 86 16,9-8 48-16</inkml:trace>
  <inkml:trace contextRef="#ctx0" brushRef="#br0" timeOffset="-99513.84">18189 16843 344 0,'6'-5'129'0,"0"16"-100"0,0 5 24 16,-4-9 7-16,1 4-15 0,0 5-2 15,-3 0-4-15,0 2-1 16,0 4-20-16,-3 1-2 0,0 1 1 16,1 3-5-16,-1-4 1 15,0 1-6-15,0-3 1 16,0-5-3-16,-3 0 2 15,0-3-4-15,0-5-2 16,0-2-53-16,0-9-23 16,0-5 38-16,3-3 18 15</inkml:trace>
  <inkml:trace contextRef="#ctx0" brushRef="#br0" timeOffset="-99144.83">18153 17037 284 0,'6'0'107'0,"0"0"-83"0,3 2 21 0,-3-2 5 0,3 0-1 15,0 3 3-15,2-1-13 16,4 1-6-16,0 0-19 16,3-1 0-16,0 1 2 0,3 0 1 15,0-3 1-15,2 0-3 16,1-3-1-16,3-2-6 16,0-3 0-16,0 0-3 15,-4 0 0-15,-2 0-1 16,-6 0 0-16,-6 3-2 15,-6-1 1-15,-6 6-2 16,-6 0-1-16,-3 6 1 16,0 2-1-16,-3 2 4 0,4 4 2 15,-1-1 0-15,3 3 1 16,3 2 0 0,3 1 3-16,3-1-3 0,6-2-2 15,3-3 2 1,3-2 0-16,2-3-1 0,4 0 1 15,6-3-2 1,0-2 0-16,0-3 1 0,3-3 1 16,-4-2-72-16,-2-1-30 15,-3-4 47-15,-6 2 24 16</inkml:trace>
  <inkml:trace contextRef="#ctx0" brushRef="#br0" timeOffset="-92782.33">12215 17084 216 0,'3'-8'82'0,"0"6"-64"0,0-1 13 16,-3 3 1-16,0 0-2 15,0 0 4-15,0 0-3 16,0 0-1-16,0 0-17 15,0 0 8-15,0 0 2 0,0 0-18 16,0 0-7-16,3 5 9 0,0 1 4 16,0 4 3-16,0 1 2 15,0 2 0-15,-1 5 3 16,1 1-5-16,0 2 2 16,0 3-3-16,-3-3 2 31,0 3-2-31,3-3 2 0,-3 0-4 0,0-2 1 15,0-1-3-15,0-2 0 16,0 3-1-16,0-3 0 16,0-1-2-16,0 1 1 15,0 3-2-15,0-3 2 16,0 2-2-16,0 3 2 16,3 3 0-16,3 3 3 15,0-1 1-15,0 1 1 16,0-4-6-16,0-1-2 15,-3-4-2-15,0 1 1 0,0-4-2 16,0-1 2-16,-3-4-2 16,0 1-1-16,0-3 1 15,0-3 1-15,0-2-1 16,0 2 2-16,0-2-2 16,0-1 2-16,-3-2-2 15,0 3 2-15,0-3 0 16,0 0 3-16,3 0-3 15,0 0-2-15,0 0-9 16,0 0-3-16,3-3-91 16,3 1-39-16,0-4 71 0,-3-4 35 15</inkml:trace>
  <inkml:trace contextRef="#ctx0" brushRef="#br0" timeOffset="-91412.07">12539 17328 208 0,'-6'0'79'0,"6"-3"-61"0,0 0 12 16,0 3 4-16,0 0-9 15,0-2-2-15</inkml:trace>
  <inkml:trace contextRef="#ctx0" brushRef="#br0" timeOffset="-91022.6">12539 17314 444 0,'6'-8'23'0,"3"3"1"0,0-3-2 15,3 0-2-15,3-2 3 16,3 2 0-16,-1 0-4 15,1 0 1-15,-3 3-7 16,-3 2-3-16,-3 0-3 16,-6 9 0-16,-3 1 0 15,-3 1 3-15,0 3-1 16,-3 0 2-16,0-1-4 0,0 1 1 16,0-3-5-16,0 0 0 15,3 0-1-15,0-3 1 16,3 3-2-16,0-3 2 15,3 6-2-15,0-6-1 16,3 3 1-16,0 0-1 16,3 2 6-16,-3 1 4 15,0 2 1-15,0 0 1 16,-3 1 0-16,-3-1 0 16,0 0-2-16,-3 0 1 15,0 1-4-15,-6-1 1 16,0 0-3-16,-3 0 2 0,0 1-4 15,0-1-2-15,1-3-40 16,2-2-16-16,3-8-125 16,3-5-55-1,12-3 122-15</inkml:trace>
  <inkml:trace contextRef="#ctx0" brushRef="#br0" timeOffset="-90590.22">12959 17177 200 0,'6'-6'74'0,"-3"4"-58"0,0 7 20 0,-3-5 7 16,0 5-4-16,0 1 1 15,0 2-7-15,-3 2 0 16,0 3-19-1,-3 3 7-15,0 3 3 0,0-3 5 0,0 2 2 16,-3 1-3-16,3-3 0 16,0 0-5-16,0 2-2 15,0-2-5-15,3-3-2 16,0 3-2-16,3-3 0 16,6 0-2-16,0 1 1 15,3-4-2-15,0 1 0 16,3-6-3-16,0 0 1 15,-3-2-2-15,0-3 0 16,-3-3-1-16,0 1 2 0,-6-3-1 16,-3-1 0-16,-3 1-6 15,-6 0 1-15,-3-1-2 16,-3 1 0-16,-3 0-33 16,-3 2-15-16,1 0-73 15,2 3-33-15,0 8 81 16,6 0 39-16</inkml:trace>
  <inkml:trace contextRef="#ctx0" brushRef="#br0" timeOffset="-89686.9">13352 17084 228 0,'3'-2'85'0,"0"2"-66"0,-3 2 19 0,0-2 3 15,0 5-1 1,0 3 3-16,0 6-2 0,3 1-1 16,-3 7-21-16,0 1 6 0,3 4 5 15,0-1-3-15,0-2-1 16,-3 0-6-16,0-5 0 16,0-4-7-16,0-1 0 15,0-1-4-15,-3-5 0 16,3 0-1-16,-3 0 0 15,3-3-2-15,-3-5-1 16,3 0-1-16,0-3 0 16,3 1-2-16,0-6 1 0,3 0-2 15,3-3 2-15,2 3-4 16,1-2 0-16,0 2 1 16,0 0 0-16,0 3 0 15,0 2 0-15,0 8-3 63,0-2 2-63,-3 5 1 0,0 0 0 0,-3 2 0 0,-3-2 0 0,-3 0 4 0,-3 0 2 0,-3 3 2 15,0-6 2-15,0 0-3 16,-3 1 1-16,0-1-3 16,0 0 0-16,0-2-8 15,0 2 0-15,3-2-43 16,0-1-17-16,3-2-116 0,3-2-50 15,9 2 118-15,6-6 57 16</inkml:trace>
  <inkml:trace contextRef="#ctx0" brushRef="#br0" timeOffset="-89455">13632 17222 396 0,'5'0'148'0,"-2"8"-115"0,0 5 19 0,0-5 3 15,0 0-16-15,0 5 0 16,0-2-16-16,3-1-4 16,-3-2-11-16,0 0-3 0,0 0 1 0,0-3-1 15,0 1 2-15,-3-1-4 16,0-2-2-16,-3-1-53 16,-3-2-25-16,0-2 39 15,0-1 18-15</inkml:trace>
  <inkml:trace contextRef="#ctx0" brushRef="#br0" timeOffset="-89161.79">13670 17071 272 0,'9'-21'101'0,"-3"15"-78"0,3 4 0 0,-6 2-6 0,3 0-15 15,0 0 0-15,0 2-2 16</inkml:trace>
  <inkml:trace contextRef="#ctx0" brushRef="#br0" timeOffset="-88899.48">13864 16976 292 0,'6'-8'110'0,"-3"8"-86"0,0 2 29 0,0 4 8 15,0 2-3-15,0 5 0 16,0 3-13-16,-1 8-2 16,-2 2-25-16,3 6 1 0,-3-3 1 15,0 0-2-15,0 0-1 0,3 0-7 16,0-5-2-16,-3-3 0 16,0-2 0-16,0-3-2 15,0-3 1-15,-3 0-31 16,0-2-13-16,-2-6-58 15,-1 0-27-15,0-5 64 16,-3 0 30-16</inkml:trace>
  <inkml:trace contextRef="#ctx0" brushRef="#br0" timeOffset="-88451.17">13825 17306 288 0,'0'-5'110'0,"0"2"-86"0,3 1 33 16,0-1 11-16,0 1-16 15,3-1-3-15,0 0-24 16,0 3-8-16,0 0-10 15,0 0-5-15,0 0 1 0,3 6-4 0,0-4 0 16,-1-2-67-16,4 3-32 16,0-6 51-16,6 1 24 15</inkml:trace>
  <inkml:trace contextRef="#ctx0" brushRef="#br0" timeOffset="-88311.54">14158 17132 292 0,'-3'-13'110'0,"6"13"-86"0,-3 0 16 0,0 0 0 0,0 5 0 0,0 3 3 15,0 2-6-15,3 4-2 16,-3 1-20-16,3 4 9 0,0 0 3 16,0-1-1-16,-3 1-1 0,0-4 0 15,0 1 1-15,0-2-8 16,0-1 0-16,0-3-7 15,-3 1-1-15,0-3-4 16,-3 0 1 0,-6-3-2-16,-2 6 2 15,-4-6 2-15,-3 3 2 0,-6 0-41 16,-3 2-16-16,1 1 22 16,5 8 12-16</inkml:trace>
  <inkml:trace contextRef="#ctx0" brushRef="#br0" timeOffset="-80937.47">11515 17481 172 0,'0'0'66'0,"-3"0"-52"0,3 3 19 0,0-3 4 16,0 0 1-16,0 0 2 15,0 0-7-15,-3 2-3 16,3-2-16-16,0 0 2 0,0 0 4 15,-3 0-5-15,3-2 2 16,0-1 5-16,0 0 4 16,0 1-10-16,0-1-4 15,0-2-3-15,0 0-1 16,0-1 0-16,0 1 0 16,0 0-4-16,0-1-1 15,0-2 1-15,0 0-2 16,0 1-2-16,0-1 1 15,0 2-1-15,0 1 0 16,0 0 2-16,0-1-1 16,0 4 2-16,0-1-2 15,0 3-1-15,0 0 1 16,0 0 1-16,3 5 1 16,0 1 3-16,3 2 1 15,3 2 1-15,0 3 0 16,0 1 0-16,0 2 0 15,-3-1 0-15,0 4-2 16,-3-3 1-16,0 2-2 16,-3-2 0-16,-3 0-1 0,-3 0 0 31,-3-3 2-31,-3 0 1 0,0 1-3 16,-3-4-1-1,-3 1-1-15,0-3-2 0,1 0 1 16,2-3-1-16,3 0 0 0,0-2 2 15,3 2-1-15,3-2-1 16,3 0-2-16,3-3 1 16,6 2 1-16,3-2 0 15,6 3 0-15,0-3 0 16,3 2 0-16,-1-2 2 16,4 0 3-16,-3-2 4 31,0 2-2-31,0-3 1 0,0 1-3 15,-3-1 2-15,-4 0-4 16,1 1 0-16,-3 2-1 0,0-3 1 16,-3 0-2-16,0 3 2 0,0-2-2 15,0 2 2-15,-3-3-2 16,0 0 2-16,0 1-2 16,0-1 2-16,0 0-2 15,0 3-1-15,0 0-35 16,-3-2-14-16,0-1-107 15,3 0-48-15,3-2 105 16,0-3 51-16</inkml:trace>
  <inkml:trace contextRef="#ctx0" brushRef="#br0" timeOffset="-80108.69">11786 16772 192 0,'-3'-16'71'0,"3"11"-55"0,0-6 20 0,0 6 4 15,0 0 0-15,0-1 3 16,0 1-11-16,0 0-2 16,-3-1-17-16,0 4 5 0,0 2 5 15,3 2-8-15,0 4-3 16,0 4 6-16,3 4 3 16,0 1 2-16,3 4 3 15,0 2-3-15,3-2 0 16,3 2-3-16,0-5-1 15,0 0-6-15,0-3 0 16,-1 0-2 0,1 0 1-16,0-5 0 15,0-3 0-15,0-2 0 0,-3 0 0 16,0-3-2-16,0-3-1 0,3-2-3 16,-3-6-1-16,0-5-1 15,0-2 0-15,0-6-2 16,-4-2 1-16,-2-4-2 15,0 1 2-15,0 3-2 16,0 2-1-16,-3 0 1 16,0 6 1-16,0 2-1 15,0 3-1-15,0 5-10 16,0 5-4-16,0 8-83 0,3 9-38 16,0 1 69-1,0-4 33-15</inkml:trace>
  <inkml:trace contextRef="#ctx0" brushRef="#br0" timeOffset="-79451.77">12938 16547 356 0,'6'-5'134'0,"-3"5"-104"0,6-3 14 0,-3 3 0 0,3-3-12 16,6 1 1-16,5-3-12 15,7-1-3-15,6 1-10 16,3 0-5-16,-1 2 0 0,1 0 0 16,-3 1 3-16,-6 2-58 15,-4 0-25-15,-5 0 37 16</inkml:trace>
  <inkml:trace contextRef="#ctx0" brushRef="#br0" timeOffset="-79199.98">13197 16523 332 0,'3'11'126'0,"0"-1"-98"0,0 12 28 0,-3-9 6 15,0 11-18-15,3 5-2 16,0 2-21-16,0 4-5 16,0-6-10-16,0 0-2 0,0-5 2 15,0-3 1-15,0-5 1 16,3 0-9-16,0-8-1 16,0 0-51-16,2-8-19 15,1-6 34-15,3-7 19 16</inkml:trace>
  <inkml:trace contextRef="#ctx0" brushRef="#br0" timeOffset="-78771.12">13423 16571 308 0,'0'10'115'0,"0"6"-89"0,3 13 25 0,-3-13 8 0,3 8-6 15,0 11 2-15,0 2-20 16,0-3-9-16,3-5-15 15,0-2 4-15,-3-9 2 0,0-2 4 16,3-11 9 0,-3-7-8-16,0-6-9 15,-3-8-6-15,0-11-2 16,0-7-1-16,0-6-2 16,3 1-2-1,0-1 1-15,3 3 1 0,0 2-1 31,0 6-1-31,0 3-2 0,3 2-1 16,-1 5-1-16,1 4 3 0,0 4 0 16,3 6 1-16,0 5 0 0,0 5 2 15,0 3 1-15,3 5 3 16,3 3 3-16,0 8 5 16,-1 2-4-16,4 3 0 15,-3 3-11-15,0 0-1 16,-3-3-2-16,-3-2 2 15,0-6 14-15,-3 0 7 16,0-5-23-16,-1 0-8 0,-2-3-50 16,-3-5-20-16,-3-8 42 15,-6-6 20-15</inkml:trace>
  <inkml:trace contextRef="#ctx0" brushRef="#br0" timeOffset="-78556.18">13536 16687 372 0,'-9'-10'140'0,"21"7"-109"0,6-8 22 16,-9 6 2-16,6 0-10 15,3-3 0-15,6 0-21 16,2 0-7-16,1 3-10 16,0 2-5-16,0 3 1 0,0 3-31 15,-4-1-11-15,1 1-145 16,0-3-66-16,6 3 128 15</inkml:trace>
  <inkml:trace contextRef="#ctx0" brushRef="#br0" timeOffset="-78037.42">14221 16502 244 0,'-3'-16'90'0,"3"14"-70"0,-9 2 21 0,3 0 7 16,-3 2-2-16,0 1 3 15,-3 2-12-15,-3 3-3 16,1 3-19-16,-4 5 13 0,0 5 6 0,0 5-3 16,0 6-1-16,3 5-8 15,6-3-3-15,3 1-7 16,3-6 0-16,0-8-3 16,9 3 0-16,6-3-1 15,3-8 2-15,9 0-3 16,0-5 1-16,0-2-3 31,-1-6 0-31,-2-3-1 0,-3-5 0 0,-3-2-2 16,-3-6 1-16,-3 0-2 15,-6-3 2-15,-3 3-2 16,-6 0 2-16,0 6-4 16,-3 2 0-16,0 3 1 15,0 5 0-15,3 2 0 16,0 4 2-16,3-1-1 15,3 3 2-15,3-3 4 16,3 0 4-16,0 1-9 0,3-1-2 16,0-5 10-16,0 0 5 15,0-3-5-15,0 1-3 16,0-4-2 0,0 1 1-16,-1-3-3 0,-2 0-2 15,0 0 0-15,0 3 1 16,-3 0-1-16,-3 2-1 15,-3 0-26-15,0 6-10 16,-3 2-72-16,0 1-33 16,-2 2 74-16,-4-6 34 15</inkml:trace>
</inkml:ink>
</file>

<file path=ppt/ink/ink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8T07:43:43.205"/>
    </inkml:context>
    <inkml:brush xml:id="br0">
      <inkml:brushProperty name="width" value="0.05292" units="cm"/>
      <inkml:brushProperty name="height" value="0.05292" units="cm"/>
      <inkml:brushProperty name="color" value="#FF0000"/>
    </inkml:brush>
  </inkml:definitions>
  <inkml:trace contextRef="#ctx0" brushRef="#br0">1190 1839 236 0,'0'-5'90'0,"0"5"-70"0,0 0 8 0,0 0 9 15,0 0-22-15,0 0 8 16,0 0-14-16,0 0 8 15,0 0-9-15,0 0 13 16,0 0-12-16,2 0 16 16,1 0-15-16,3 0 9 15,-3 5-11-15,3-5 4 16,3 5-7-16,-6 3 9 16,6-3-8-16,-6-2 5 15,3 8-6-15,-3-3 7 16,0-1-8-16,-3 4 8 15,6 2-8-15,-6-5 5 16,0 5-5-16,3 1 2 31,3-1-3-31,-6-2 3 0,3 2-4 0,3 0 4 16,-3 0-4-16,-3-8 6 16,3 9-5-16,-3-6 3 15,6-3-3-15,-6 3 7 16,0-3-6-16,0-2 3 15,0 2-4-15,0 0-4 16,0-2 0-16,0-3-1 16,0 5 0-16,0-5 0 15,0 0 0-15,0 0 0 16,0 0 0-16,-6 0 11 16,6 6-6-16,-3-6 9 15,3 2-8-15,0 4-1 0,0-6-2 16,-3 5-12-1,3-2 6-15,-6 2 2 0,12 3 2 16,-6-3 14-16,0 6-7 0,0-9 0 16,3 9-4-16,-3-9 3 15,0 9-3-15,0-3 1 16,0 0-1-16,0 3 3 16,0-4-3-16,0 1 1 15,0 3-1-15,0-6 3 16,0 9-3-16,0-12 6 15,0 9-5-15,0-9 1 16,0 9-2-16,0-8 1 16,0 2-2-16,3 0 2 15,3 3-2-15,-6-8 2 16,0 0-2-16,0 0-1 16,0 0 1-16,0 5-1 15,0-5 0-15,0 3 0 16,0 2 0-16,0-5 0 15,3 6 0-15,-3-6 2 16,6 0-1-16,-6 2-1 16,0 1 1-16,0 0 1 15,3 2-1-15,-3-5 2 16,3 3-2-16,3-1 4 16,-3 1-3-16,3-3 4 0,5 5-4 15,-2-5 6-15,0 0-5 16,-3-5 1-16,9 5-2 15,-3-3 1-15,-3 1-2 16,3-1-1-16,6 3 1 0,-6 0 1 16,0 0-1-1,5 0 2-15,-5 0-2 16,6 0-5-16,-6 0 2 16,6-5-72-16,-6 5 41 15,0-3-57-15,0 0 51 0</inkml:trace>
  <inkml:trace contextRef="#ctx0" brushRef="#br0" timeOffset="495.6">1687 2167 252 0,'-15'-8'93'0,"15"8"-72"0,-3 0 16 16,0-5 19-1,3 10-32-15,0-5 22 16,-6 0-27-16,3 5 16 16,-3-2-20-16,3 8 12 15,0-4-16-15,-6 1 12 16,9 3-13-16,-9 8 10 15,9-6-11-15,-9 0 8 16,9 3-9-16,0-3 9 0,9 3-10 0,0-3 7 16,3 0-7-16,6-10 4 15,3 2-6-15,-1-10 4 16,10 5-5 0,-6-3 7-16,3-2-7 15,3-8 8-15,-7 8-8 0,-5-3 5 16,-3-3-5-16,-6-2 2 15,0 5-3-15,-9-11 0 16,0 6-1-16,-12-3-2 16,0 6 1-16,-18-4-1 15,4 1 0-15,-7 5-5 16,12 8 3-16,-9 0-69 16,12 8 38-16,4-2-56 15,5 1 50-15</inkml:trace>
  <inkml:trace contextRef="#ctx0" brushRef="#br0" timeOffset="855.67">2112 2114 312 0,'-6'-13'115'0,"6"13"-89"0,-3-3 19 0,-3 1 19 16,6 4-37-16,-6-2 21 15,6 8-29-15,-9-5 18 16,-2 7-21-16,-4-2 14 16,6 3-17-16,-6 2 15 15,6 0-16-15,-3 1 7 16,3 1-11-16,3 1 4 15,3 5-7-15,0-7 4 16,3 4-5-16,3 3 5 16,6-7-6-16,0-1-21 31,3 0 10-31,6-2-99 0,3-3 59 0,8-8-58 16,1 0 60-16</inkml:trace>
  <inkml:trace contextRef="#ctx0" brushRef="#br0" timeOffset="1260.88">2502 2204 312 0,'-12'-13'115'0,"12"13"-89"0,-21 2 21 16,18-2 29-1,-3 3-43-15,-5-3 24 16,2 0-34-16,-3 0 10 15,3 8-19-15,-3-5 7 16,3 7-12-16,-3-4 8 0,0 1-9 0,3 7 6 16,0-1-7-16,0 0 4 15,6 0-6-15,3-5 9 16,3 3-8-16,6-6 3 16,0 3-5-16,3-8 2 15,6 0-3-15,-6-8 3 16,0 3-4-16,0-3 4 15,3 3-4 1,-12-1 1-16,6 1-1 0,-7 2-2 16,4-2 1-16,-3 5 1 15,0 5-1-15,-3-5-1 16,3 8 1-16,0-2-52 16,6-1 28-16,-6 3-162 15,6 0 102-15,3-3-85 16,0-5 98-16</inkml:trace>
  <inkml:trace contextRef="#ctx0" brushRef="#br0" timeOffset="1906.62">2660 1786 252 0,'0'0'96'0,"0"0"-75"0,0 0 21 0,0 0 23 16,0 0-37-16,-6 0 20 15,6 3-28-15,-3 2 11 16,0-5-18-16,-3 5 12 15,3-5-14-15,-3 3 8 16,6 2-11-16,-3-5 6 16,3 0-7-16,-9 0 4 15,9 0-6-15,-3 0 11 16,3 0-9-16,0 0 3 16,0 0-6-16,0 0 0 15,0 0-2-15,0 0 1 16,3 0-2-16,-3 0 2 15,3 0-2-15,3 0 4 16,-6 0-3-16,3-5 4 16,3 5-4-16,-6-3 10 15,3 6-6-15,-3-3 5 16,6 0-6-16,-6 0 2 16,0 0-4-16,0 0 0 15,0 5-1-15,0-5 5 16,0 5-4-16,0 9 8 15,0 4-7-15,3 3 8 16,6 11-8-16,-6 8 8 16,6 5-8-16,0-6 5 0,-6 1-5 15,3-13 2-15,-3-1-3 16,3-2 0-16,-6-3-1 0,3-2 1 16,6 2-2-1,-9-3-23 1,8 1 13-1,-5-6-138-15,6-5 81 0,0 0-87 0,3 2 88 16</inkml:trace>
  <inkml:trace contextRef="#ctx0" brushRef="#br0" timeOffset="2138">2922 2138 432 0,'-9'8'162'0,"9"-8"-126"0,9 21 16 0,-9-10 14 16,6-4-40-16,0 4 10 16,-6 2-22-16,3 3 3 15,3-3-10-15,-6-2 0 16,6 2-4-16,0-5-44 16,3-3 23-16,-1-5-200 15,4 3 120-15,-9-6-124 16,3-2 129-16</inkml:trace>
  <inkml:trace contextRef="#ctx0" brushRef="#br0" timeOffset="2280.62">2877 1871 376 0,'0'-14'143'0,"0"14"-112"0,0 0-8 0,0 0-70 15,6 0 21-15,3 3-44 16,-3 8 40-16</inkml:trace>
  <inkml:trace contextRef="#ctx0" brushRef="#br0" timeOffset="2569.85">3157 1759 408 0,'0'-18'151'0,"0"18"-118"0,0 5 7 16,0-5 13 0,3 3-33-16,3 7 24 15,-6 4-25-15,0 2 12 16,0 7-18-16,0 9 1 16,0 3-8-16,-6 15 3 15,3 3-5-15,0-14-28 16,3-7 12-16,0-5-105 15,3-1 65-15,0-13-62 16,3 6 66-16</inkml:trace>
  <inkml:trace contextRef="#ctx0" brushRef="#br0" timeOffset="2706.48">3190 2082 348 0,'9'-16'129'0,"-9"16"-100"0,18-13-9 0,-13 8-10 15,1 5-10-15,3-8-3 16,0 8 2-16</inkml:trace>
  <inkml:trace contextRef="#ctx0" brushRef="#br0" timeOffset="3155.47">3291 2146 308 0,'-3'0'115'0,"3"0"-89"0,12 18 12 0,-9-15 19 16,0 2-34-16,3 1 25 16,3 1-28-16,9-1 18 15,-7 2-22-15,7-3 7 16,3-2-13-16,0-6 3 16,-3 3-8-16,-3-5 7 15,-3 2-8-15,-3-2 5 16,3-6-5-16,-7-2-2 15,4 5-1-15,-6-11-1 16,3 6 0 0,0 5 0-16,3-2 0 15,0 7 4-15,0 3-2 0,9 3 12 0,-6 7-7 16,0 4 12-16,6 4-11 16,-9 9 14-16,5-1-13 15,-8 6 9-15,-6 2-10 16,0 3 6-16,0 3-7 0,-9-6 4 15,0-2-6 1,-8-6-4 0,2 1-2-1,-6-9-6-15,3 1 4 0,0-11-1 16,9-5 2-16,6-14 2 0,6 0 0 0,15-15 4 16,9-1-2-1,15-10-7-15,-4 8 2 16,4 3-74-16,0 2 43 0,-4 3-50 15,4 2 48-15</inkml:trace>
  <inkml:trace contextRef="#ctx0" brushRef="#br0" timeOffset="23106.27">2949 2635 140 0,'3'-5'55'0,"-3"5"-43"0,3-3 19 16,-3 3 27-1,3 0-32-15,-3 0 25 16,6 0-30-16,-6-5 16 16,0 10-22-16,0-5 19 15,0 3-20-15,0 2 20 16,0 8-20-16,-6 1 22 16,6 4-21-16,-3 9 17 15,0-1-18-15,-3 11 10 16,3 0-14-16,-3 6 8 0,3-4-10 15,-3 14 6-15,3-8-7 16,0-5 0-16,6-6-4 16,0-2 7-16,6-6-6 15,3 1 16-15,3-9-11 16,8-7 3-16,4 0-8 16,12-6 2-16,3 0-3 0,8-5 0 15,-8 0-1-15,-1 0-2 16,-2 0 1-16,-3 0-1 15,-6 0 0-15,-4 0 2 16,4 0-1-16,-12-8 2 16,3 8-2-16,-6-2-3 15,0 4 1-15,-3-4-65 16,-1 2 36-16,7-3-57 16,-3-2 50-16</inkml:trace>
  <inkml:trace contextRef="#ctx0" brushRef="#br0" timeOffset="23571.03">3752 2953 248 0,'-9'-11'93'0,"9"11"-72"0,3-8 14 0,-3 8 27 15,6 0-36-15,6-5 28 16,3 0-32-16,0-3 22 16,6 2-25-16,3-2 16 15,11-5-20-15,1 0 8 16,6 0-14-16,8-6 0 15,1 6-6-15,-6 0-2 16,-10 5 0-16,4-5-105 16,-6 7 57-1,-6-4-82-15,-4 7 73 0</inkml:trace>
  <inkml:trace contextRef="#ctx0" brushRef="#br0" timeOffset="23848.29">4059 2807 360 0,'0'-10'134'0,"0"10"-104"0,18 16 16 0,-18-6 19 16,6 3-39-16,-3 3 22 15,3 8-29-15,0 2 12 16,-6 6-18-16,3-5 4 15,3-1-10-15,-1 6 0 16,1-3-4-16,3 0 3 16,0-2-4-16,3 7-78 15,0-10 42-15,0 0-67 16,3-1 58-16</inkml:trace>
  <inkml:trace contextRef="#ctx0" brushRef="#br0" timeOffset="24231.93">4357 3178 364 0,'-3'-27'134'0,"3"27"-104"0,11-8 12 16,-5 8 14-1,3 0-34-15,3-5 17 16,3 0-24-16,3-3 8 0,0 0-14 0,0 3 2 15,0-3-7-15,-4 2 0 32,-5-2-2-32,-3-2 1 0,-3 4-2 15,-9-1-3-15,3 1 1 0,-14-2 1 16,5 6 0-16,-3-1 2 16,3 6-1-16,-3-1 10 15,6 6-5-15,-6 3 8 16,9 2-8-16,-6-5 3 31,9 5-5-31,0 0 5 0,6 6-6 0,0-6 1 16,9 0-2-16,0-5-46 15,6 3 25-15,6-11-205 16,3 3 124-16,-4-6-120 16,-2 3 127-16</inkml:trace>
  <inkml:trace contextRef="#ctx0" brushRef="#br0" timeOffset="24697.51">4702 3106 344 0,'0'0'129'0,"0"0"-100"0,-6 19 24 16,6-6 24-1,0-8-44-15,-9 3 27 16,9 3-37-16,-3-3 22 16,6 5-26-16,-3-10 7 15,0 7-15-15,0-10 1 16,9 0-8-16,-9-10 2 15,9 7-3-15,0-10 0 0,3-1-1 0,0-4-4 16,-1-3 1-16,1 2-1 16,3 1 0-16,-3 5 0 15,0 5 0 1,-3 2 2-16,0 12 0 16,0-6 0-16,-3 8 0 0,0-3 2 15,3 3-1 1,-6-3 6-16,3 3-4 15,0-3 8-15,3-2-7 16,2-3 1-16,4 0-3 0,0-3 1 16,6-2-2-1,3-3-1-15,3 3 1 0,-1-3-4 16,-2 3 2-16,0 2 1 16,0 6 0-16,-6 2 2 15,0 0-1-15,-7 3-1 16,1 5 1-16,-3 1 1 15,-3-1-1-15,0 5-23 16,0-2 13-16,0 3-88 16,0 2 54-16,-3-5-45 15,3-3 51-15</inkml:trace>
  <inkml:trace contextRef="#ctx0" brushRef="#br0" timeOffset="25117.38">5357 3254 408 0,'6'19'151'0,"-6"-19"-118"0,12 53 14 16,-12-37 20-16,0 0-40 0,0 5 23 16,0 5-30-1,0-7 14-15,0-1-20 0,0 3 8 16,3-7-13-16,-3 2 6 16,0-1-8-16,0-7 4 15,0 0-6-15,-3-5 0 16,3 0-3-16,-6-11 1 15,0 2-2-15,-3-20 6 16,-3-1-4-16,3-18-3 16,6 6-1-1,3-12 1-15,6 9 0 16,6-8 0-16,6 0 0 0,5-6-7 16,4 6 4-16,12 2-3 15,-9 8 3-15,5 3 4 16,1 16 0-16,-6 3-1 15,0 12 1-15,-7 17 1 16,-2 2-1-16,-15 6-1 16,-3 7 1-16,-9 1 1 15,0-1-1-15,-6 1-36 16,1-1 19-16,-1-7-101 16,3 2 65-16,6-8-50 15,3-5 59-15</inkml:trace>
  <inkml:trace contextRef="#ctx0" brushRef="#br0" timeOffset="25417.58">5934 3027 420 0,'-3'5'156'0,"3"-5"-121"0,-24 21 1 0,18-13 11 16,3 3-30-16,0-6 30 15,3 3-27-15,3 0 25 16,6 0-25-16,6-3 7 15,3 1-16-15,0-1 5 16,6-5-9-16,-12 0 2 16,6-5-5-16,-4-6 0 15,1 3-2-15,-9-11-2 16,-3 4 1-16,-12-12-1 16,3 3 0-16,-14-2 0 15,2 7 0-15,-9 3-22 16,6 3 12-16,-6 0-84 15,9 8 52-15,6-1-51 16,9 12 54-16</inkml:trace>
  <inkml:trace contextRef="#ctx0" brushRef="#br0" timeOffset="25687.92">6256 3117 376 0,'-12'0'140'0,"12"0"-109"0,-3 13 11 16,3-10 37-16,3 2-47 0,-3-5 48 31,3 0-47-31,-6 0 17 16,3-5-29-16,-3-9 1 0,0 7-13 0,0-7-1 16,3 1-5-16,-3-13-2 15,6 7 0-15,0-18-34 16,3 8 18-16,6-8-129 15,5 10 80-15,7 1-91 32,0 5 89-32,0 8-44 0,-3 2 65 0</inkml:trace>
  <inkml:trace contextRef="#ctx0" brushRef="#br0" timeOffset="26302.78">6654 2942 412 0,'-5'-8'154'0,"5"8"-120"16,-6 19-1-16,0-11 9 16,0 0-28-16,-6 2 29 15,0 3-24-15,-3-2 15 16,3 5-20-16,-3-8 3 16,6 5-9-16,-3-8 3 15,3 9-6-15,3-9 4 16,3 3-5-16,6-6 2 15,3 4-3-15,3-6 0 16,3 0-1-16,-3-6-2 16,0 4 1-16,0-3-1 0,3 2 0 0,-6 0 2 15,3 6-1-15,-9 0-1 16,3 4 1-16,-3 4 3 16,0-6-2-16,0 3 8 15,6 6-6-15,0-9 10 16,3 8-8-1,6-5-1-15,2-3-3 16,10-5 5-16,6 0-4 16,6-10-3-16,-4 2-1 15,-5-5 3-15,-3 2-1 0,-3-16 15 16,0 1-9-16,-4-14-5 16,-2 6-2-16,0-24-2 15,-3 10 0-15,-6 3 2 16,-3 13 0-16,-6 6-11 15,3 7 6-15,-6 6-7 16,0 5 7-16,-9-2 2 16,3 10 3-16,-6 13 8 15,6 11-4-15,-3 10 10 16,3 6-8-16,6 10 3 16,6-5-5-16,6 0 5 15,3 3-6-15,6 10 3 16,3 0-3-16,-3-13-6 15,6-5 1-15,-1-14-89 16,4-7 49 0,12-9-61-16,0 1 58 15</inkml:trace>
  <inkml:trace contextRef="#ctx0" brushRef="#br0" timeOffset="27131.89">3035 3196 184 0,'0'-26'71'0,"0"26"-55"0,0-14 22 0,-6 7 34 16,12 7-40-16,-6-6 41 16,0 6-43-16,0-5 29 15,3 0-34-15,3-3 15 16,3 8-23-16,3 0 11 16,0 8-17-16,-3 8 23 15,0 5-19-15,-9 24 22 16,0 2-22-16,-9 17 13 31,-3-6-17-31,-6 16 10 0,6-2-12 16,3 12 6-16,-3-12-8 0,6-9 2 15,6-2-5-15,6-11 2 16,-3-7-3-16,9-1 3 16,3-5-4-16,9 0 1 15,-1 0-1-15,7-3-2 16,6-7 1-16,-3-1-4 15,-1-2 2-15,4-3 1 16,-3-7 0-16,0-4 6 16,-4 1-3-16,7-6 8 15,-9 3-7-15,9-8-10 16,-4 3 3-16,-2-6-41 16,0 3 24-16,-3-3-154 15,-4-2 96 1,4 0-92-1,-3 2 98-15</inkml:trace>
  <inkml:trace contextRef="#ctx0" brushRef="#br0" timeOffset="27594.22">4321 3829 336 0,'-15'-19'126'0,"15"19"-98"15,-6 0 1-15,0 0 17 16,6 5-28-16,-9 3 29 16,0 3-27-16,-6 2 14 15,6 0-19-15,-8 3 7 16,2 3-13-16,-6-6 4 15,3 5-8-15,0-2 4 16,6 0-5-16,0-3 5 16,9 3-6-16,6-2 3 15,6-1-3-15,6-3 0 16,6-2-1-16,6 0 7 0,0 5-5 0,-1-2 16 31,-2-6-11-31,0 6 11 16,-3 2-11-16,-3 3 4 15,-6 5-8 1,-4 6 7-16,-8-1-8 16,-6-2 3-16,-2 2-4 0,-13-4-6 0,6 1 1 15,-12-4-83-15,6-3 47 16,-3-3-64-16,1-2 58 0</inkml:trace>
  <inkml:trace contextRef="#ctx0" brushRef="#br0" timeOffset="28075.77">4639 4268 424 0,'0'39'159'16,"0"-39"-124"-16,9 45 11 0,-9-26 16 16,3-8-37-16,-3 10 30 15,6-3-33-15,-3 3 12 16,3-2-20-16,-3-1 3 15,3 4-10-15,0 4 2 16,0-5-5-16,-3-8 0 16,3-2-2-16,-6-11 5 15,3 0-4-15,-6-11 8 16,3 3-7-16,-9-13-1 16,9 3-2-16,-6-17-12 0,6 6 6 15,-3-18-5-15,3 2 6 16,0-8 7-16,6 13-2 0,0-5 2 15,3 13-1-15,3-7-4 16,3 12 1 15,5-5-1-31,1 6 0 16,9 0 0-16,-6 7 0 0,3 6 2 16,-6 8 0-16,-10 5 0 0,-2 5 0 0,-6 5 0 15,-3 4 0 1,-9 12 2-16,3 1-1 15,-11 12-1-15,-1 4 1 0,-3-1-43 16,3-2 23-16,3-14-122 16,6-2 78-16,6-11-63 15,6-2 73-15</inkml:trace>
  <inkml:trace contextRef="#ctx0" brushRef="#br0" timeOffset="28453.75">5291 4043 364 0,'6'-27'134'0,"-6"27"-104"0,6-2 18 16,-12-1 18-1,6 6-39-15,-6-3 23 16,0 2-30-16,-6 1 16 16,0 2-21-16,-5 1 10 15,2 4-15-15,-9 9 8 0,6-1-10 16,-9 14 6-16,6-6-7 0,7 1 7 15,8-6-8-15,3-2 3 16,6-1-5-16,3-10 5 16,5 3-6-16,4-11 1 15,-3 0-2-15,6-6-2 16,3 1 1-16,-9 2-1 16,3 3 0-1,-6 8 2-15,6-2-1 0,-10 7-3 16,4 0 1-16,-3 0 1 15,0 3 0-15,0-3-47 16,3 1 26-16,0-4-143 16,-3-4 91-16,6-6-74 15,3 0 85-15</inkml:trace>
  <inkml:trace contextRef="#ctx0" brushRef="#br0" timeOffset="28732.01">5571 3749 452 0,'6'-5'170'0,"-6"5"-132"0,33 40 9 16,-27-22 14 0,0-5-38-16,0 19 23 15,-3 2-27-15,0-2 7 0,-1 3-15 0,1 4 1 16,0-2-8-16,-6 11-2 15,0-6-1-15,-5 11-52 16,-4 0 28-16,6-21-189 16,3-8 118-16,-3-11-108 15,3-5 117-15</inkml:trace>
  <inkml:trace contextRef="#ctx0" brushRef="#br0" timeOffset="28838.73">5520 4130 408 0,'21'-34'154'0,"-21"34"-120"0,15-13 1 0,-3 7-10 16,0 6-18-16,3-5-27 16,3 2 9-16,-3-2-15 15,2 5 15-15</inkml:trace>
  <inkml:trace contextRef="#ctx0" brushRef="#br0" timeOffset="29024.6">5773 4090 420 0,'6'-10'156'0,"-6"10"-121"0,15 24 28 0,-12-14 20 16,3 4-48-16,0 7 6 15,0 5-26-15,0-7-5 16,3 7-6-16,-6-7 2 16,3 2-4-16,0-8-34 15,0 0 18-15,-3-13-123 0,3 0 76 16,-6-13-66-1,0-5 73-15</inkml:trace>
  <inkml:trace contextRef="#ctx0" brushRef="#br0" timeOffset="29175.2">5881 3810 372 0,'17'-40'140'0,"-17"40"-109"0,12-31 7 0,-6 25-3 16,0 6-23-16,3 0-39 15,-3 3 14-15,-3 5-27 16,3 5 23-16</inkml:trace>
  <inkml:trace contextRef="#ctx0" brushRef="#br0" timeOffset="29471.69">6035 4138 284 0,'0'-3'107'0,"0"3"-83"0,-3 35 26 15,3-25 34 1,-6 4-47-16,0 7 38 16,6 0-44-16,0-2 28 15,3-1-34-15,-3-5 20 16,3 0-26-16,3-2 12 16,0 0-18-16,3-9 12 15,3-2-14-15,0-5-7 16,0-6-4-16,-6-4 4 0,-3-1-2 0,-6-13 15 15,0 2-10-15,-3-5-5 32,3 6-2-32,0 5-42 0,6 5 23 15,0 0-116-15,0 8 75 16,-3 0-57-16,0 5 68 0</inkml:trace>
  <inkml:trace contextRef="#ctx0" brushRef="#br0" timeOffset="30406.2">6089 4199 296 0,'18'-3'112'0,"-18"3"-87"0,-6 0 15 0,3 0 27 15,6 0-39-15,-3 0 31 16,3 3-34-16,0 5 22 15,0 0-27-15,-3 10 16 16,3-4-21-16,-3 4 14 16,3 3-16-16,-3 0 8 15,3-2-12-15,-3-1 2 16,0-4-7-16,0-1 2 16,0-2-3-16,0-6-13 15,3 3 6-15,-3-6-101 16,3 4 58-16,-3-12-68 15,6 6 66-15</inkml:trace>
  <inkml:trace contextRef="#ctx0" brushRef="#br0" timeOffset="30852.34">6232 4289 324 0,'6'-13'123'0,"-6"13"-95"0,30-21 20 0,-22 13 23 16,4 0-42-16,6-16 22 31,0 3-30-31,0-6 6 0,0 9-16 0,-3-9 3 16,0 9-9-16,-7-9 0 15,1 1-3-15,-3-22 1 16,0 11-2-16,-3-11 2 15,3 14-2-15,-6-3 4 16,3 8-3-16,-3-3 4 16,0 8-4-1,0 19 12-15,0 8-7 0,-6 21 18 16,3 2-13-16,-9 14 18 16,0 5-17-16,1 13 7 15,2-8-12-15,0 14 6 16,6-9-7-16,6-7 7 15,6-11-8-15,3-5 5 16,5-6-6-16,1 1 2 16,6-1-4-16,0-18-28 15,-3 0 13-15,3-11-138 16,-1-2 83-16,1-11-85 16,3 3 88-16</inkml:trace>
  <inkml:trace contextRef="#ctx0" brushRef="#br0" timeOffset="87091.07">11417 1767 144 0,'0'0'55'0,"0"0"-43"0,0 0 19 0,0 0 31 15,0 6-34-15,-3-6 25 16,3 0-32-16,-6 2 13 15,3 4-19-15,-6-1 9 16,6 3-14-16,-6 5 10 16,3-5-11-16,-6 8 13 15,3 0-13-15,-5 8 5 16,5-3-9-16,-9 3 0 16,6 2-3-16,-3 3 3 15,3 0-3 1,-6 6 1-16,3-4-1 0,0-4 1 15,7-6-2-15,-13 11 4 16,6 0-3-16,-3-6 1 16,3 6-1-16,0-6 3 15,3-5-3-15,-3 6 1 16,3-1-1 0,-5 11-2-16,5-8 1 15,-6 1 1-15,6-1-1 0,-9 2-1 16,3 1 1-16,-3-11 1 15,7 3-1 1,-10 5-1-16,0 0 1 0,0 0-1 16,9 3 0-16,-6 0-3 15,6 0 2-15,-2 2 1 16,2-2 0-16,-3 0 2 16,6-1-1-16,-3-2 2 0,3 3-2 15,0-5 2-15,3-1-2 16,-6-2 4-1,4-3-3-15,-7 0 4 0,6-2-4 16,-6 2 4-16,6-3-4 16,-6 6 4-16,3 3-4 15,-3-1 1 1,4 1-1-16,-7 4 1 0,6 1-2 0,-6 3 2 16,6-4-2-16,-3-4 2 15,3 4-2-15,-2-4 2 16,2-6-2-16,-3 3 4 15,3 2-3 1,0-4-1 0,3 1 0-16,-3 4 1 15,3 2-1-15,-3 3 4 0,7-1-3 0,-4 1 1 16,3 0-1-16,-3 2 1 16,3-2-2-16,-3 0 2 15,3-3-2-15,-3-3 2 16,3 1-2-1,-3-3 2-15,3 2-2 16,-6 1 2-16,7-6-2 0,-7 8 4 16,3 5-3-16,-6-2-1 15,3 0 0-15,-3 2-1 16,3 1 0-16,-3-4 4 16,3 1-2-16,-2-6 6 15,2 1-5-15,-6-1-1 16,6-2-1-16,-6 3 3 15,6-6-2-15,-3 5 1 0,4 1-1 16,-4 10-2-16,3-11 1 16,-3 9-1-16,6-4 0 0,-3 4 2 15,3-3-1 1,-3-1-1-16,3 1 1 16,-2-5-1-16,2-4 0 15,0 1 2-15,3 0-1 16,-6-3-1-16,3 3 1 0,-6 2-1 15,6 1 0-15,-9 2 0 16,7 5 0 0,-10 3 0-16,6 0 0 15,-6 0 0-15,6-2 0 0,-3-1 0 16,4-5 0-16,-4 0 0 16,3 1 0-16,-3 4-3 15,3-8 2-15,-3 11 1 16,3 1 0-16,-2 6 0 15,5-1 0-15,-3 2 0 16,3-6 0-16,-9 1 0 16,9-3 0-16,-6-2 0 15,4-1 0-15,-7-5 0 16,6 0 0-16,-6 6 2 16,6-4-1-16,-6 6 2 15,7 3-2-15,-4-3-1 16,3-2 1-16,-3-6-4 15,9-3 2-15,-6-2 1 16,6-3 0-16,-8 6 2 0,2-4-1 16,-3 1-1-16,6-3 1 15,0-2-1-15,9-3 0 16,-6-3 0-16,6 3 0 16,-6 0 0-16,3 0 0 15,1-3 2 1,5 0-1-16,-3-5-1 15,3 3 1-15,0-6 1 0,3 3-1 0,0-8 2 16,3 0-2-16,0-3-1 16,3 3 1-16,2-5 1 15,4 2-1 17,3-5-1-32,0 3 1 0,3-3-4 15,0 3 2-15,3-3 1 0,0 5 0 16,-1-5 2-16,4 6-1 0,0-1-3 15,0-2 1-15,0-1 3 16,-1 4-1-16,-2-4-1 16,0 4 1-1,3-6-1-15,3 3 0 16,-3-3 0-16,-1 2 0 0,4-2-3 16,-3 3 2-16,3-3 1 15,-3 5 0-15,5-4 0 16,-2 4 0-16,6 0 0 15,-3-2 0-15,-4 0 2 0,1 5-1 16,0-3-3-16,0-2 1 0,5-3 1 16,1 5 0-1,0-2 0-15,-3 5 0 0,5-5 2 16,1 5-1-16,9-3-1 16,2 0 1-16,16-5 1 15,-4 6-1 1,7-4 2-16,-1 4-2 15,13-4 2-15,-7 6-2 0,7-2-1 16,-7 2 1 0,12-3-1-16,-5 3 0 15,11-2 0-15,-6 4 0 0,16-2 2 16,-16 0-1-16,15-2-1 16,-5 2 1-16,8-3-1 15,-9 6 0-15,9-3 2 16,-8 2-1-16,5-2-3 15,-6 3 1-15,6-1 1 16,-8 4 0-16,11-4 0 16,-12 4 0-1,6-4 0 1,-14 4 0-16,8-4 0 0,-6 4 0 16,4-1 0-16,-10 0 0 0,3 0 0 15,-8 1 0-15,8-1 0 16,-5-2 0-16,5-1 2 15,-9 6-1-15,4-8 2 0,-10 6-2 16,10-4-3-16,-10 1 1 16,10-1 1-1,-10 1 0-15,4 0 2 0,-7-1-1 16,4-2-1-16,-7 3 1 0,10-3-1 16,-7 0 0-1,12 0-3-15,-2 3 2 16,-16-3 1-16,-11 0 0 0,-9 0 2 15,-3 0-1-15,14-3-1 16,-2 3 1-16,-15-3-19 16,-7 6 10-16,-11-6-182 15,-3 3 105-15,-9-5-131 16,-3 2 125-16</inkml:trace>
  <inkml:trace contextRef="#ctx0" brushRef="#br0" timeOffset="88847.12">11471 1767 180 0,'-3'-5'68'0,"3"5"-52"0,3 5 12 0,-3-5 27 15,0 0-31-15,0 0 35 16,0 6-34-16,0-4 20 16,6 9-25-16,-1-3 6 15,1 0-15-15,0 8 5 16,3 0-9-16,0 7 2 16,3 4-5-16,0 5 7 15,0 2-7-15,3-2 5 16,0 2-5-1,3 3 2-15,-1-10-3 0,1 2-2 16,3 0 0-16,0-3-1 16,0 1 0-16,0-1 4 15,-1 1-2-15,-2 4 4 16,0-1-4-16,6 15 8 16,0-1-6-16,0 1 10 15,-1-7-8 1,1-1 5-16,0 0-6 0,0-6 2 15,0-2-4-15,-1 3 0 16,1 0-1-16,0 2 1 16,-3-2-2-16,0 5 4 15,0-2-3-15,-1 2 4 0,4 2-4 16,-3-7 4-16,0-6-4 16,0 1 4-1,0-1-4 1,-1 1 4-16,4 5-4 0,6 7 1 15,0 9-1-15,-3 2 1 0,-1-5-2 16,-2 8 2-16,0-8-2 16,-3 0-1-16,-3-3 1 0,0 1 1 15,-1-4-1-15,4 9 2 16,-3 2-2-16,0-7-1 16,0-1 1-16,0 0 1 15,3-2-1-15,11 16 2 16,1-11-2-16,3 7-1 15,-4-7 1-15,4 14 1 16,-3-4-1-16,0 3-1 16,-1-5 1-16,-5-8 1 15,0-8-1-15,0-2-1 16,-3-4 1 0,8 7-1-16,-2-1 0 15,3 8 0-15,0 5 0 0,5 3 0 16,-2-6 0-16,-3-4 2 15,-3-4-1-15,-1 4 2 16,4-4-2-16,-12-4-3 16,0-1 1-1,3 14 1-15,-1 2 0 0,-2-2 0 16,-3-6 0-16,-3-2 0 0,0-6 0 16,0-2 0-16,0-8 0 15,2 10 0-15,4-5 0 0,-3 0 0 16,-3-2 0-1,0-6 0 1,3 3 0-16,3 5 0 0,-1 3 0 16,4 7 2-16,0-4-1 0,-6-4-1 15,-3-4 1-15,0-3-1 16,0-1 0 0,-1 1 0-16,4 0 0 0,3 5 0 15,0-2 0-15,-6-9 0 0,0 1 2 16,-3-3 1-1,5 5-1 1,4 8-4-16,0 3 1 16,-6-9 1-16,-3 1 0 0,-3 0 2 15,3 5-1-15,6 11 2 16,-1 0-2-16,-2-14 4 16,-3-2-3-16,-3-6 6 15,3 1-5-15,12 13 8 31,-6-11-7-15,6 5-1-16,-12-10-2 16,-4-5 1-1,7 5-1-15,3 2-1 0,-6-2-70 0,-6-8-34 16,3 0 51-16</inkml:trace>
  <inkml:trace contextRef="#ctx0" brushRef="#br0" timeOffset="90651.34">10979 2556 140 0,'-9'0'52'0,"9"0"-41"0,-5 3 15 16,2-3 19 0,6 5-25-16,-3-5 19 15,0 0-23-15,0 0 21 16,0 5-22-16,0-5 19 0,0 0-19 16,0 0 12-16,3 0-16 0,-1 0 12 31,7 0-13-31,0 0 13 15,0 0-14-15,3 0 14 0,0 0-14 0,0 0 14 16,3 0-14-16,3-5 16 16,0 5-15-1,11-8 16 1,4 3-16-16,3-3 9 0,-3 8-11 0,5-11 2 16,-2 8-6-1,3-2 5-15,-4 0-6 0,1 0 6 16,-3 5-6-16,3-3 1 15,-1-2-2 1,-5-1-2-16,-3 6 1 0,3-2-1 16,-4 2 0-16,-2-8 2 15,0 8-1-15,-3-6-1 16,0 6 1-16,3-5 1 16,-4 5-1-16,-5-5-3 15,0 5 1-15,-3-3-81 16,3 3 45-16,-3-5-64 15,0 10 57-15</inkml:trace>
  <inkml:trace contextRef="#ctx0" brushRef="#br0" timeOffset="91673.43">10515 3241 164 0,'-6'0'63'0,"6"0"-49"0,-6 3 27 0,3-3 28 15,6 2-38-15,-3-2 15 16,0 0-29-16,0 0 15 15,0 3-18-15,0-3 19 16,3 0-19-16,3 0 11 16,3 0-15-16,3 0 8 15,0 0-10-15,3 0 9 16,0 0-10-16,8-3 10 16,1 1-10-16,3-1 10 15,0-2-10 1,9-3 7-16,-1 3-7 0,13-3 0 15,-3 2-4-15,2-4 0 16,-2 7-1-16,5-2-2 16,-5 2 1-16,6-2 1 15,-4 0-1-15,13-1-1 16,-7 4 1-16,-2 2 1 16,-6 0-1-16,-1 0-3 15,-2 0 1-15,-3-6 1 0,-1 6 0 16,4-5 2-1,0 2-1-15,-4-2 2 16,-2 5-2-16,6-5 4 0,-1 2-3 16,-5 3 4-16,-6 0-4 0,3-5-1 15,-4 10 0-15,-2-5-1 16,0 0 0 0,-3-5 4-16,0 5-2 15,-4 0 4-15,1 0-4 16,0-5 1-16,-3 5-1 0,-6 0-24 15,0 0 13-15,0-3-19 16,0 3 16-16</inkml:trace>
  <inkml:trace contextRef="#ctx0" brushRef="#br0" timeOffset="92699.53">10024 4069 228 0,'0'0'88'0,"0"0"-69"0,12 0 19 0,-6 0 26 15,3 0-36-15,3 0 15 32,3 0-26-32,5-2 22 0,1 2-23 0,6-3 24 15,3-2-24-15,2-1 6 16,1 4-13-16,12-9 5 16,0 9-7-16,14-6 2 15,-2 5-5-15,-1-5 0 31,-2 5-2-31,14-7 1 0,-2 5-2 16,-1-3-1-16,-5 8 1 0,2-11 1 16,-2 8-1-16,8-5-1 15,-2 6 1-15,-1-6-1 16,-8 5 0 0,5-2 0-16,-5 5 0 15,-1-5 0-15,-2 2 0 0,8-2 0 16,-2-1 0-16,-3 1 0 15,-4 5 0-15,10-3 2 16,-7 3-1 0,-8-5-1-16,-10 10 1 0,4-10 1 15,-3 5-1-15,0-3-3 16,-4 6 1-16,1-3 1 16,-3 0 0-16,-1 0 2 15,-2 0-1-15,0-3 2 16,-3 3-2-16,-3-2-1 15,-1-1 1-15,-2-2-1 0,0 5 0 16,-3-5-62 0,-3 5 34-16,-3-3-48 0,-3 3 43 15</inkml:trace>
  <inkml:trace contextRef="#ctx0" brushRef="#br0" timeOffset="93802.11">9566 5212 176 0,'6'-8'66'0,"-6"8"-52"0,17-2 17 0,-8-1 18 16,0 6-28-16,3-6 28 15,0 3-29-15,3 0 23 16,0-5-24-16,3-1 16 16,2 6-20-16,1-2 12 15,3-3-16-15,3-1 15 16,3 4-16-16,8-6 13 15,4 0-13-15,12-5 10 16,-4 2-11-16,10-8 6 16,-7 6-8-16,16-8-2 15,-7 5-3-15,10-2 1 16,-4 7-2-16,7-5 2 16,-10 6-2-16,13-6-1 15,-10 5 1-15,12-2 1 16,-5 0-1-16,2 2 2 15,-8 3-2-15,-4-2 2 0,-5 4-2 16,2-2-1 0,-2 6 1-16,2-4 1 15,-2 6-1-15,-1-5 4 0,-2 2-3 16,8-2 4-16,-2 0-4 16,-4 0 1-16,-5 5-1 0,5-3-2 15,-8 3 1-15,6-3-1 16,-4 3 0-16,-2-2 0 15,-7-1 0-15,4 0 2 16,-3 3-1-16,-1-2 4 16,1 4-3-16,3-2-1 15,-4 3 0-15,-5-3-1 16,-3 3 0-16,2-3 2 16,-2 0-1-16,3 0 4 15,-1 0-3-15,7 0 4 16,-6 0-4-16,2 0 1 15,-5 2-1-15,0 1 1 16,0 0-2-16,-1-1 2 16,-2 1-2-16,-3 2 2 15,0-5-2-15,-4 3 2 16,1-1-2-16,3-2 4 16,-3 3-3-16,-3-3 4 15,-1 5-4-15,1-5-1 16,0 3 0-16,3-3-1 15,-3 3 0-15,-4-1-29 16,-2 4 16-16,-3-6-23 16,-3 2 20-16</inkml:trace>
  <inkml:trace contextRef="#ctx0" brushRef="#br0" timeOffset="99386.97">11176 3535 216 0,'0'2'82'0,"0"-2"-64"0,0 3 20 0,0-3 23 16,0 0-35-16,0 0 24 16,0 0-30-16,0 0 16 15,0 0-21-15,0-3 14 16,3 3-16-16,0-2 12 15,0 2-14-15,0-5 8 16,0 2-11-16,-3-2 9 16,0-1-10-16,0-2 12 15,3-2-11-15,-3-3 7 16,3 5-8-16,-3-6 7 16,0 1-8-16,0-5 8 15,0 4-8-15,-3-9 5 16,3 7-6-16,-3-8 2 15,0 8-4-15,0-10 3 0,3 2-4 16,-3-3 4 0,6 9-4-16,-3-3 4 0,0 2-4 15,0-2 1-15,0 8-1 16,0-6 1-16,0 6-2 16,0-6 4-16,0 6-3 0,0-5 4 15,0 4-4-15,0-1 4 16,0 1-4-16,0 1-1 15,0 0 0-15,0 0-1 16,0 2 0-16,0-2 2 16,0 5-1-16,0-3-1 15,0 9 1-15,0-9-1 16,0 8 0-16,0-2 0 16,0 0 0-16,0-3 2 15,0 8-1-15,0-8-1 16,3 3 1-16,-3-6 1 15,3 8-1-15,-3-7 2 16,0 7-2-16,0-2-1 16,0 5 1-16,0-3 1 15,0 3-1-15,-3 0-1 16,3 8 1-16,-3-5-1 16,3 7 0-16,-6-4 2 15,3 2-1-15,-3 0 2 16,3 2-2-16,-6 3-1 15,6-5 1-15,-6 0 1 0,6 3-1 16,-3-8-1 0,6 7 1-16,-6-10-1 0,6 3 0 15,-3-6 2-15,3 3-1 0,0-13-1 32,3 5 1-32,0-11-1 0,3 6 0 15,0-5 0-15,0-1 0 0,0 1 0 16,0 4 0-16,-3 1 0 15,0 5 0-15,-3 3 0 16,3 2 0-16,-3 3 0 16,0 8 0-16,0-2-3 15,0-4 2-15,-3 9 1 16,3-6 0-16,-3 3-5 16,6 5 3-16,-3-5-76 15,0 3 43-15,0 2-59 16,3 0 54-16</inkml:trace>
  <inkml:trace contextRef="#ctx0" brushRef="#br0" timeOffset="103172.31">12521 2498 252 0,'0'-14'93'0,"0"14"-72"0,6 0 14 16,-6-5 18 0,0 10-31-16,0-5 28 15,0 0-30-15,0 0 28 16,3 6-28-16,0 2 23 16,0 5-24-16,-3 0 18 15,3 6-21-15,-3-3 12 16,0 7-17-16,0-7 10 15,0 3-12-15,0 5 4 0,0-3-8 0,0 0 0 16,0 3-3 0,0-6 1-16,0 3-2 15,0-2-1-15,0-1 1 0,0-2-45 16,0 3 24-16,0-14-175 16,3 3 108-16,0-13-101 15,6 2 108-15,15-10 49 47,-3 0 21-47</inkml:trace>
  <inkml:trace contextRef="#ctx0" brushRef="#br0" timeOffset="103395.9">12631 2680 324 0,'-14'0'121'0,"14"0"-95"0,-12 8 25 0,3-3 31 15,6 3-47-15,-6 0 28 16,6 3-37-16,-6 2 12 15,6 0-22-15,-3 1 11 16,6 4-16-16,-3-5 8 16,3 6-11-16,0-6 4 15,6 0-7-15,0 1 0 16,6-1-3-16,0-11-24 16,3 1 13-16,2-6-110 15,4 1 66-15,3-9-65 16,3 3 68-16,-3 0-58 15,-3-2 62-15</inkml:trace>
  <inkml:trace contextRef="#ctx0" brushRef="#br0" timeOffset="105574.73">13001 2471 272 0,'0'-5'101'0,"0"5"-78"0,2 0 22 0,-2 0 35 16,3 5-46-16,-3 3 36 15,3 3-42-15,-3 2 23 16,3 8-29-16,-3 0 12 16,3 6-19-16,-3-1 5 15,3-2-12-15,0 8 0 16,0 0-5-16,0-3-2 15,0 2 0-15,0-4-41 16,0-1 22-16,-3-2-200 31,0 3 121-31,-6-9-122 0,3 3 126 0</inkml:trace>
  <inkml:trace contextRef="#ctx0" brushRef="#br0" timeOffset="105758.3">12968 2868 364 0,'15'-18'134'0,"-15"18"-104"0,26-27 14 16,-14 22 11 0,0-3-33-16,9-5 9 15,0 2-19-15,3-2-2 16,0 5-6-16,-1-5-38 0,-2 2 18 16,-3 3-160-1,0 0 96-15,-6-8-95 0,0 8 101 0</inkml:trace>
  <inkml:trace contextRef="#ctx0" brushRef="#br0" timeOffset="106037.56">13271 2524 348 0,'9'5'129'0,"-9"-5"-100"0,3 30 18 0,-3-20 18 16,3-2-38-16,0 5 16 15,3 1-26-15,-3-1 13 16,0 0-17-16,0-2 8 15,3 2-12-15,0-5 4 16,3 2-8-16,0-7 0 16,0 2-3-16,0-5 1 15,0 0-2-15,0 0-1 16,3 0 1-16,-4 0-1 16,4 6 0-16,-3-4 0 15,0 6 0-15,-3 3-3 16,0 2 2-16,-3 8-100 15,0 3 54-15,-6-3-79 16,0 0 72-16</inkml:trace>
  <inkml:trace contextRef="#ctx0" brushRef="#br0" timeOffset="107273.52">12560 3601 284 0,'0'0'107'0,"0"0"-83"0,21-8 10 16,-12 5 17 0,3 3-30-16,8-8 26 15,7 6-28-15,0-3 17 16,0 5-21-16,3-6 1 16,-4 6-10-16,4-2-1 0,-3 4-3 15,0-4-32 1,0 2 16-16,-4-3-23 0,1 6 21 0</inkml:trace>
  <inkml:trace contextRef="#ctx0" brushRef="#br0" timeOffset="107664.47">13310 3283 376 0,'-3'-21'143'0,"3"21"-112"0,9 6-3 15,-6-6 4 1,3 0-22-16,0 2 29 15,3 9-22-15,-3-6 20 16,0 8-21-16,-3 9 10 16,3-4-16-16,0 9 4 15,0-1-9-15,-3 0 0 16,3-7-3-16,-4 2 1 16,4-2-2-16,0-1-5 0,0 3 2 0,0-10-52 15,0-1 30-15,0 1-158 16,0-8 101-16,0-3-83 15,3 0 95-15</inkml:trace>
  <inkml:trace contextRef="#ctx0" brushRef="#br0" timeOffset="107893.86">13501 3495 380 0,'-15'8'143'0,"15"-8"-112"0,-24 19 27 0,18-14 26 16,3 3-48-16,-9 5 18 15,3 0-33-15,0 3 4 16,3 3-15-16,0-1 1 16,6-5-7-16,-3 1 0 15,3-4-2-15,3-2-2 16,3-3 1-16,3-5-74 16,6 3 40-16,3-8-55 15,3 2 50-15</inkml:trace>
  <inkml:trace contextRef="#ctx0" brushRef="#br0" timeOffset="108067.4">13646 3569 336 0,'0'-16'126'0,"0"16"-98"0,24-2 25 0,-15-1 22 15,0 6-43-15,3-6 18 16,3 3-30-16,9 0 4 0,0-5-14 15,-1-1-26-15,-2 4 9 0,-9-3-137 16,0 5 79 0,-6-6-87-16,0 4 87 0</inkml:trace>
  <inkml:trace contextRef="#ctx0" brushRef="#br0" timeOffset="108278.83">13748 3440 384 0,'6'-3'145'0,"-6"3"-112"0,0 13 25 0,0-10 26 16,0 2-48-16,-3 6 15 15,3 2-30-15,-3 0-1 16,6 0-12-16,-3 1-5 16,0-1-2-16,3 0-48 15,3 0 26-15,2 1-40 16,1-1 35-16</inkml:trace>
  <inkml:trace contextRef="#ctx0" brushRef="#br0" timeOffset="108695.43">13956 3410 332 0,'-3'-31'123'0,"3"31"-95"0,6-45 22 0,-6 26 31 0,3 6-47 15,-3-6 26-15,0 4-36 0,0 1 5 16,3 1-17-16,0 0 0 16,3 8-8-1,-3-3 16-15,3 10-12 16,0 9 15-16,0 7-14 16,3 9 9-16,0 2-10 15,-1 3 9-15,4 0-10 0,-6-6 5 16,0 0-7-16,-6 1 0 15,0-1-3-15,-6-7-4 16,0-1 1-16,-6 1-1 16,4 2 0-16,-7-8 8 15,6 1-3-15,-6-7-1 16,6 7-1-16,0-4-8 16,3-2 4-16,3 0 1 15,3 3 2-15,6-11 8 16,3 2-4-16,15-4 5 15,3 2-5-15,2-6-42 16,-2 4 21 0,3-3-161-16,-3 5 98 0,5-6-93 15,-2 6 100-15</inkml:trace>
  <inkml:trace contextRef="#ctx0" brushRef="#br0" timeOffset="110620.39">11122 3000 152 0,'-3'-8'57'0,"3"8"-44"0,0-10 18 0,0 7 28 16,0 3-33-16,0-5 25 16,0 5-30-16,-3-8 22 15,3 8-24-15,-6-3 20 16,6 3-22-16,-3 0 18 31,3 3-20-31,-6 0 14 0,3 5-16 0,-2-3 10 16,2 3-13-16,-3-3 6 15,3 3-9-15,-3-3 2 16,6 1-5-16,-6-1 5 0,3 3-6 0,-3-3 6 31,3-2-6-31,-3 2 6 0,6 0-6 16,-6-2 8-16,6 2-7 0,-3-5 10 16,6 6-8-16,-3-12 3 15,3 6-5-15,0-5 0 16,0 2-2-16,0-2 1 15,3-3-2-15,3-5-1 16,0 2 1-16,0-7 1 16,2 2-1-16,1-8-1 15,0 3 1-15,0-3-4 16,3 8 2-16,-3-5 1 16,0 11 0-16,-6-4-3 15,3 9 2-15,-3 2 3 16,0 6-1-16,-3 2 6 15,0 9-4-15,0-4 1 16,0 3-2-16,0-2 1 16,0 2-2-16,-1-2 4 15,1 2-3-15,0 0-3 16,0-5 0 0,0 3-76-16,0 2 42 0,0-5-61 15,0 5 55-15</inkml:trace>
  <inkml:trace contextRef="#ctx0" brushRef="#br0" timeOffset="117492.45">11221 1381 152 0,'2'-5'57'0,"-2"5"-44"0,0-8 18 0,-2 8 25 16,2 0-31-16,-6-5 20 15,3 5-28-15,-6 0 18 16,6 0-20-16,-6 0 12 16,3 0-16-16,-6 0 15 15,3 0-16-15,-6 0 9 16,6 5-11-16,-9-5 9 15,6 8-10-15,-2-3 14 16,2 3-12-16,-3 0 11 0,6 3-11 16,-3 4 13-1,3 1-13-15,3 6 11 0,3 4-11 16,0 0 8-16,6-2-9 16,0 3 2-16,6-6-6 15,3 0 7-15,0 3-7 16,0-11 8-16,3 6-8 15,-4-6 1-15,4-5-3 0,-3 0 1 16,0-3-2-16,-3-5 2 16,0 5-2-1,0-10-7-15,0 5 3 0,-3 0-54 16,0 0 32-16,-3-5-45 16,0 2 40-16,0-2-95 15,3-1 70-15,-3-1-83 16,3-7 79-16,-3 1 27 15,2 0 21 1,1-6 13-16,0 6-1 16,-3 5-1-16,3-2 1 0,0 2 1 15,0 2-1-15,-3-2-1 16,0 3 1-16,0-3-1 16,0 8 0-16,-3-8 0 15,3 8 0-15,-3-5-3 16,0 0 2-16,0-1 1 15,0 6 0-15,0-2 2 16,0 2-1-16,0-6-1 16,0 1 1-16,0 2-4 0,3 3 2 15,-3-5 3-15,3 5-1 16,-3 0-1-16,3-5 1 0,0 2-4 16,0 3 2-16,0 0 3 15,0 0-1-15,-3-5-1 16,3 5 1-16,-3 0-4 15,0 0 2-15,0 0 3 16,0 0-1-16,0 0-1 16,3 0 1-16,-3 0-1 15,3 0 0-15,0-5 0 16,0 2 0-16,0-2 2 16,0 5-1-16,-3 0-3 15,3 0 1-15,-3-6 1 16,3 12 0-16,-3-6 0 15,3 0 0-15,-3 0-3 16,0 0 2-16,0 0 1 16,0 0 0-16,0 0 2 15,3 0-1-15,0 0 2 16,0 0-2-16,-3 0-3 16,3 0 1-16,-3 0-1 15,0 0 0-15,0 0 4 16,0 0-1-16,0 0-1 15,0 0 1-15,0 0 1 16,0 0-1-16,0 0-3 16,3 0 1-16,0 0 1 15,0 0 0-15,3 0-3 32,-6 0 5-17,0 0-2 16,0 0 0-31,0 0 3 47,0 5-2-47,-3-5-1 16,3 0 1-16,-3 0-1 16,3 3 0-16,-3-3-3 15,6 0 2-15,-3 0 1 16,0 0 0-16,0 0 2 31,0 0-3-15,0 0 0-1,0 0 1-15,0 0 2 32,0 0-3-17</inkml:trace>
  <inkml:trace contextRef="#ctx0" brushRef="#br0" timeOffset="118431.32">11084 1611 176 0,'-3'0'68'0,"3"0"-52"0,3 14 23 16,0-9 34 0,0 3-40-16,0 5 26 15,0 0-35-15,-1 6 14 16,1-6-22-16,0 6 20 0,3-1-21 0,-3-5 19 31,3 3-19-31,0-3 8 16,0 6-14-16,-3-11 6 0,3 2-8 0,-6-2 7 15,3 3-8-15,-6-3 3 16,0-3-5-16,-3-5 5 16,0 0-6-16,-6 0 6 15,6-5-6-15,-5-3 1 16,2 3-2-16,-6-9-2 16,6 4 1-16,-3-6-1 15,6 3 0-15,0-11 2 16,3 8-1-16,0-16-1 15,3 6 1 1,0-14-1-16,6 8 0 0,3-5 0 16,3 8 0-16,0-8-3 15,3 11 2-15,2-1 1 16,4 3 0-16,3-2 2 16,3 10-1-16,0-2-1 15,-1 4 1-15,1 1 1 16,-3 8-1-16,3 0 4 15,0 2-3-15,-12 6 4 16,-1 7-4-16,-11-2 8 16,-3 11-6-16,-12-1 5 15,1 3-5-15,-10 11 0 16,3-5-2-16,-3 4 1 16,3-4-2-16,-3-1-5 0,9 1 2 15,1-9-63-15,5 3 36 0,3-13-46 16,6 3 43-16,23-16-212 47</inkml:trace>
  <inkml:trace contextRef="#ctx0" brushRef="#br0" timeOffset="118971.6">11471 1598 288 0,'-3'13'107'0,"3"-13"-83"0,0 24 10 0,0-16 13 16,0 0-28-16,0 3 30 15,0-3-28-15,0-3 32 16,0-3-31-16,-3-2 10 16,3 6-20-16,-3-12 0 15,0 4-7-15,0-9-1 16,3 3-2-16,0-10-2 16,3 2 1-16,0-8-1 15,3 6 0-15,0-4-29 16,-1 4 16-16,4-1-96 31,0 11 60-31,3-5-51 0,0 5 58 0,12-5-77 31,-12 21 169 1,-3 10 6-32,-6-2 39 15,3 8-48 1,-3-5 12-1,3 2-36-15,-3-8 23 0,3 0-26 16,-3-2 14-16,3-3-20 0,-1-3 8 16,4-5-13-1,0-10 8-15,0 2-9 0,-3-6 2 16,3-4-6-16,-9-3 2 16,0 2-3-16,-6-2-2 15,0 5 0-15,-6 0-1 16,6 3 0-16,-6 2-11 15,4 9 6-15,-1 2-80 16,3 0 47-16,3 8-52 16,6 5 51-16,15 5-155 31</inkml:trace>
  <inkml:trace contextRef="#ctx0" brushRef="#br0" timeOffset="119167.08">11875 1442 284 0,'0'-8'107'0,"0"8"-83"0,-15 8 19 16,10-3 23 0,5 9-38-16,-6 4 27 15,0 3-33-15,0 0 20 16,6-2-25-16,0-1 7 16,3-4-14-16,0-1-1 15,6 5-6-15,-1-4-4 0,4-1 0 0,3-5-136 16,3 2 75-16,-3-2-116 15,3-8 102-15</inkml:trace>
  <inkml:trace contextRef="#ctx0" brushRef="#br0" timeOffset="119740.87">12054 1630 376 0,'-3'-19'143'0,"3"19"-112"0,15-8 8 0,-9 3 13 15,0 0-32-15,3-8 16 16,3 5-22-16,0-14 6 16,2 9-12-16,-2-3-5 15,0 8-1-15,-6-5-2 16,0 8 0-16,-6 2 8 16,0 3-4-16,-6 8-10 15,0-3 3-15,-3 3-2 16,6 3 3-16,-3-3 8 15,6 5-3-15,-3-8-1 16,6-2-1-16,-3 2-1 16,3 1 0-16,0-4 0 15,3 4 0-15,0-1 2 16,3-5-1-16,-3 0 6 16,3 3-4-16,0-6 3 0,3 3-3 15,0-5-2 1,0-1 0-16,3-7 1 0,-1 5-1 15,1-13 2 1,0 10-2-16,-9-7-1 0,0 10 1 16,-9-5 1-16,0 5-1 0,-9 3 2 15,3 5-2-15,-6 5-1 16,7-3 1 0,-1 9-4-16,3 2 2 0,6 3-114 15,6 8 63-15,5 2-96 16,4 1 85-1,12 23-63 1,6-34 72 0,-33-16 28-1,905 37 13 1,41 3 11-16,-946-40 1 16,-6 71 1-16,6-71 0 15</inkml:trace>
  <inkml:trace contextRef="#ctx0" brushRef="#br0" timeOffset="121625.4">9316 4503 260 0,'-6'-21'99'0,"6"21"-77"0,-3-18 15 15,0 10 22 1,3 0-34-16,-3-11 22 0,0-2-28 15,-3-16 14-15,3 5-19 0,-3-15 8 16,3 7-13-16,-6-5 4 16,6 3-8-16,-6-6 4 31,6 8-5-31,-6-13 7 0,3 8-7 0,-6-13 8 16,6 8-8-1,-6-6 5-15,3 11-5 0,-5-5 2 16,2 16-3-1,-3-11 5-15,6 10-5 16,-3-10 3-16,6 6-3 0,-3-12 0 16,6 9-1-16,-3-8 3 15,6 10-3-15,-6-5 1 16,6 5-1-16,-3 1 3 16,6 7-3-16,-3-8 1 15,3 9-1-15,-3-14 3 16,0 10-3-16,0-10 4 15,0 5-4-15,0-5 4 16,3 6-4-16,0-1 6 16,0 11-5-16,0 0 1 15,3 2-2-15,-3-2 3 16,0 6-3-16,0-7 8 16,0 9-6-16,-3-5 3 15,0 7-4-15,0-7 0 16,3 5-1-16,-3-6 3 15,3 9-3-15,-3-9 1 0,3 9-1 16,-3-9 1-16,0 6-2 16,0 3 2-16,0-1-2 15,-3 1 2-15,3 10-2 16,-6-6 2-16,3 6-2 16,-6-5 2-16,6 8-2 0,-6-8-1 15,3 7 1-15,-3-2-1 16,6 3 0-16,-6-3 0 15,6 8 0-15,-3-5 0 16,6 0 0 0,-3 2-3-16,0 3 2 0,-3 0 1 15,0 8 0-15,-2 0 2 16,-4 10-1-16,-3 4-1 16,0 15 1-16,0-6-1 0,0 4 0 15,0-4 0-15,3-4 0 0,0-6 0 16,3 3 0-16,1-11 0 15,-1 0 2-15,3-5-1 16,0 3 2-16,3-11-2 16,0 0-1-16,3-11 1 15,3-2-1-15,3-5 0 16,3-6 2 0,0-5-1-16,2 0-1 15,4-3 1-15,3 5-1 0,0 4-3 16,0 7 2-16,0-3-1 31,0 9 0-15,0-1 2-1,2 6 0-15,1 5 0 0,-3 0 0 0,0 0 0 16,-3 0 0-16,-3 2 0 0,3 9 0 0,-6-6-16 16,2 8 9-1,-5 3-98-15,3 8 57 16,-6 5-61-16,0 3 63 0,-9 0-77 15,3-6 69 1,0-5-74 0,3-5 72-16,0-3 31 15,6-5 17-15,3-2 8 0,3 2 1 16,24-3-6 0</inkml:trace>
  <inkml:trace contextRef="#ctx0" brushRef="#br0" timeOffset="123274.79">7994 3344 216 0,'-3'3'82'0,"3"-3"-64"0,0 19 20 0,0-14 25 16,0 5-35-16,0 6 28 15,0 0-33-15,0 3 24 16,0-1-27-16,0 1 18 15,3-3-22-15,-3-3 16 16,0 0-18-16,0-2 14 16,0-3-15-16,-3-3 10 15,3-3-13-15,-3-2 8 16,3 0-10-16,-6-7 6 16,3 1-7-16,-3-10 2 15,3 3-5-15,-6-16 2 16,6 3-3-16,-3-17-2 31,3 6 0-31,0-10-4 0,6 7 2 0,0-2 3 16,3 7-1-16,0-5 2 15,0 9-2-15,3-4 2 16,0 12-2-16,0 1-1 16,3 4 1-16,0-3-1 15,3 7 0-15,-1 9-53 16,1 0 29-16,0 10-46 15,0 0 41-15</inkml:trace>
  <inkml:trace contextRef="#ctx0" brushRef="#br0" timeOffset="123488.94">7973 3260 384 0,'3'-16'145'0,"-3"16"-112"0,6-3 23 0,-3-2 16 15,0 5-42-15,3-8 5 16,6 3-22-16,3-3-3 16,0 2-6-16,5-4-25 15,1 7 12-15,6-2-127 16,3 10 75-16,-3-5-80 16,-1 8 81-16</inkml:trace>
  <inkml:trace contextRef="#ctx0" brushRef="#br0" timeOffset="123842.98">8321 3228 340 0,'-12'0'129'0,"12"0"-100"0,-17 8 20 16,8 0 28 0,3 2-44-16,-9 4 22 15,0 1-33-15,-3 4 6 16,3 5-17-16,3-6 5 15,3 4-9-15,3-9 7 16,3 3-8-16,6-6 8 16,6-5-8-16,6-5 5 15,3 0-6-15,3-15 2 16,3 4-4-16,-3-7 3 0,-1 4-4 16,-5-4-1-1,-3 10 0-15,-6-3-1 0,3 9 0 16,-6 2 0-1,0 0 0-15,-3 8-3 0,0-1 2 16,0 4-48-16,6 2 27 16,-3-5-90-16,6 3 63 0,0-3-113 15,0-8 92-15,0-6-45 16,0 4 66-16</inkml:trace>
  <inkml:trace contextRef="#ctx0" brushRef="#br0" timeOffset="124050.42">8458 3241 268 0,'-3'-5'101'0,"3"5"-78"0,-3 0 24 0,0 5 27 16,6-5-41-16,-3 5 28 16,3 3-36-16,0 6 22 15,0 4-27-15,0 3 7 16,3-2-16-16,-3 2 1 16,0 0-8-16,-3 3 0 15,3-6-2-15,-3 1-48 16,0-3 25-16,0-6-37 15,0 1 32-15</inkml:trace>
  <inkml:trace contextRef="#ctx0" brushRef="#br0" timeOffset="124722.62">8533 3006 400 0,'0'26'151'0,"0"-26"-118"0,3 35 18 0,-3-22 16 16,3 5-40-16,-6 3 12 15,3 9-24-15,-3 4-2 16,0 6-8-16,-3-3 1 16,6 0-3-16,-6-6 3 15,6-4-4-15,-3-3-5 16,3-11 1-16,-3 0-10 15,3-5 7-15,-6-3-12 16,6-5 10-16,-3 0-1 16,6 0 5-16,-3-8 2 15,6 3 1-15,0-5 0 16,3 2 0-16,3-11 4 16,0 3-2-16,2-10 6 15,7 7-5-15,-6-7 6 31,3 2-6-31,-6 3 3 0,3 2-3 0,-6 1 0 16,3 7-1-16,-6-2 1 16,0 8-2-16,-6-1-1 15,3 6 1-15,-6 6 1 16,3 2-1-16,-3 5 4 16,0 5-3-16,0 4 4 15,3 1-4 1,-3 4-1-16,6-6 0 0,-3 3-6 15,6-8 3-15,0-3-19 0,2 0 12 16,4-10-52-16,0-3 35 0,0-5-38 31,3-1 37-31,-3-2-4 0,0 3 19 16,-3 0 14-16,0 5-1 0,-3 0 45 16,0 2-25-1,-3-4 48-15,0 2-39 16,0-8 23-16,5 2-31 0,1-9 4 31,0 1-16-15,0-4-1 15,3-1-6-31,0-2-6 16,3 3 1-16,-3-1-50 0,3 6 29 15,-3 0-41-15,0 5 36 16</inkml:trace>
  <inkml:trace contextRef="#ctx0" brushRef="#br0" timeOffset="128396.74">15852 2040 236 0,'-9'-27'88'0,"9"27"-69"0,-12-31 17 0,6 20 18 16,6 9-31-16,-6-4 27 15,3 6-30-15,-3 6 19 16,3 1-23-16,-3 7 14 15,3-1-17-15,0 11 19 16,3 2-18-16,0 1 17 16,3 2-17-16,0 8 12 15,3-3-15-15,0 22 17 16,3-3-16 0,-3 13 11-16,3-5-13 0,-3 7 13 15,3-7-14-15,-3 16 9 16,0-3-10-16,-3 8 2 15,0-16-6-15,0 6 5 16,3-11-6-16,0 7 3 16,0-9-3-16,0 7 0 15,3-8-1-15,-3-10 1 0,0-3-2 16,-1-6-3 0,1-4 1-16,-3-6 1 15,0-3 0-15,-6-10-49 0,3 3 27 16,-6-6-44-16,1 0 38 0</inkml:trace>
  <inkml:trace contextRef="#ctx0" brushRef="#br0" timeOffset="128684.97">15718 3418 380 0,'0'6'143'0,"0"-6"-112"16,6 26 19-16,-3-18 14 15,3 3-38-15,0-1 21 16,3 4-28-16,3-4 14 16,0-2-19-16,9-3 3 15,2 1-9-15,10-6-3 16,0 0-3-16,6-11-2 15,-4 8 1-15,1-12-45 16,-3 4 24-16,-4-8-34 16,-2 1 31-16</inkml:trace>
  <inkml:trace contextRef="#ctx0" brushRef="#br0" timeOffset="129219.17">16677 2088 264 0,'-6'-27'99'0,"6"27"-77"0,-6-13 20 16,3 13 17-1,6 0-34-15,-6 0 21 16,3 5-27-16,-6 3 25 16,3 0-25-16,-6 11 12 15,3-1-17-15,-3 3 5 16,6 3-11-16,-3-8 2 15,3 2-6-15,3 1 0 16,3 0-2-16,3-12 7 16,6 7-5-16,6-9 8 15,0 3-8-15,-1 5 10 16,4-5-8-16,-9 11 16 0,-3 4-12 16,-9 12 11-16,-3-1-12 0,-9 9 0 15,0-4-6-15,-6-4 0 16,4 2-1-1,-4-11-2-15,6-5 1 0,0-2-43 16,3-6 23-16,0 0-131 16,6 0 83-16,3-18-70 15,3 3 80-15,9-22-19 16,3 3 45 0</inkml:trace>
  <inkml:trace contextRef="#ctx0" brushRef="#br0" timeOffset="129474.01">17025 1929 420 0,'-3'13'156'0,"3"-13"-121"0,0 66 12 0,-3-39 19 16,3-6-40-16,-6 11 18 15,3-1-26-15,-3 4 2 16,3-4-12-16,-3 9-1 15,6 0-4-15,-3 15 0 16,3-2-1-16,3-13-37 16,3 0 19-16,3-16-99 15,3-3 64-15,0-19-48 16,0-2 57-16,-3-10-58 16,2-1 56-16</inkml:trace>
  <inkml:trace contextRef="#ctx0" brushRef="#br0" timeOffset="129713.22">17105 2376 348 0,'-6'11'132'0,"6"-11"-103"0,9 18 29 0,-3-10 35 16,0-5-53-16,3-3 28 16,6 2-41-16,6-7 14 15,3-6-24-15,2-2 9 16,4 0-16-16,-9-3 4 16,-3 3-9-16,-6-6 2 15,-3 6-4-15,-9-8 0 16,0 2-1-16,-15 1-2 15,3-1 1-15,-12 4-4 16,3 1 2-16,-6 9-37 16,10 0 21-16,-4 5-110 15,9 5 71-15,0-5-57 16,9 13 65-16</inkml:trace>
  <inkml:trace contextRef="#ctx0" brushRef="#br0" timeOffset="130152.58">17373 2328 360 0,'-3'22'134'0,"3"-22"-104"0,3 39 14 15,0-26 24 1,3-2-40-16,0-3 31 0,3 3-34 0,3-9 9 16,0-2-20-16,0-2-2 15,2-4-7-15,-2-7-1 16,3 0-2-16,0-6-2 15,0 1 1-15,-3 2-4 16,0 3 2-16,-6-1-1 16,3 4 0-16,-6 5 2 15,0 5 0-15,-3 0 8 16,3 2-4-16,-3-2 19 16,6 3-14-16,3-3 14 15,2 0-13-15,4-5 6 16,6 2-9 15,6-8 2-31,3 3-5 0,-6 0-2 16,-1-2-1-16,-5 2-4 0,0 0 2 0,-6-3-1 15,-3 9 0-15,-3-9-55 16,0 9 30-16,-6-4-43 16,3 6 40-16,-3 0-128 15,0 6 88-15,6 1-119 31</inkml:trace>
  <inkml:trace contextRef="#ctx0" brushRef="#br0" timeOffset="130439.45">17995 2262 360 0,'-3'13'134'0,"3"-13"-104"0,-6 16 23 16,3-13 36-16,6 5-50 0,-3-8 32 15,0 3-42-15,0-6 9 31,0 3-22-31,-3 0-3 0,3-5-8 0,-3-3-3 16,3 2-1-16,-3-7-6 16,6 5 3-16,0-10-80 15,3 4 44-15,3 1-57 16,0 0 55-16,15-11-204 47,-12 24 144-16,-3 13 41-31,-3-2 37 16,0 2 22-16</inkml:trace>
  <inkml:trace contextRef="#ctx0" brushRef="#br0" timeOffset="131080.33">18016 2265 264 0,'0'5'101'0,"0"-5"-78"0,0 5 20 0,-3-5 33 16,3 3-43-16,-6 2 40 16,6-5-42-16,-3 0 23 15,3 6-31-15,0-6 17 16,3 0-24-16,6-6 7 16,0 6-13-16,3-8 5 0,0-2-8 15,0 2 7 1,0 0-8-16,-4-3-1 15,4 3-3-15,-6-5-2 0,0 0 1 16,-6 0-1-16,0 7 0 0,-12-1-3 16,3 1 2-1,-5 6 3-15,2 6-1 16,-3 1 2-16,3 4-2 0,0 2 4 16,0 8-3-1,3-2 4-15,6 2-4 0,-3 11 1 16,6 0-1-16,3-6-6 15,3 1 2-15,9-9-54 16,3-2 31-16,3-11-127 16,0 1 85-16,5-20-71 15,4 9 79-15,-6-8 25 16,0 5 22-16,-6 3 63 16,-1-1-28-16,-5 1 86 15,-3 5-61-15,-3-3 59 16,0 3-61-16,-3 0 33 15,0 0-45-15,-3-10 17 16,3 7-30-16,0-10 2 16,6 0-14-16,3-1-12 15,3 4 1-15,3-6 0 16,3 5 2-16,2-10 2 16,4 8-1-16,0-6-31 15,0 6 16-15,-3-8-122 16,-1 10 75-16,-5 4-106 15,-3 1 96-15,-6-2-36 0,-3 8 63 16,-6 8-21-16,0 0 37 16,-6 3 14-16,3-3 8 0,-9 2 6 15,0 4 0 1</inkml:trace>
  <inkml:trace contextRef="#ctx0" brushRef="#br0" timeOffset="132942.62">16668 3156 208 0,'3'-13'77'0,"-3"13"-60"0,6-10 21 0,-3 7 26 16,0 3-36-16,-1-5 27 15,1 5-33-15,0-8 20 16,3 8-25-16,-6-5 23 15,3 5-24-15,-3 5 32 16,3 3-27-16,-3 10 21 16,3 1-25-16,-3 10 14 15,3 3-18-15,-3-1 10 16,3 1-13-16,0 3 6 16,3-4-9-16,3 4 4 15,0-4-6-15,3-9 2 16,3-4-4-16,6 1-2 15,0-3 0-15,11-1-43 0,1-1 23 16,0-1-147-16,-1-8 93 16,-2-2-79-16,-3 2 88 15</inkml:trace>
  <inkml:trace contextRef="#ctx0" brushRef="#br0" timeOffset="133316.62">17251 3249 368 0,'-36'-8'137'0,"36"8"-106"0,-35 21 26 0,23-10 28 15,6-1-48-15,-9 6 17 16,6 6-32-16,-6 9 7 16,3-2-17-16,3 0 9 15,6-2-12-15,3-11 6 16,3-3-8-16,6-2 2 15,3-6-5-15,9-5 2 16,0 3-3-16,3-11 0 16,-1 0-1-16,10-11 3 15,-6 1-3-15,-9-4 1 16,0 9-1-16,-9 3-2 16,-1 4 1-16,-5 6-1 15,0 3 0-15,-3 5 0 16,0 0 0-16,0 2-9 15,3 4 5-15,0-1-58 16,3 5 34-16,0-7-109 16,3 0 77-16,0-6-44 0,3 3 61 15</inkml:trace>
  <inkml:trace contextRef="#ctx0" brushRef="#br0" timeOffset="133520.07">17462 3503 348 0,'-3'0'129'0,"3"0"-100"0,3 5 37 0,0-10 42 16,0 5-61-16,0-10 29 15,0 7-46-15,0-16 13 16,3 6-26-16,-3-8 0 16,0 8-11-16,0-14-3 15,0 9-2-15,0-14 1 16,3 6-1-16,3-1-36 16,0 6 19-16,3-3-136 15,3 11 84-15,6-6-79 16,-1 11 85-16</inkml:trace>
  <inkml:trace contextRef="#ctx0" brushRef="#br0" timeOffset="134203.97">17864 3188 384 0,'-12'-5'143'0,"12"5"-112"0,-44 21 16 16,26-8 14-1,9 1-36-15,-9 9 19 16,6 4-27-16,0-6 16 16,6 3-19-16,0-6 3 0,6 4-9 0,3-7 6 31,3 4-8-31,6-9 3 0,6-2-5 0,-3-8 2 16,0-5-3-16,-3-3-2 15,3-5 0-15,-1 0-1 16,1 0 0-16,-3-1 0 15,0 6 0-15,3 6 0 32,3 2 0-32,-6 10 8 0,3 4-4 15,-3 1 12-15,-1 9-9 0,-5 3 3 16,-3-1-6-16,-12 14-2 16,1-1-1-16,-7 1-4 15,6 3 2-15,-9-12 1 16,3 4 0-16,-9-9-5 15,6-5 3-15,-8-5-25 16,8-3 14-16,6-15-36 16,9-6 28-16,9-11-32 15,6 3 30-15,5-2-8 16,4-3 18-16,0-6 5 16,3 9 5-16,6-19 16 15,0 2-7-15,2-2 22 16,1 3-16-16,6-19 25 15,-1 8-21-15,-8 0 17 16,-6 11-19-16,-9 2 8 16,-3 8-13-16,-9 3 4 15,-3 13-8-15,-9 3 7 0,3 5-8 16,-6 5 10-16,3 8-8 16,0 6-1-16,3 2-3 15,0 5 5-15,3 1-4 16,0-6 10-16,6 3-7 0,0-3-1 15,3 3-3-15,6-6-37 16,6-2 19 0,0-5-145-16,0-1 89 15,-1-7-84-15,4-3 90 16</inkml:trace>
  <inkml:trace contextRef="#ctx0" brushRef="#br0" timeOffset="134414.07">18382 3410 400 0,'-30'8'148'0,"30"-8"-115"0,15 11 19 0,-15-8 27 16,3 2-46-16,-6-2 35 16,3-1-40-16,3-7 15 15,6 0-26-15,3-9-7 16,3 1-6-16,0-13-6 16,0 7 1-16,6-2 12 15,2-3-6-15,7-2-2 16,0 5-2-16,6-6-65 15,-4 9 35-15,-5-1-46 16,-3 11 43-16</inkml:trace>
  <inkml:trace contextRef="#ctx0" brushRef="#br0" timeOffset="135434.34">7991 3995 316 0,'-6'-13'118'0,"6"13"-92"0,-3-11 11 15,0 6 12 1,3 5-29-16,-3-8 15 16,3 6-21-16,-3-1 6 15,0 3-12-15,-3-5 2 16,6 10-6-16,-6-5 5 0,3 8-6 0,-6 0 10 16,6 2-7-16,-3-2 10 31,3 6-9-31,0 1 12 0,6 1-11 0,0 8 14 15,6 0-13-15,-3 5 16 47,3 3-15-47,-3 2 13 0,3-2-13 0,-3-3 10 0,0 0-11 0,-3-2 8 16,0-1-9-16,-3-7 2 16,0 2-6-16,-3-5 2 15,0-1-3 1,-3-1-4-1,3-1 0-15,-6-5-45 16,6 2 24-16,-3-2-193 0,3-2 119 0,0-4-117 16,3 4 122-16</inkml:trace>
  <inkml:trace contextRef="#ctx0" brushRef="#br0" timeOffset="135973.82">8149 4289 384 0,'3'24'143'0,"-3"-24"-112"0,3 31 19 16,-3-23 18-1,3 0-40-15,-3 3 25 16,0 2-32-16,0-5 13 0,0 3-19 0,0-6 7 16,0 3-13-16,0-8 2 15,0 3-7 1,0-11 0-16,3 2-2 15,0-10-2-15,3 3 1 0,-1-13-1 16,4 2 0-16,-3-10 0 16,3 4 0 15,0-7 0-31,0 8 0 0,0 8 0 0,0 11 0 16,-3 2 0-16,0 8 0 0,0 5 6 15,0 3-3-15,0 0 8 16,0 2-7-16,0-10 5 15,0 6-5-15,0-12 0 16,3 6-2-16,5-18-2 16,1 5 1 15,3-6-1-31,0 3 0 16,0 3 0-16,-3 0 0 15,-3 7 6-15,0 1-3 0,-6 5-8 0,2 5 3 0,-5 6 5 16,3 2-2-16,-3 14 13 15,0 2-7-15,-3 3-1 16,0-1-4-16,0-4-13 16,3-1 7-16,0-7-52 15,3-3 31-15,3-6-100 16,3-7 71 0,6-6-47-16,0-5 59 15</inkml:trace>
  <inkml:trace contextRef="#ctx0" brushRef="#br0" timeOffset="136650.01">8631 4202 420 0,'-18'26'159'0,"18"-26"-124"0,-15 40 24 0,12-30 20 16,3-2-46-16,-6 5 22 15,3 1-33-15,0-6 8 16,3 2-18-16,0-10-4 16,6 0-5-16,3-8-7 15,3 3 2-15,0-8 12 16,3 0-5-16,-3-1 0 15,0 4-3-15,-3 2-4 16,0 8 1-16,-4 8 3 16,1 2-1-16,-6 6-1 15,0 3 1-15,0-1 7 16,3-5-4-16,0 1-1 16,3-9-2-16,3-2 1 15,3-3-1-15,3-8 2 16,0-6-2-16,0-9 2 15,0 1-2-15,-3-15-3 16,3 3 1-16,-7-11 1 16,4 11 0-1,-6-19-14 1,3 10 8-16,-6-12-10 0,3 13 8 0,-6 4 9 16,3 15 0-16,-6 9 2 0,3 7-1 15,-6 14-2-15,0 7 1 16,0 9-4-16,3 7 2 15,3 4-1-15,3 3 0 16,0 0 0 0,3-8 0-1,0-5 15-15,3-3-7 0,0-8 15 16,3-2-12-16,0-11-2 0,0-3-4 0,3-13-3 16,0-2 1-1,-4-3-1-15,-2 5 0 16,-6-5-3-16,3 2 2 0,-6 3-1 15,3 3 0 1,-6 0 0-16,3 10 0 0,-3 6 2 16,0 5 0-16,0 2 2 15,3 6-1 1,3 16 4-16,3-3-3 0,3 3 1 16,3-3-1-16,3 0-15 15,3-2 7-15,3-4-145 16,0-1 83-16,2-9-104 15,-2 0 99-15</inkml:trace>
  <inkml:trace contextRef="#ctx0" brushRef="#br0" timeOffset="143496.76">11191 4358 172 0,'0'-11'66'0,"0"11"-52"0,3-10 19 16,-3 7 4-16,0 0-6 15,0-5 13 1,0 3-25-16,0-3 12 0,0 3-18 15,0-8 8-15,0 7-12 0,0-12 8 16,3 5-9-16,-3-6 9 16,3 3-10-16,0-8 7 15,0 6-7-15,0-6 2 16,0 8-5-16,0-5 9 16,0 5-7-16,-3-2 10 31,3 2-9-31,-3 0 5 0,0-3-2 0,0 3 1 15,2 3-6 1,-2-5 1-16,0-1-1 0,0 1 4 16,0 2-5-16,0-3 5 15,0 6-6-15,0-6 6 16,0 6-6-16,0-5 6 16,0 10-6-16,0-5 6 15,0 2-6-15,-2 3 6 16,2 0-6-16,-3 3 1 0,0 5-4 15,-3 0-3-15,0 0 6 16,0 5 3-16,0-2-3 16,0 2 0-16,0 0 3 0,0-2-3 31,0 2-2-31,-3 1 2 16,3-4-2-16,0 9 2 0,0-9-2 15,0 1-1 1,0 0 1-16,-3 2-1 0,6-5 0 15,0 3 0-15,0-3 0 16,3 0 0-16,0 0 0 0,0-3 0 31,3 3 0-31,3 0 0 0,0-11-3 0,0 3 2 16,0 3 1-16,0-5 0 16,3 4 0-16,-3-4 0 15,3 7 0-15,-3-2-3 16,3-1 2-16,-3 4 3 15,0 4-1-15,0-2-1 16,0 6 1-16,0 2-1 16,-3 2 2-16,-3-7 1 15,3 8-1-15,-3-4-2 16,0 1-4-16,0 3-92 16,5-3 51-16,-2 0-69 15,6-3 66-15,9-7 24 0</inkml:trace>
  <inkml:trace contextRef="#ctx0" brushRef="#br0" timeOffset="144696.44">11146 5413 228 0,'0'-2'88'0,"0"2"-69"0,3-3 13 0,-3-2 20 16,3 2-31-16,0-2 26 16,3-6-27-16,-3-2 22 15,3 5-23-15,-3-5 18 16,3 2-21-16,-3-5 16 15,0 3-18-15,-3-8 14 16,3 3-15-16,-3-12 4 16,3 7-10-16,-3-14 0 0,0-3-4 15,0 3 3 1,0 2-4-16,0-2 1 0,0 3 1 16,-3 5 2-16,0-3-1 15,0 8 2-15,0 3-4 16,0 0 0-16,0 2 3 0,0 6-1 15,0 0 2 1,0 2-4 0,-3 3 0-16,3-2-1 15,-3 7-2-15,3-2 1 0,-3 2-1 16,-3 3 0-16,0 0 0 16,-3 0-3-16,0-2 2 15,4 2 1 1,-1-6 0-16,3 1 0 0,0-3 0 15,3 6 0 1,3-9 2-16,3 0-3 0,3 1 0 16,3-6 1-16,3 0 0 15,-4-3 0-15,4 4 0 0,0-7 0 16,0 9 0-16,-3 0 0 16,0 8 0-16,-3-1 0 15,-3 12 0 1,0-4 0-16,-3 9 2 15,0 5-1 1,0 8 2-16,0-6-9 0,3 3-1 0,-3-2-71 16,0-3-33-1,3 2 57-15</inkml:trace>
</inkml:ink>
</file>

<file path=ppt/ink/ink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12-28T07:54:38.78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92D050"/>
    </inkml:brush>
  </inkml:definitions>
  <inkml:trace contextRef="#ctx0" brushRef="#br0">1946 1331 188 0,'6'0'71'0,"-6"0"-55"0,0 0 13 15,0 0 15 1,0 0-25-16,0 0 11 15,0 0-19-15,0 0 15 16,0 0-16-16,0 0 18 16,2 0-16-16,-2 0 24 0,6 0-20 0,-6 0 15 15,3 0-18-15,-3-5 6 16,0 2-11-16,0-2 13 16,0 5-12-16,-3-6 11 15,3 4-11-15,0-4 11 16,0 6-12-16,-8-13 5 15,8 5-8-15,-9 3 9 16,6-3-8-16,-12-3-1 16,9 9-3-16,-9-4 1 15,6 1-2-15,-6 3 4 16,6 4-3-16,-9-2 4 16,6 5-4-1,-11 1 8-15,5 7-6 0,-3-5 8 16,0 5-8-16,0 6 10 15,3-6-8-15,0 8 10 16,7 3-9-16,-1 2 10 16,3 3-10-16,-3 16 5 15,6 0-7-15,6-8 7 16,6-2-8-16,-3-9 8 16,9-2-8-16,6-3 8 15,-1-2-8-15,7-6 1 16,3 0-3-16,-3 1-6 15,3-7 2-15,2 4-3 16,1-3 2-16,3-3 2 16,0-2 1-16,-7-3-47 15,-2 5 26-15,-3-10-35 16,-3 5 32-16</inkml:trace>
  <inkml:trace contextRef="#ctx0" brushRef="#br0" timeOffset="711.63">2386 1505 240 0,'-6'-13'90'0,"6"13"-70"0,0-5 24 0,0 5 32 16,0 0-42-16,0 0 33 15,6-5-40-15,-6 2 24 16,3 3-30-16,3-5 24 15,0 10-25-15,3-10 20 16,3 5-23-16,3-6 16 16,6 4-19-16,-7-3 8 15,10-3-13-15,-3 2 4 16,9-2-8-16,-9 3-2 16,-1 0-2-16,10-1-61 15,-9 4 33-15,-6 2-48 16,0 2 42-16,-21 22-265 31</inkml:trace>
  <inkml:trace contextRef="#ctx0" brushRef="#br0" timeOffset="922.07">2449 1709 368 0,'11'0'137'0,"-11"0"-106"0,18 0 35 0,-9 0 36 15,-6 0-57-15,9 0 16 16,3 0-37-16,6-8-3 15,0 8-12-15,8-10-4 16,-5 7-3-16,6-2-54 16,0 5 28-16,3 0-41 15,-4 0 37-15,-8 0-129 16,-3 5 88-16</inkml:trace>
  <inkml:trace contextRef="#ctx0" brushRef="#br0" timeOffset="1936.8">3702 1220 232 0,'12'-13'88'0,"-12"13"-69"0,3-6 28 16,-3 4 36-16,6 2-46 15,-6 0 27-15,3 0-38 0,-6 0 14 16,3 0-23-16,-9 2 17 15,-3 4-19-15,-6 1 12 16,6 4-16-16,-9-3 10 16,0 3-12-16,-3 2 8 15,4 0-9-15,-1-5 2 16,6 5-6-16,-12 0 0 16,15 1-2-16,-6-1 3 31,9-3-3-31,1-2 1 0,2-2-1 0,6-4 1 15,0 4-2-15,8-6 2 16,7 5-2-16,6-5-1 16,0 0 1-16,6 0 1 15,-3 3-1-15,2 2 2 16,4 3-2-16,0 5 6 16,-3 0-4-16,-3 6 12 15,-10-1-8-15,1 1 16 16,-3 2-13-16,-3 0 0 15,-6 3-6-15,-3 2 4 16,0-7-5-16,-12 7 17 16,-6-4-12-16,-14 1 1 15,2-7-5-15,-9 3-1 16,6-6-1-16,-2-5 1 0,8 3-2 16,-18 2-25-16,10-5 13 15,8-3-158-15,9 3 93 16,12 2-105-16,0-7 104 0</inkml:trace>
  <inkml:trace contextRef="#ctx0" brushRef="#br0" timeOffset="2493.23">4211 1357 356 0,'-9'-8'134'0,"9"8"-104"0,6 0 25 0,-6-5 33 15,0 10-50-15,0-5 20 16,0 0-35-16,0 0 9 15,3 0-18-15,0 6 9 16,6 2-13-16,0-3 10 16,-1 8-11-16,4 0 6 15,0 1-8 1,6-1 7-16,0 5-8 0,6 4 5 16,3-4-6-16,2 3 2 46,7 0-4-46,0-5 3 0,-6 0-4 0,-1-3 4 16,-2 1-4-16,-3-4-3 0,0 3 0 0,-6-13-67 16,-6 8 36-16,-1-8-50 15,-2 0 47-15</inkml:trace>
  <inkml:trace contextRef="#ctx0" brushRef="#br0" timeOffset="2780.13">4535 1299 412 0,'-12'-8'154'0,"12"8"-120"0,-12 13 10 0,6-7 25 16,3-4-42-1,-11 9 28-15,-1 2-33 0,-6 8 18 16,0 6-24-16,-6 12 10 15,6 4-16-15,-2-9-3 16,5 3-4-16,-3 3 6 16,3-6-5-16,0-7 10 15,9-3-8-15,-3-3-36 16,6 0 16-16,-3 3-28 16,9-6 24-1</inkml:trace>
  <inkml:trace contextRef="#ctx0" brushRef="#br0" timeOffset="3847.3">5145 1291 228 0,'6'-8'85'0,"-6"8"-66"0,6-5 25 0,-6 5 34 15,3 0-44-15,0-5 33 16,0 10-40-16,0-5 21 15,0 0-27-15,-3-5 10 16,0 5-17-16,0 0 14 16,0 5-16-16,0-5 16 15,0 5-16-15,0 3 11 16,0 5-13-16,-3-5 13 16,3 6-14-16,-3 4 11 15,0 1-11-15,-3 7 6 16,6 6-8-1,-3 13 7-15,3 2-8 0,0-7-1 16,6-3-3-16,0-8 7 16,6 0-5-16,0-13 12 15,3 3-9-15,12-1 3 16,-1-4-6-16,10-7 2 16,3 4-3-16,6-11-2 15,-4 8 0-15,1-13-17 16,-9 5 9-16,-7-3-65 15,-2 3 39-15,-9-11-223 0,3 6 142 16,-18-3-138-16,-6 0 146 16</inkml:trace>
  <inkml:trace contextRef="#ctx0" brushRef="#br0" timeOffset="4235.25">5172 1524 420 0,'15'-19'159'0,"-15"19"-124"0,36-13 22 0,-18 3 19 16,-1 7-45-16,16-10 17 15,3 2-30-15,6 3 4 16,-1 0-13-16,4-2-3 16,-15 10-4-16,-4-8-43 15,-2 8 22-15,-9-5-37 16,-3 5 33-16,-15 0-150 15,0 0 96-15,-18 0-123 16,0 5 114-16,-11-5 44 16,5 0 28-16,-15-5 11 15,12 5 2-15,1-14 1 16,-1 6 0-16,9-5 129 16,6 0-70-1,-3-11 144-15,9 11-115 0,3-8 19 16,6 2-64-16,9-13 3 0,3 6-28 15,18 0-3-15,3-1-10 16,14 6-29-16,7 8 12 16,0 7-24-1,-7 6 21-15</inkml:trace>
  <inkml:trace contextRef="#ctx0" brushRef="#br0" timeOffset="4687.03">6184 1318 384 0,'0'-8'143'0,"0"8"-112"0,12 0 5 16,-6 0 18-1,0 2-33-15,9 4 34 0,0-1-31 0,3 3 16 16,5 2-23-16,7 4 9 16,0 7-16-16,0-3 4 15,-3 4-9-15,-1 1 4 16,1-1-5-16,3-4-2 16,0-2-1-16,-7-3-81 15,1-2 44-15,3-9-60 31,-3 1 55-15</inkml:trace>
  <inkml:trace contextRef="#ctx0" brushRef="#br0" timeOffset="5915.12">6509 1291 464 0,'0'-5'173'0,"0"5"-135"0,-21 24 8 15,15-16 12 1,3 0-37-16,-9 10 20 16,3 6-25-16,-9 10 5 15,6 3-12-15,-9 11 1 16,7 2-6-16,-1-10 2 16,6-6-3-16,3-7-59 15,6-3 30-15,6 2-49 16,3-5 43-16,6-8-134 15,-1 1 93-15,10-17-120 16,6-2 111-16,9-22 38 16,-1 1 29-16,16-14 17 15,3 8-1-15,2-13 2 16,-5 6-2-16,-13-6-5 0,-5 10 2 16,-3-2-1-16,-6 6 1 15,5 1 4-15,-2 7-1 16,3-4-1-16,0 6 1 0,-7 2-4 15,-2 1 2-15,6-3 3 16,-3 8-1-16,5-1 4 16,-2 9-3-16,-3-3-1 15,-6 3 0-15,0-3-1 16,-3 8 0-16,-4-5 0 16,1 5 0-16,-9 0 0 15,-3 0 0-15,0 0-3 16,3 0 2-16,-6 0 1 15,0 5 0-15,-3-5 2 16,6 0-1-16,-3 3-1 16,0 2 1-16,-3-13-4 15,3 8 2 1,0-5 3-16,6-1-1 0,-6 4-1 16,0 2 1-16,-6 0-1 15,3 8 0-15,3-3 0 16,3 3 0-16,0 0 107 15,0 2-58-15,0 4 119 16,3-1-95-16,0 3 13 0,3 0-51 16,-3 5 16-16,0 5-30 15,-3 1 16-15,0-4-22 16,0 17 14-16,0-5-16 31,0-4 8-31,0-4-12 0,-3 4 17 16,3-4-14-16,-3-9 2 0,3 4-8 15,-6-9-16-15,0-5 4 16,0-8 16-16,0 0-5 0,-6-13 14 16,3 5-11-16,-3-19-2 15,0 6-3-15,-3-11-3 16,6 6 1-16,3-6-1 16,6 6 0-16,3-11-18 15,6 7 10-15,3-20 3 16,3 10 4-1,-3-4 16 1,2 4-8 0,13-13-3-16,0 8-2 0,3 13-5 15,-3 6 2-15,-7 7 1 0,1 11 0 0,-6 0 0 16,-3 11 0-16,-9 8 2 16,-3 4-1-16,-9 9-1 15,3-3 1-15,-3 6 1 16,3-1-1-16,0-7 2 15,6-1-2-15,-3 1 4 16,0-6-3-16,9-5 1 16,6 5-1-16,9-13 1 15,2 6-2-15,1-4-1 0,0 4 1 16,6 1-4-16,-1 7 2 16,-8-4 1-1,0 3 0-15,-6 6 2 16,0-6-1-16,-6 14 6 0,0-6-4 0,-9 5 6 15,-3-2-6-15,-9 3 6 16,0-1-6-16,-15 1 1 16,-3-1-2-16,-32 6-2 15,2-6 1-15,-11-7-1 16,8-6 0-16,-17 0-71 16,11-5 39-16,-5-3-57 15,14 3 50-15</inkml:trace>
  <inkml:trace contextRef="#ctx0" brushRef="#br0" timeOffset="8257.52">7756 1929 260 0,'3'-19'99'0,"-3"19"-77"0,9-10 18 0,-6 7 20 16,0 3-35-16,0 0 17 15,0-5-25-15,0-1 15 16,0 6-18-16,3 6 17 16,-4-1-18-16,-2 8 15 15,3 6-15-15,-3 15 10 16,3-2-13-16,0 2 13 15,3 3-14-15,0-10 11 16,3-1-11-16,0-7 6 16,3 2-8-16,3 0 4 15,0 3-6-15,3-5 4 16,3-6-5-16,-1-5 0 16,1-3-2-16,0-10 3 15,0 5-3-15,3-6 4 0,-3 4-4 16,-7-11 1-16,-2-1-1 15,-9-2-2-15,0 3 1 16,-3-3-1-16,0-2 0 16,0 5-3-16,3 5 2 15,0 2-1-15,6 1 0 0,3 5 2 16,3 5 0-16,0 1 2 16,3 2-1-16,0 5 6 15,2 0-4-15,-5 0 10 16,0 0-7-1,-6-2 3-15,-3 10-5 16,-12-8 5-16,0 6-6 0,-9-6-16 16,3 0 6-16,-8 6-188 15,-1 2 106-15,-15 6-139 16,3-1 131-16</inkml:trace>
  <inkml:trace contextRef="#ctx0" brushRef="#br0" timeOffset="8758.87">8658 2035 364 0,'-9'-37'134'0,"9"37"-104"0,0-3 12 16,0 3 14 0,3 3-34-16,-3 7 25 15,0 3-27-15,0 14 18 16,0-6-22-16,0 8 10 15,0-2-16-15,0 7 2 16,0-2-8-16,0 7 5 16,3 1-6-16,0-3-27 15,0-2 12-15,3-4-26 16,0-4 22-16</inkml:trace>
  <inkml:trace contextRef="#ctx0" brushRef="#br0" timeOffset="8998.22">8866 1950 432 0,'-6'0'162'0,"6"0"-126"0,6 40 12 0,-6-27 18 16,3 5-40-16,-3 9 25 15,0-1-30-15,0 1 9 16,0 5-18-16,0-1 5 15,0-4-10-15,-3 12-2 16,3-7-3-16,-6-3-72 16,3 3 38-16,-6-8-55 15,3-3 49-15</inkml:trace>
  <inkml:trace contextRef="#ctx0" brushRef="#br0" timeOffset="9196.95">8580 2275 440 0,'12'-31'165'0,"-12"31"-129"0,39 0 21 16,-24-6 16-1,0 12-44-15,8-6 13 16,1 0-26-16,3-6 4 16,-3 6-11-16,3-2-23 15,-3 2 7-15,-4-6-112 16,-2 6 65-16,-9 0-72 0,0 6 73 0</inkml:trace>
  <inkml:trace contextRef="#ctx0" brushRef="#br0" timeOffset="9453.47">8527 2334 420 0,'-3'-11'156'0,"3"11"-121"0,27 0 32 0,-16 0 32 15,4 0-57-15,6 0 11 16,3 0-33-16,6 0 9 15,2 0-18-15,4-3 8 16,-3 3-11-16,6 0-16 16,-1-5 5-16,4 0-117 15,-3 5 66-15,-1-3-86 16,-2 6 81-16,24 2-182 31</inkml:trace>
  <inkml:trace contextRef="#ctx0" brushRef="#br0" timeOffset="11231.84">9637 1897 364 0,'3'16'134'0,"-3"-16"-104"0,3 58 23 0,-6-39 25 16,3-1-44-16,-6 14 17 15,6-6-31-15,-3 4 8 16,6-1-16-16,-3 0 11 16,0 2-13-16,0-7 13 15,0 5-14-15,-3-5 14 16,0-8-14-16,0-5 5 15,3 2-9-15,0-13-4 16,6-5-2-16,0-3 1 16,3-3 0-16,3-5 0 15,6 3 0-15,3-6 0 16,-1 6 0-16,4 0 2 16,3 2-1-16,0 9-1 15,-3-4 1-15,-7 12-4 16,-2-4 2-16,-9 9 10 15,0 8-6-15,-12-4 15 0,0 9-10 16,-9-3 1-16,4 3-6 16,-10 3 3-16,3-1-4 15,-3-13-34 1,6 3 18-16,-3-5-130 0,9-6 80 16,6-8-73-16,6 1 78 0,9-9-65 15,3 3 71-15,9-5-84 16,0 0 79-16,3-6 28 15,-4 3 20-15,-2-2 25 16,-3 7-8-16,-6-2-1 16,0 5-3-16,-6 0 127 15,0 8-71-15,-3-5 135 16,3 10-110-16,0-5 14 16,0 8-58-16,3-8 16 15,5 5-32-15,7-5 10 16,0 0-20-16,0 0 0 15,3 0-8-15,-3-5 3 16,-1-3-5-16,-2-2 0 16,0 2-2-16,-3-6 1 15,0 1-2-15,-3-5-1 16,0 10 1-16,-3-3-1 16,0 11 0-16,-4 5 0 15,4 1 0-15,-3 7-5 16,3 8 3-16,-6 11 14 0,3 5-6 15,-9 3 17-15,3-1-13 16,-6 1 5-16,0-8-10 16,-6 0 4-16,1-6-5 15,-7 0-24-15,6-10 11 16,0-5-112-16,3-11 67 16,-3-11-67-16,6 3 69 0,3-18-93 15,3 5 82-15,12-16-91 16,9 2 88-16,3-15 33 15,-1 2 22-15,4-15 11 16,0 5 0 0,3-3-3-16,-3 16 2 0,-4 0-17 15,1 13 10-15,-3 6 3 16,-3 5 4-16,0-6 168 16,3 9-91-16,-4 4 145 15,1 9-125-15,-3 10-2 16,0 9-57-16,-6 7 11 15,3 10-28-15,-9 9 9 16,3 5-17-16,-9-5-6 16,0-3-4-16,-6-3 4 15,0-2-3-15,-6 8-12 16,6-9 5-16,-3-9-160 16,3-4 90-16,0-10-104 15,6-3 102-15,-2-5-22 16,5 0 58-16,-3-5-38 15,3 2 44-15,-3-2 17 16,3 5 12-16,-3-5 150 0,3 0-79 16,0-3 145-16,6 2-120 15,0-2 13-15,5 3-62 16,4 2 9 0,0-2-30-16,3 0 10 0,3 2-17 15,6-7 9-15,2 2-13 0,-5-6-3 16,-3 7-4-16,-9-9 0 15,0 8-2-15,-6 0-1 16,-3-3 1-16,-6 9-1 16,3 2 0-16,-6 0 0 15,3 2 0-15,-6 3 0 16,6 6 0-16,-6 0 2 16,6 5-1-16,-3-3 2 15,6 8-2-15,0-8 2 16,3 6-2-16,3 2 2 15,3 3-2-15,3-16-36 16,0 5 19-16,6-13-99 16,0-5 64-16,5-3-48 15,1 0 57-15,6-6-102 16,0 4 80-16,-6-3-93 16,-4 5 89-16,-2-6 35 15,-3 1 22-15,-3 0 154 16,-3 2-78-16,-3 3 143 15,3 3-118-15,0 3 0 16,0 2-54-16,-3 0 11 16,3 2-27-16,-3 3 16 15,-1 3-21-15,-5 3 10 16,0 2-15-16,-8 3 6 0,2 3-9 16,-12-1 2-16,-3 3-5 15,-9 3-17 1,6-3 6-16,-8-2-131 0,8-1 75 15,-6-2-88-15,6-3 87 0,6-7-62 16,9-1 73 0,15-16-67-16,6 9 68 15</inkml:trace>
  <inkml:trace contextRef="#ctx0" brushRef="#br0" timeOffset="12566.35">11506 2225 296 0,'-32'-2'110'0,"32"2"-86"15,44 7 16-15,-35-7 26 16,0 6-38-16,0 2 38 16,0-3-39-16,-3 8 27 15,0 0-32-15,0 9 13 16,0 1-20-16,-3 7 11 16,3 1-15-16,-3-4 15 15,0-1-16-15,-6 1 11 16,3-4-12-16,-6-1 6 15,6 1-8-15,-3-15 0 16,6 0-4-16,-9-8-6 16,0 0 1-16,-9-16 12 0,3-2-5 0,3-9 9 31,6 1-8-31,0-6-6 0,6 6 0 0,0-19-11 16,6 10 6-1,0-10-7-15,6 8 7 0,6-16 11 16,5 6-3-16,4 5 6 15,0 15-5-15,-6 11-4 16,3 11-1-16,-13 10 1 16,-2 3 0-1,-9 5 0-15,0 6 0 0,-12-1 2 16,-3 4-1-16,-11 4-1 16,8-5 1-16,0 3-52 15,6-3 28-15,-3-2-48 16,6-1 40-16,0-5-147 15,9 1 99-15,9-12-122 16,3 4 115-16,0-1 44 16,3-5 28-16,2 0 14 15,-2 3 0-15,3-6 0 16,0 3 0-16,3-8 0 16,3 3 0-16,-1-6 140 15,1 3-76-15,-3-5 144 16,0 0-118-16,-3-6 9 15,-4 1-60-15,-2-9 4 16,0 6-25-16,-9 0 1 16,0 2-11-16,-6-2-1 15,0 11-4-15,-9 4-2 16,3 6 0-16,-6 14 1 16,6 1-1-16,0 1 2 0,3 3-2 15,1-6 4-15,2 6-3 16,-3-6-23-16,6 5 12 0,-1 3-116 15,4-2 69-15,3-6-71 16,3-5 73-16,3-3-62 16,3-2 66-16,3 2-62 15,0 1 64-15,-3-6 26 16,-4 0 15-16,-2 0 128 16,-3 0-65-16,-3-6 139 15,3 6-110-15,-9-8 39 16,3 8-73-16,-3-5 21 15,3-3-42-15,0-5 8 16,6 0-22-16,0-6-3 16,3 6-8-16,6-13-3 15,0 7-1-15,5-7-19 16,1 2 10-16,3-3-67 16,0 6 41-16,-3 0-40 15,-4 8 43-15,-8-1-136 16,0 9 93-16,-9-3-119 15,-3 6 110-15</inkml:trace>
  <inkml:trace contextRef="#ctx0" brushRef="#br0" timeOffset="13362.06">13236 1670 372 0,'-15'-27'140'0,"15"27"-109"0,18 0 9 16,-15 0 16 0,0 8-35-16,3 5 26 15,2 6-27-15,1 2 18 16,3 8-22-16,-3 11 14 16,3 2-17-16,-6 8 8 15,0-5-12-15,-3 0 6 0,3-5-8 0,-3-8 11 16,0-6-10-16,-3-5 3 15,0-7-7-15,-3-6 5 16,3-3-6-16,-3-13 10 16,3-5-7-16,9-14-3 15,6 9-2-15,6-9-4 16,5 1 2-16,7-1 1 31,3 9 0-31,0 10-3 0,-4 3 2 0,-5 10 3 16,-3 8-1-16,-12 8 4 15,-3 6-3-15,-12 4 4 16,-3-4-4-16,-12 5 1 16,3-6-1-16,-6-5 3 15,3 3-3-15,-5-3-25 16,5-2 12-16,-3-11-116 16,6 2 70-16,0-2-75 15,9-8 76-15,3-18-70 16,6 4 72-16,9-20-70 15,3 8 71-15,6-19 26 16,3 5 19-16,-4-24 5 16,1 12 2-16,0-15 1 15,3 12 0-15</inkml:trace>
  <inkml:trace contextRef="#ctx0" brushRef="#br0" timeOffset="13826.81">13834 1553 460 0,'6'0'170'0,"-6"0"-132"0,15 53 13 0,-12-37 15 16,0 0-41-16,0 16 17 15,0-6-25-15,-3 11 9 16,3 3-16-16,-3 13 6 16,0 0-9-16,0-8-7 15,0 0 0-15,0-6-53 16,0-4 29-16,0-4-37 16,3-9 35-16,9 15-299 46,14-64 177-46,-5 1 62 16,3 7 57-16,-6 1 29 31,-3 10 0-31,6 0 283 16,-18 21-134 0,0 0-18-1,-1 3-80 1,1-3 4-16,6 3-32 15,6-3 15-15,3 3-22 0,9-5 4 16,0-3-11-16,-3-3 3 16,-4-2-7-16,-2-6 4 15,-3-2-5-15,-3-3 0 16,0-5-2-16,-6-6 1 16,-3 1-2-16,-12-4-3 15,3 4 1-15,-12-3-26 16,0 5 15-16,-6 3-103 0,4 10 64 15,5 3-60-15,6 3 64 0</inkml:trace>
  <inkml:trace contextRef="#ctx0" brushRef="#br0" timeOffset="14057.9">14474 1900 452 0,'-30'10'167'0,"30"-10"-129"0,-30 53 8 0,24-34 15 16,3-6-38-16,-5 8 14 15,5 3-22-15,0-3 5 16,3-2-12-16,3 2 2 16,2-3-6-16,7-4-44 15,3-1 22-15,6 0-38 16,3-8 33-16</inkml:trace>
  <inkml:trace contextRef="#ctx0" brushRef="#br0" timeOffset="14382.12">14673 1746 444 0,'-6'8'165'0,"6"-8"-129"0,36 32 13 0,-36-19 19 31,0 0-41-31,-6 6 25 0,3 7-31 0,-3 17 9 16,0-1-18-16,-3-2 3 15,3-1-10-15,0-12 7 16,3-6-8-16,6-2 8 16,6-1-8-16,3 1 3 15,3-4-4-15,6-4-2 16,6-3 0-16,8 0-1 15,4 3 0-15,-9-9 0 16,-3 9 0 0,-6-9-20-1,-1 9 11-15,-5-8-93 0,0 7 56 0,-9-4-58 16,-3 1 61-16</inkml:trace>
  <inkml:trace contextRef="#ctx0" brushRef="#br0" timeOffset="16364.41">5559 2223 268 0,'-3'-14'101'0,"3"14"-78"0,6 14 9 15,-6-14 19 1,0 7-29-16,-3 7 35 16,3-1-32-16,-3 13 29 15,3 1-31-15,-9 13 15 16,9 2-22-16,-3 11 4 15,3-8-11-15,0 2 5 0,6-7-7 0,0 10 4 16,3-2-6 0,6 10 7-1,3 0-8-15,3-13 8 0,-1-10-8 16,4-4 3-16,3-4-4 16,3-9 0-16,3-4-1 15,-4-9 1-15,1 3-2 16,-3-8 2-16,0-5-2 0,8-11 4 15,-2 5-3-15,-9-15 4 16,0 5-4 0,-18-9-1-16,3 9 0 0,-9-5-1 15,3 5 0-15,-6 2-3 16,3 9 2-16,0 2 1 16,3 8 0-16,0 0 0 15,3 5 0-15,5 8 2 16,4 0-1-16,6 3 4 15,3 8-3-15,-3-5 4 16,-3 2-4-16,-3 3-25 16,-4 2 12-16,-5-5-22 15,0 3 19-15</inkml:trace>
  <inkml:trace contextRef="#ctx0" brushRef="#br0" timeOffset="16702.49">6491 2741 392 0,'12'-8'148'0,"-12"8"-115"0,-9 5 17 0,6-2 19 16,3 8-41-16,-6 15 18 16,3 3-28-16,-6 8 11 15,6-2-18-15,-3 2 4 16,3-6-10-16,0 9 0 16,3-8-3-16,0-6-6 15,3 1 2-15,3-14-85 16,3 3 48-16,0-5-66 15,3-6 60-15</inkml:trace>
  <inkml:trace contextRef="#ctx0" brushRef="#br0" timeOffset="16912.93">6684 2720 440 0,'-3'-11'165'0,"3"11"-129"0,6 32 17 16,-3-13 17-1,0-1-42-15,-3 11 20 16,3 8-28-16,-3 3 8 0,3 5-16 0,-6-11 0 16,0 3-7-16,-6 8-27 15,3 0 11-15,-6-10-204 16,3-4 118-16,-8-4-141 16,2-11 137-16</inkml:trace>
  <inkml:trace contextRef="#ctx0" brushRef="#br0" timeOffset="17090.96">6473 3045 464 0,'30'-31'173'0,"-30"31"-135"0,35-14 16 0,-23 9 13 16,0 5-41-16,9-5 8 16,3 2-22-16,6-10 3 15,2 8-10-15,-2-3-13 16,0 2 4-16,-9 4-94 15,0 2 54-15,-15 2-59 16,-4 6 60-16</inkml:trace>
  <inkml:trace contextRef="#ctx0" brushRef="#br0" timeOffset="17284.23">6422 3130 420 0,'12'-18'156'0,"-12"18"-121"0,24 0 28 16,-15 0 29-1,3 0-53-15,3 0 19 16,3 0-35-16,2 0 0 16,1 0-13-16,6 0 0 15,3 0-6-15,-6-6-4 16,-1 12-1-16,-5-6-45 0,-3 0 24 16,-6 0-34-16,0 5 32 0</inkml:trace>
  <inkml:trace contextRef="#ctx0" brushRef="#br0" timeOffset="17855.13">7464 3159 392 0,'-6'-3'145'0,"6"3"-112"0,0 3 12 16,0 0 20-16,0 5-39 0,0-3 25 15,3 6-30-15,3 4 20 16,3 1-24-16,6-5 20 15,0 2-21-15,9-13 10 32,-1 0-16-32,1-10 8 0,-3 7-10 0,-3-10 2 15,-3 7-6-15,-9-12 2 16,0 5-3-16,-15-1-4 16,0 6 0-16,-9-5-56 15,6 8 30-15,0 0-166 16,3 2 106-16,0-2-87 15,3 10 101-15</inkml:trace>
  <inkml:trace contextRef="#ctx0" brushRef="#br0" timeOffset="18060.58">7967 2863 388 0,'15'-58'145'0,"-15"58"-112"0,6-27 25 15,-6 19 26 1,0 6-48-16,-6-1 20 15,0 3-34-15,-3 5 12 16,3 6-19-16,-9 15 2 16,6 6-9-16,0 10-1 15,3 1-4-15,-2 25 3 16,5 1-4-16,-6 3 6 16,6-9-5-16,-6-10-34 15,3-3 17-15,-3 3-114 0,3-8 71 16,-6-16-59-16,6-5 67 15</inkml:trace>
  <inkml:trace contextRef="#ctx0" brushRef="#br0" timeOffset="18217.16">7759 3352 396 0,'12'-37'148'0,"-12"37"-115"0,15-26 35 0,-7 18 33 16,4 8-57-16,9-13 21 16,0 7-40-16,3-2 2 15,3-2-16-15,17-3-7 16,1 5-2-16,3 0-46 15,-4 8 24-15,-5 0-34 16,-3 8 31-16</inkml:trace>
  <inkml:trace contextRef="#ctx0" brushRef="#br0" timeOffset="18706.85">9188 2760 332 0,'-6'-35'126'0,"6"35"-98"0,9-16 36 0,-7 14 38 15,1 2-57-15,-3 0 25 16,3 0-42-16,0 13 13 16,0 0-24-16,0 19 13 15,0 0-17-15,3 21 1 16,0-1-8-16,-6 1-5 16,3-8-2-16,-3 0-1 15,3-10 0-15,-3 2-14 16,3-3 9-16,-3 6-133 15,3-3 76-15,0-19-101 16,3-4 95-16</inkml:trace>
  <inkml:trace contextRef="#ctx0" brushRef="#br0" timeOffset="18902.11">9399 3186 472 0,'-12'-16'176'0,"12"16"-137"0,0 18 13 0,0-10 11 16,6 0-38-16,-3 5 10 15,3 6-21-15,-3-9 5 16,0 4-11-16,0-4-2 16,0 3-4-16,0-7-79 15,0-1 43-15,-3-5-62 16,3-5 55-16</inkml:trace>
  <inkml:trace contextRef="#ctx0" brushRef="#br0" timeOffset="19548.8">9420 2863 392 0,'15'-45'145'0,"-15"45"-112"0,29 5-10 0,-20-2-12 16,0 7-11-16,0 6 2 16,3 8-1-16,-6 2 4 15,3 6-3-15,-6 8 12 16,3 0-7-16,-3-3 29 15,0 0-19-15,0 0 29 16,3-6-26-16,-3-4 28 16,3-1-28-16,0-12 17 15,3-1-22-15,-3-13 5 16,2 0-11-16,1-8 1 16,0-3-6-16,3-5 0 0,3 3-2 0,-6 0 1 15,-3 2-2-15,0 3-1 31,0-2 1-31,6 2-1 0,0 0 0 0,0 8 0 16,-1 3 0-16,1 2-3 16,3 3 2-1,3 5-1-15,0 3 0 16,-3 0 8-16,-3 2-3 0,0-10 10 16,0 6-7-16,5-4 1 15,1 3-4-15,-3-10-2 16,3 0 0-16,0-6-4 15,3 0 2-15,0-2-12 16,-1 2 6-16,1-2 2 16,0 0 2-16,-3-8 14 15,0 5-6-15,-3-8 0 16,0 3-3-16,-4-3-4 16,-2 2 1-16,-3 1 1 15,3 3 0-15,-9 2 2 16,0 0-1-16,-15 3 6 15,4 5-4-15,-7 0 6 16,3 5-6-16,0 3 1 16,3 10-2-16,3-5 3 15,9 3-3-15,6 3 1 16,3 5-1-16,9-8-19 0,3 2 9 16,2-7-65-1,4-1 40-15,-3-7-34 16,3-3 39-16</inkml:trace>
  <inkml:trace contextRef="#ctx0" brushRef="#br0" timeOffset="19749.27">10354 3093 448 0,'-6'0'167'0,"6"0"-129"0,-20 5 15 0,17-2 15 16,9 2-41-16,-3 1 21 15,2 7-29-15,-8 5 7 16,3-5-15-16,-2 6 7 15,-1 2-10-15,-6-2 4 16,0 2-7-16,-12 11-35 16,3-1 16-16,-6-2-31 15,6 1 26-15</inkml:trace>
  <inkml:trace contextRef="#ctx0" brushRef="#br0" timeOffset="20418.48">11152 3244 296 0,'9'-29'110'0,"-9"29"-86"0,3-14 20 0,0 12 38 16,0 2-47-16,0-3 41 15,3 3-44-15,0 5 21 16,3 3-31-16,-6 11 12 16,3-1-19-16,-6 9 9 15,3-1-14-15,-3 9 13 16,3-3-14-16,-3-6 7 16,3-5-9-16,-3-2 11 15,0-1-10-15,-3-5 12 16,3-5-12-16,-6-8 1 15,3 0-6-15,-6-16 0 16,0 1-1-16,-3-15-2 16,6-1 1-16,-6-9-1 15,3 8 0-15,3-5 0 16,3 8 0-16,12-29 0 16,6 5 0-16,9-10-3 15,3 15 2-15,8-2-1 16,1 15 0-16,0 11 0 0,-3 11 0 15,-4 11 2-15,1 9 0 16,-15 12 0-16,-3-3 0 16,-9 8 2-16,-3 2-1 0,-9 1-1 15,0-6 1 1,-12 3-17-16,0 2 9 0,-11 8-87 16,5 3 51-16,6-15-56 15,9-4 57-15</inkml:trace>
  <inkml:trace contextRef="#ctx0" brushRef="#br0" timeOffset="20748.6">11557 3159 436 0,'-3'-10'165'0,"3"10"-129"0,53-11 17 0,-38 6 17 16,-3 5-42-16,3-8 20 15,3 0-28-15,3-8 4 16,0 5-14-16,-6-5-1 16,-4 6-6-16,-11-3-2 15,0 2 0-15,-20 3-1 16,2 3 0-16,-3 10 4 16,3 3-2-16,-3 0 4 15,3 8-4-15,3-3 1 0,10 0-1 16,-1 1-6-16,6-1 2 0,0 3 10 15,6 0-5 1,8-6-20-16,4 1 9 0,6-3-105 16,3 0 62-16,3-6-56 15,-1 6 63 1</inkml:trace>
  <inkml:trace contextRef="#ctx0" brushRef="#br0" timeOffset="20978.43">11890 3196 408 0,'9'0'151'0,"-9"0"-118"0,-6 0 38 0,3 0 33 15,6 0-58-15,-6 0 20 16,3-5-41-16,0-3 11 16,3 3-21-16,3-3 5 15,3-3-12-15,-3-2 0 16,3 5-5-16,-6-18 0 16,0 12-1-16,3-10-24 15,6 9 13-15,6-4-105 16,0 6 63-16,2 0-64 15,1-1 66-15</inkml:trace>
  <inkml:trace contextRef="#ctx0" brushRef="#br0" timeOffset="21321.07">12747 2910 292 0,'-8'-8'110'0,"8"8"-86"0,-15 3 18 0,6 2 25 15,6 1-38-15,-6 2 32 16,6 2-35-16,-3-2 19 16,3 5-25-16,0 6 19 15,3-6-22-15,0 3 20 16,3 3-21-16,0 4 18 15,6 4-19-15,-6-9 8 16,3 4-14-16,-6-1-3 16,0-3-3-16,-6 1 6 15,0 2-5 1,-9 3 14-16,0-3-10 0,-3-8-15 16,3 0 4-16,-2-2-60 15,2-1 35-15,3-10-164 16,9 0 107-16,3-7-95 15,6-1 104-15</inkml:trace>
  <inkml:trace contextRef="#ctx0" brushRef="#br0" timeOffset="21618.78">12867 3112 348 0,'20'-14'129'0,"-20"14"-100"0,18 0 24 16,-12-5 40-1,0 5-53-15,6-5 30 16,0 2-42-16,-3-5 5 0,3 3-20 0,-6-8 2 31,3-1-10-31,-9 1-2 16,0 8-2-16,-6-3-1 0,3 3 0 0,-6 10 2 15,0-2-1-15,-6 7 10 32,3 3-5-32,0 1 10 0,6 1-9 0,0 1 7 15,3 0-7-15,0 3 4 31,6 5-6-31,3-3 4 0,3 0-5 0,3-3 2 16,3-4-3-16,6-9-50 16,0 3 25-16,8-16-42 15,1 8 37-15</inkml:trace>
  <inkml:trace contextRef="#ctx0" brushRef="#br0" timeOffset="21847.16">13444 2725 472 0,'-15'-16'176'0,"15"16"-137"15,-9 29 9-15,6-13 17 16,3 0-39-16,-6 21 21 16,0 6-28-16,-3-4 5 15,3-4-14-15,-5 2 1 16,5-8-7-16,-6 3-13 15,3-6 5-15,-3-2-79 16,3-3 46-16,-3-2-46 16,6-6 48-16</inkml:trace>
  <inkml:trace contextRef="#ctx0" brushRef="#br0" timeOffset="21986.79">13402 3117 472 0,'36'-19'176'0,"-36"19"-137"0,45-8 0 0,-27 6-8 16,-1 2-22-16,7-3-2 15,3 3-5-15,0 0-41 16,0 0 21-16,-7 0-32 16,-2 5 28-16</inkml:trace>
  <inkml:trace contextRef="#ctx0" brushRef="#br0" timeOffset="22969.93">3392 2230 228 0,'12'-7'85'0,"-12"7"-66"0,15 7 3 16,-12-7 30 0,3 6-30-16,0-6 49 15,0 8-40-15,3 0 40 16,-6 10-40-16,3 9 25 15,0 10-32-15,0 10 12 16,-3 4-21-16,-3 4 7 16,0 1-13-16,-3 10 6 0,-6 5-8 0,-3 27 4 31,6-8-6-31,-6 3 9 0,6-14-8 16,0 11 3-16,0-11-5 15,3-15 5-15,3-11-6 0,0 0 3 16,9-8-3-16,0 13 0 15,6 0-1 1,6-5 3-16,5-11-3 16,4-5 1-16,6-5-1 15,9-11 3-15,-4 1-3 16,10-12 1-16,-10-2-1 16,1-13-2-16,-3-3 1 0,-6-8-4 15,2 0 2-15,-11-5-4 16,-3 8 3-16,-9-14-1 15,0 9 1-15,-6-1 0 16,-3 11 0-16,-3-5 2 16,6 5 0-16,-6 3 0 15,9-1 0-15,-1 4 0 16,4 4 0-16,0 4 2 16,6 2-1-16,-9 2 4 15,3 4-3-15,-6-1 6 16,3 0-5-16,-9 8-1 15,6 0-1-15,-18 3-63 16,6 3 34-16,-12 10-48 0,3-3 43 16</inkml:trace>
  <inkml:trace contextRef="#ctx0" brushRef="#br0" timeOffset="23465.31">4532 3556 356 0,'-9'-21'134'0,"9"21"-104"0,0-19 29 15,-6 14 21 1,12 5-46-16,-6-3 15 16,0 6-31-16,3 2 22 15,0 6-24-15,0 13 17 0,0 5-19 0,0 16 3 16,3 2-9-16,-6 17 1 16,0-3-5-16,0-14 2 15,0-10-3-15,0-5-2 16,3-3 0-16,3-2-61 31,3-3 33-31,3-14-46 0,-3-2 41 0</inkml:trace>
  <inkml:trace contextRef="#ctx0" brushRef="#br0" timeOffset="23694.61">4800 3400 464 0,'-3'-8'173'16,"3"8"-135"-16,0 45 14 0,0-29 16 16,0 0-42-16,0 10 22 15,0 3-29-15,-9 16-2 16,6 6-10-16,-3 4 7 16,3-5-8-16,-12 1-3 15,9-4-2-15,-3 6-78 16,4-3 42-16,-4-20-55 15,6-7 52-15</inkml:trace>
  <inkml:trace contextRef="#ctx0" brushRef="#br0" timeOffset="23890.08">4619 3717 516 0,'29'-29'192'0,"-29"29"-149"0,42-10 3 0,-27 4 1 15,0 6-30-15,11-13 7 16,-5 3-15-16,9-4 0 16,-6 6-6-16,3 1-52 15,-6 1 26-15,-10 6-39 16,-2 6 35-16</inkml:trace>
  <inkml:trace contextRef="#ctx0" brushRef="#br0" timeOffset="24115.47">4428 3895 432 0,'-12'0'162'0,"12"0"-126"0,12 0 23 0,-3 0 20 16,0 0-46-16,9 0 16 16,6 0-31-16,14-6 4 15,4 4-13-15,0-4 1 16,2-1-6-16,1 1 0 15,-3-2-2-15,-1 3-26 16,-2 0 13-16,-3 2-211 16,-4 3 122-16,1-3-152 15,-3 6 144 1</inkml:trace>
  <inkml:trace contextRef="#ctx0" brushRef="#br0" timeOffset="24712.39">5628 3966 308 0,'-15'-5'115'0,"15"5"-89"0,-3 5 8 16,0-5 21-16,6 0-33 0,-3 3 41 31,3 7-37-31,0-4 32 16,9 2-33-16,-4 0 15 0,4 2-23 0,6-5 13 15,0 3-17-15,6-8 15 16,3 3-16-16,2-6 11 16,1 3-13-16,0-10-1 15,-3 2-5-15,-12-5-5 32,-6 5 0-32,-15-8-1 0,0 3 0 0,-18-3 0 15,3 2 0-15,-9 1-11 16,6 3 6-16,-2 2-80 15,8 8 48-15,3 5-52 16,6-2 52-16</inkml:trace>
  <inkml:trace contextRef="#ctx0" brushRef="#br0" timeOffset="24982.51">6265 3627 332 0,'14'-52'126'0,"-14"52"-98"0,0-22 28 15,-6 17 33 1,3 5-51-16,-11-8 29 16,-4 5-40-16,-6 3 21 15,6 6-28-15,0 4 11 16,6 6-17-16,-3 21 7 0,7-5-12 0,-1 16 6 16,6 2-8-16,0 5-9 15,3 1 1-15,-3 15 4 31,6-4-1-31,-3-1-27 0,0-8 13 16,-3 0-125-16,0-10 76 0,0-16-65 16,3-6 73-1</inkml:trace>
  <inkml:trace contextRef="#ctx0" brushRef="#br0" timeOffset="25139.09">6047 4059 468 0,'-6'-32'176'0,"6"32"-137"0,15-11 11 0,-9 9 1 15,0 2-32-15,6-3 0 16,3-2-13-16,9 0-19 16,2 5 7-16,10-3-132 15,6 6 75-15,0 2-90 16,-1 3 88-16</inkml:trace>
  <inkml:trace contextRef="#ctx0" brushRef="#br0" timeOffset="25433">6994 3940 332 0,'-36'-27'123'0,"36"27"-95"0,15 0-4 16,-15 0 9 0,3 0-22-16,-6 0 35 15,0 5-26-15,-3 3 28 16,3 0-27-16,3 3 20 0,3 0-24 0,0-1 23 15,0 3-24-15,-3 3 24 16,3 0-24-16,0 3 15 16,6 2-18-16,-6-3-3 15,0 3-6-15,-6-2 6 16,0-6-6-16,-3 3-3 31,3-3-2-31,-6-2-76 0,0-3 42 0,0-3-50 16,6 0 49-16</inkml:trace>
  <inkml:trace contextRef="#ctx0" brushRef="#br0" timeOffset="25747.25">7158 4043 408 0,'11'-19'154'0,"-11"19"-120"0,36-10 17 16,-24 7 31-1,0 3-47-15,3-5 27 16,3 0-36-16,3-3 3 15,-1-3-17-15,-8-5 0 16,-3 6-8-16,-12-4-2 16,-3 4-1-16,-12 4-4 15,4 6 2-15,-16 6 1 16,6 4 0-16,-3 6 6 16,6 5-3-16,-5 11-1 0,8-3-1 15,6 8-4-15,6-5 2 16,3-6 12-16,3 4-6 15,12-7 0-15,3-4-3 16,8-11-59-16,7 0 31 16,3-11-192-16,-3-5 121 15,2-8-112-15,-2 0 121 16</inkml:trace>
  <inkml:trace contextRef="#ctx0" brushRef="#br0" timeOffset="25949.14">7565 3672 484 0,'3'-8'181'0,"-3"8"-141"0,21 43 9 0,-18-25 15 16,0 4-39-16,0 7 16 15,0 5-24-15,-6-2 4 16,3 0-12-16,-3 7 5 16,0 1-7-16,-3 0 0 15,3-9-4-15,-6 4-44 16,6-9 23-16,-6-2-38 15,0-8 33-15</inkml:trace>
  <inkml:trace contextRef="#ctx0" brushRef="#br0" timeOffset="26130.17">7443 4056 440 0,'30'-26'165'0,"-30"26"-129"0,27-3 15 15,-18 0 5 1,0 3-35-16,3 0 4 15,2-5-16-15,10 0-1 0,0 2-5 0,3-2-35 16,3 5 18-16,-1-3-189 16,-2 3 112-16,0-2-118 15,0 4 120-15</inkml:trace>
  <inkml:trace contextRef="#ctx0" brushRef="#br0" timeOffset="26323.65">7928 3966 396 0,'-23'0'148'0,"23"0"-115"0,32 8 15 0,-29-3 24 16,-3-2-42-16,-3 8 37 16,3-3-40-16,-3 5 20 15,0 3-27-15,-8 7 13 16,2 1-19-16,-9-5 8 16,3 7-13-16,-15 1 0 15,6-1-6-15,-8-2-57 16,-1 2 30-16,-3 1-49 15,9-3 42-15</inkml:trace>
  <inkml:trace contextRef="#ctx0" brushRef="#br0" timeOffset="41753.44">1181 4937 236 0,'-6'-5'88'0,"6"5"-69"0,-3 0 19 0,3-5 24 16,0 10-36-16,0-10 24 15,3 5-30-15,-3-3 18 16,0 3-22-16,0-3 10 16,0 6-16-16,0-3 10 15,0 0-11-15,0 0 13 16,0 3-13-16,0-3 11 15,0 5-11-15,0 0 13 16,0 6-13-16,0-1 11 16,0 6-11-16,0 3 11 15,0 5-12-15,0 2 7 16,0 0-8-16,0 14 9 16,6 0-9-16,-6-8 7 15,0-6-7-15,0-2 2 16,0-3-5-16,0 0 0 15,0 3-2-15,0-11 3 16,0 3-3-16,0-3 6 16,0-2-5-16,-6-3 3 15,6 0-3-15,0-6 0 0,0 1-1 16,-3-8-2-16,3-1 1 16,-9-7-1-16,9 0 0 15,-3-11-3-15,3 6 2 16,0-14 1-16,0 3 0 0,0-16 2 15,0 8-1-15,0 2-1 16,3 1 1-16,3-3-4 16,-3 0 2-16,6 0-1 15,-6 5 0 1,5-8 2-16,4 9 0 0,3-1-3 16,-3 8 2-16,3 0-1 15,3 6 0 1,3 5 0-16,6 7 0 0,-7 6 0 15,4 8 0-15,3 8 2 16,-3 5 0-16,-3 0 0 16,-1 3 0-16,-2 8 4 15,0 2-2-15,-9 6-1 16,6 5 0-16,-9 0 1 16,-3-3-1-16,-6-2 4 15,3-3-3 1,-18-3 1-1,9-4-1-15,-15 1 1 0,4 4-2 0,-10-14-3 16,9 0 1-16,-15-5-1 16,12 0 0-16,-5-8-33 15,11 0 18-15,3-6-27 16,6 4 24-16</inkml:trace>
  <inkml:trace contextRef="#ctx0" brushRef="#br0" timeOffset="42024.3">1698 5096 444 0,'-2'26'165'0,"2"-26"-129"0,-9 53 13 0,9-37 8 16,0-3-35-16,-6 3 3 15,3 3-16-15,3-6-19 16,0 6 5-16,0-4-146 16,0 1 83-16,0-3-104 15,3-2 99-15</inkml:trace>
  <inkml:trace contextRef="#ctx0" brushRef="#br0" timeOffset="42167.9">1678 4908 348 0,'-9'-34'129'0,"9"34"-100"0,18-19-9 15,-15 14-57 1,5 5 16-16,1-3-37 0,0 3 32 16</inkml:trace>
  <inkml:trace contextRef="#ctx0" brushRef="#br0" timeOffset="42427.9">1868 5310 260 0,'-9'13'96'0,"9"-13"-75"0,3 11 28 0,3-8 41 15,-6 2-50-15,3-2 47 16,6 2-50-16,-9-5 25 15,0 0-36-15,0-3 12 16,0 3-22-16,0-8 15 16,0 3-17-16,-6-11 8 15,3 3-13-15,0-8 0 16,3 0-6-16,-6-22-6 16,12 9 1-16,-6-6-67 31,6 11 37-31,3 3-50 0,0 7 47 0</inkml:trace>
  <inkml:trace contextRef="#ctx0" brushRef="#br0" timeOffset="42788.45">2011 5204 396 0,'15'-5'148'0,"-15"5"-115"0,21-13 19 0,-12 2 18 16,6 6-41-1,-1-11 15-15,7 3-27 16,0-11 4-16,0 8-12 0,-3-2 5 16,0 4-7-16,3-7 2 15,-10 3-5-15,-5 5 0 16,-6-1-2-16,-9 6 1 16,1 6-2-16,-13 2 6 15,0 2-4-15,0 9 10 16,6 2-7-16,0 11 8 15,0-3-8 1,0 11 1-16,7 0-4 16,-1-3-4-16,6 0 0 0,3-8-4 15,0 3 3-15,9-6-8 16,2 1 6 0,10-3-82-1,0-3 47-15,9-5-56 0,0-3 54 16</inkml:trace>
  <inkml:trace contextRef="#ctx0" brushRef="#br0" timeOffset="43003.87">2437 5154 392 0,'-15'3'148'0,"15"-3"-115"0,-15 21 22 16,15-13 20-1,0 5-44-15,-6 0 21 0,6 1-31 0,-3 4 6 16,6 3-16-16,3-2 3 15,-3-6-9-15,3-5 2 16,3 5-4-16,6-5-44 16,3 0 23-16,-7-8-38 15,7 0 33-15</inkml:trace>
  <inkml:trace contextRef="#ctx0" brushRef="#br0" timeOffset="43275.14">2630 4821 472 0,'-6'-11'176'0,"6"11"-137"0,15 27 9 0,-15-17 15 16,0-2-38-16,0 8 21 15,0 5-27-15,0 19 7 16,0 7-15-16,-9 4 1 15,9-12-8-15,-12 1-6 16,6-3 0-16,-3-5-58 16,6-3 32-16,0-5-193 15,-3-3 123-15,-2-5-107 16,5 0 118-16</inkml:trace>
  <inkml:trace contextRef="#ctx0" brushRef="#br0" timeOffset="43393.82">2550 5273 440 0,'9'-13'165'0,"-9"13"-129"0,29-19 26 15,-20 17 19 1,3-4-48-16,3-1 2 0,9-1-22 0,-3-6-4 16,3 9-5-16,2-6-49 15,-5 9 24-15,0-6-37 16,0 8 32-16</inkml:trace>
  <inkml:trace contextRef="#ctx0" brushRef="#br0" timeOffset="43888.78">3026 5257 412 0,'-12'-10'154'0,"12"10"-120"0,9 0 8 0,-6-3 12 16,6 3-33-16,-6-3 21 15,9 3-25-15,3-2 9 16,6 2-15-16,-7-6-2 16,10 6-5-16,-3 0-36 15,3 6 18-15,3-6-26 16,-6 2 23-16</inkml:trace>
  <inkml:trace contextRef="#ctx0" brushRef="#br0" timeOffset="44454.76">3464 5106 428 0,'-3'8'162'0,"3"-8"-126"0,3 53 7 16,-3-34 15-1,6-6-37-15,-12 8 24 16,6 3-26-16,-3 3 14 15,0-1-19-15,-3 0 10 0,6 1-14 16,-3-11 4 0,3 0-9-16,-6-8-2 15,12 0-2-15,-6-11-1 0,0 3 0 0,0-13 0 16,0 2 0-16,3-13-3 16,6 3 2-16,0-16 3 15,5 3-1 32,4-3 4-47,3 5-3 0,0 3-1 0,6 8 0 16,-6 13 1-16,-1 2-1 0,-2 12-1 0,3 7 1 0,-9 3-6 15,-3 5 3 1,-6 0 10-16,6-5-5 0,-6-3 17 16,3-2-11-16,-3-6 3 15,3-2-8-15,-3-9-2 16,6 4-1-16,0-19 1 15,-1 2-1-15,4-7-1 16,3 2 1-16,0-3-4 16,6 6 2-16,-9 0-1 15,6 8 0-15,-3 5 2 16,3 8 0-16,-1 10 0 16,-8 9 0-16,3 7 0 15,-3 1 0-15,3 2-20 16,0 0 11-16,6-8-87 0,-6 3 53 15,9-5-52-15,-1-4 55 16</inkml:trace>
  <inkml:trace contextRef="#ctx0" brushRef="#br0" timeOffset="44788.87">4235 5114 496 0,'-36'0'187'0,"36"0"-146"0,-42 40 11 0,27-27 7 16,9-2-37-16,-9 2 9 16,6 3-19-16,1-3-2 15,5 6-6-15,3-9 8 16,3 1-6-16,5-3 10 16,7-3-9-16,6-5 1 15,0 0-5-15,0-8 3 16,0 3-4-16,-6-6 4 15,-1 6-4-15,-5 0 4 16,0 5-4-16,-6 0 1 16,6 5-1-16,-9 3-2 15,3 3 1-15,-3-1-37 16,3 3 20-16,0-2-127 16,0 2 78-16,0-5-72 15,6 3 78-15</inkml:trace>
  <inkml:trace contextRef="#ctx0" brushRef="#br0" timeOffset="45189.8">4422 5390 452 0,'-6'21'167'0,"6"-21"-129"0,0 39 13 0,0-23 16 16,0-2-41-16,0 4 22 15,0 3-29-15,0-5 9 16,0 3-16-16,0-6 9 15,0 0-12-15,-3-8 4 16,3 1-8-16,-6-12-2 16,0-2-2-16,-3-10-1 15,3 2 0-15,0-8 0 16,3-2 0-16,0-11-11 16,6 5 6-1,6-21-7-15,6 5 7 0,6-10 5 16,3 8 0-16,3 0 0 15,2 13 1-15,1 5-4 16,0 8 2-16,-3 8 1 16,0 11 0-16,-13 13-3 15,-5 10 2-15,-9 9 10 16,0 5-6-16,-12-1 11 16,1 1-8-16,-10-5-14 15,3-1 4-15,-6-2-118 16,6 0 67-16,0-6-85 15,9-2 80-15</inkml:trace>
  <inkml:trace contextRef="#ctx0" brushRef="#br0" timeOffset="45707.34">4907 5376 408 0,'0'14'154'0,"0"-14"-120"0,-6 39 17 0,3-26 23 16,6 1-44-16,-6 10 21 16,3 2-30-16,-6-2 13 15,12-3-20-15,-12 0 8 16,6 0-13-16,-3-7 2 15,3-4-7-15,-3-5-4 16,3-2-1-16,-9-11 1 16,4-2 0-16,-7-12-3 15,6 1 2-15,-6-8 1 16,6 3 0 0,-3-11 0-16,3 5 0 0,3-21 2 15,6 8-1-15,6-21 2 16,3 8-2-16,9 5 2 15,5 10-2-15,7-4 2 16,3 15-2-16,-3 6-3 16,-4 12 1-16,1 1-1 0,0 13 0 15,-15 8 2-15,-3 11 0 16,-6 10 0-16,0 2 0 16,-12 6 8-16,-3-7-4 15,-12 1-3-15,3-4-2 16,-3-3-92-16,6-3 51 0,-6-8-67 15,13 0 63 1</inkml:trace>
  <inkml:trace contextRef="#ctx0" brushRef="#br0" timeOffset="46016.53">5217 5255 460 0,'12'-14'173'0,"-12"14"-135"0,15-15 16 15,-6 7 15 1,-7 2-42-16,10-7 12 16,3-5-24-16,-3-6 0 15,3 3-9-15,-6-6 1 16,0 9-4-16,-9-4-4 16,3 9 0-16,-12 0-1 15,3 5 0-15,-6 8 8 16,0 8-3-16,-6 3 3 15,3 4-3-15,1 7 5 16,2 1-5-16,0 4 8 16,3-1-7-16,3 1-34 0,9-1 16 15,6-2-103 1,3 0 65-16,12-8-50 0,-4-3 59 16</inkml:trace>
  <inkml:trace contextRef="#ctx0" brushRef="#br0" timeOffset="46420.45">5628 5212 460 0,'-18'6'173'0,"18"-6"-135"0,-18 34 10 0,12-23 13 16,3-1-38-16,-3 1 21 16,0 2-27-16,3 0 14 15,3 0-18-15,3-2 8 16,3 2-12-16,6-5 2 15,3-3-7-15,3-5 0 16,-1 0-2-16,-2-10-2 16,3 2 1-16,-3-11-1 15,0-4 0-15,-3-20 2 16,3 6-1 0,-9-8-1-16,3 6 1 0,0-4-1 15,2 6 0-15,-2-8-3 16,3 11 2-16,-6 5-1 15,3 13 0-15,-3-3 2 16,3 11 0-16,-6 8 0 16,3 8 0-16,0 13 2 15,-6 3-1-15,0 16 2 0,3 0-2 16,-3-1-38-16,0-2 20 16,-3-7-224-16,3-4 133 15,0 3-149-15,0-2 148 16</inkml:trace>
  <inkml:trace contextRef="#ctx0" brushRef="#br0" timeOffset="50086.05">1648 6191 236 0,'9'-10'88'0,"-9"10"-69"0,0-3 24 0,0-2 25 15,0 10-39-15,0-5 27 16,0 0-34-16,0 0 29 16,0 3-30-16,0 2 32 15,0 3-31-15,-6 5 27 16,3 0-28-16,0 9 16 15,-3-1-22-15,3 10 14 16,3 1-16-16,-6 8 8 16,12-3-12-1,-6-3 2-15,12 1-7 0,-3-9 7 16,12-2-7-16,-1-5 12 16,1-4-9-16,9-1-1 15,0-9-4 1,3-2-28-16,-1-1 14 0,4-4-107 15,-6-1 65-15,-9-2-60 16,-9-6 66-16</inkml:trace>
  <inkml:trace contextRef="#ctx0" brushRef="#br0" timeOffset="50300.38">1639 6374 420 0,'9'-16'159'0,"-9"16"-124"0,39-13 28 0,-28 5 25 31,7 8-50-31,3-6 12 0,3 6-31 0,3-2 1 16,3-1-12-16,2-2-5 15,-2 2-2-15,-6-2-50 16,-3 5 27-16,-3-3-213 16,-1 6 129-16,-17-3-126 15,0 5 134-15</inkml:trace>
  <inkml:trace contextRef="#ctx0" brushRef="#br0" timeOffset="50464.94">1556 6181 472 0,'15'-27'178'0,"-15"27"-138"0,29-34 15 0,-14 21 7 16,6 2-37-16,9-5 0 15,2 0-15-15,16 3-7 16,-6 5-1-16,8 5-64 15,1 6 34-15,3 8-50 16,-4 2 44-16</inkml:trace>
  <inkml:trace contextRef="#ctx0" brushRef="#br0" timeOffset="50691.34">2395 6345 368 0,'6'-14'140'0,"-6"14"-109"0,18-2 33 16,-12-1 36-1,0 6-57-15,3-6 20 0,0 3-39 0,2-5-2 16,1 2-13-16,3-2-6 16,-3 2-2-16,0-2-72 15,3 5 39-15,-9 0-55 16,0 5 49-16</inkml:trace>
  <inkml:trace contextRef="#ctx0" brushRef="#br0" timeOffset="50839.94">2228 6570 372 0,'0'2'140'0,"0"-2"-109"0,27 0 24 0,-18 0 17 15,3 0-42-15,12-2-1 16,-3 2-19-16,8-6-59 15,1 4 26-15,6-4-42 16,6 1 37-16</inkml:trace>
  <inkml:trace contextRef="#ctx0" brushRef="#br0" timeOffset="51408.55">2993 6451 324 0,'3'-11'121'0,"-3"11"-95"0,12-16 22 0,-6 8 27 16,-3 6-43-16,3-12 20 15,0 4-31-15,0-6 10 16,3 0-17-16,-9-5 11 16,3 5-14-16,-6-5 12 15,3 5-13-15,-6-8 8 16,3 6-10-16,3-9 2 15,0 3-6-15,-6-5-2 16,6 5-1-16,0 6-1 16,6 7 0-16,-6 9 0 15,9 4 0-15,-6 9 11 16,6 2-6-16,0 8 15 16,-6 3-11-16,3 10 16 15,0 1-15-15,-6 10 9 16,0 0-11-16,-6 5 2 15,-3-8-6 1,-3 1 5 0,3-4-6-16,-12-7 3 15,12-5-3-15,-12-4-2 0,6-4 0 16,-5-3 1-16,5-3-1 0,-6-2-1 16,6-1 1-1,3-4-1-15,9 1 0 0,-6-1 2 16,9-1-1-16,3-5 4 15,6 3-3-15,12-6 1 16,6 3-1-16,14-3 1 16,4 1-2-16,15-4-1 15,-4 6 1 1,-11-2-1 0,-4 2 0-16,7-5-60 0,-6 5 33 0,-10-8-48 0,-2 5 42 15</inkml:trace>
  <inkml:trace contextRef="#ctx0" brushRef="#br0" timeOffset="55970.04">1749 7525 208 0,'0'-8'77'0,"0"8"-60"0,3-5 28 0,-3 2 33 16,0 6-43-16,0-3 19 15,0 0-33-15,0 0 13 16,0 0-20-16,0 2 23 15,6 6-21-15,-6 3 26 16,3 2-24-16,3 5 24 16,-6 4-24-16,0 9 17 15,3 1-20-15,-6 8 10 16,3-1-15-16,0 1 6 16,-6-3-9-16,3-5 2 15,-3-3-5-15,3-5 0 16,3-3-2-16,-3-5-30 15,3 0 15-15,0-8-118 16,3 0 72-16,-3-8-67 0,3 0 73 0</inkml:trace>
  <inkml:trace contextRef="#ctx0" brushRef="#br0" timeOffset="56801.47">1737 7509 348 0,'-21'-16'129'0,"21"16"-100"0,-6 3 9 0,3-3 14 15,6 0-31-15,3 0 23 16,0 0-25-16,18-3 12 16,-3 3-18-16,12-3-1 15,-4 3-7-15,10-2-5 16,-6 4-1-16,20-2-1 15,-2 0 0-15,9 0 6 16,-4 0-2-16,7-2 4 31,-1 2-4-31,19-6-1 0,-7 4 0 0,3-6 1 16,-8 5-1-16,8-5-1 16,-2 3 1-16,8-6-1 15,-3 3 0-15,10-2 0 16,-7 2 0-16,9-5-7 15,-2 5 4-15,2-5-5 16,-9 5 4-16,9-6 2 16,-5 6 2-16,5-5 6 15,-12 5-3-15,13-2-1 0,-10 4-1 16,9-4-6-16,-11 5 3 16,8-3 3-16,-6 2 0 0,24-2 4 15,-11 3-3 1,-7-3-5-16,-15 3 1 0,13-6-3 15,-16 9 2-15,4-4 2 16,-10 4 1-16,-8-4 0 16,-4 4 0-1,-2-6 4-15,-7 5-2 16,-2-2-1-16,-6 5 0 0,0-3 3 16,-7 6-2-16,-2-3 10 15,0 2-6-15,3 1 8 16,-4 2-8-16,-8-2 5 15,-6 2-6-15,0 3 11 16,6 0-9-16,-9 3 10 16,0-1-10-1,3 1 5 1,-6 2-7-16,0 3 7 16,0 0-8-16,-3 0 8 0,0 0-8 0,-3 0 3 15,6-1-4-15,-6-1 0 16,0 2-1-16,0-3-2 15,0 3 1-15,0-3-1 16,2 0 0-16,-2-2 2 16,3 2-1-1,-3 0 2-15,3 0-2 0,0-5-1 16,0 0 1-16,-3 0 1 0,0 0-1 0,-9 0-25 16,4 3 13-1,-10-1-19-15,3 3 16 0</inkml:trace>
  <inkml:trace contextRef="#ctx0" brushRef="#br0" timeOffset="58282.43">1749 7874 176 0,'0'-5'66'0,"0"5"-52"0,0-6 25 0,-3 4 34 15,6 4-40-15,-6-2 29 16,3 6-37-16,-9-4 22 16,9 6-27-16,-9 3 20 15,9 2-23-15,-6 0 20 16,3 1-21-16,0-1 16 15,-3 3-18-15,3-3 10 16,-3 0-14-16,3-2 8 16,1-1-10-16,-4-2 2 15,12 0-6-15,-4-5 2 16,7 2-3-16,12-2-2 16,0-1 0-16,9-2 1 15,0 3-1 1,5-3 2-16,4 3-2 0,9-6-1 31,2 0 1-31,10-2-1 0,2 2 0 0,1-2 0 16,-7 5 0-16,10-5 0 15,-7 2 0-15,13-2 0 16,-4 5 0-16,4-5 2 16,-7 5-1-16,16-6-1 15,-10 4 1 1,3-4-1-16,-8 4 0 15,11-4 0-15,-11 6 0 0,11-5 0 16,-11 3 0-16,11-6 0 16,-8 5 0-16,5-5 2 15,-6 5-1-15,7-2-3 16,-7 2 1-16,13-4 1 0,-13 4 0 16,24-5 0-16,-17 5 0 31,-4-5 0-31,-11 6 0 15,11-6 2-15,-2 5-1 16,-1-2-1-16,-5 5 1 0,2-5-1 0,-5 5 0 0,2-6 0 16,-5 6 0-1,5-5 0-15,-5 2 0 0,-1-5 0 16,1 6 0-16,-7-6 0 16,-5 5 0-16,0-2 0 15,-4 5 0 1,7-5 0-1,-3 2 0-15,-10-2 2 0,-2 2-1 0,6-5-1 16,0 5 1-16,-4-5 3 16,-5 3-2-16,0-3 6 15,3 3-5-15,-10-3 3 16,4 5-3-16,-3-5 0 16,-3 6-1-16,0-4 1 15,-1 4-2-15,1-3 4 16,3 5-3-16,-9-6 1 15,0 6-1-15,0-2 1 16,-3 2-2-16,-3-3 2 16,0 3-2-16,-4-5 2 15,1 5-2 1,-6-3-3-16,3 6 1 0,-9-6-70 16,1 3 39-16,-1-3-55 0,-3 6 49 15</inkml:trace>
  <inkml:trace contextRef="#ctx0" brushRef="#br0" timeOffset="61975.77">2121 7623 176 0,'0'0'66'0,"0"0"-52"0,0 0 19 0,0 0 26 16,0 0-33-16,0 0 29 15,0 0-32-15,0 0 22 16,3 2-26-16,0-2 14 16,3 3-19-16,-6 0 14 15,0 2-15-15,0 0 17 16,0 3-17-16,0 3 13 16,0 2-15-16,-6 0 10 15,6 3-12-15,-3 3 8 16,0-1-9-16,3 1 6 15,0 2-7 32,-6-5 2-47,12-3-5 0,-6-3 2 0,0 4-3 0,0-6 0 0,0 2-1 0,0-5-2 16,0 3 1-16,0-2 1 16,0-1-1-16,0-2-1 15,0 2 1-15,0-5 1 16,6 0-1-16,0 0-1 15,6 0 1-15,0 0-1 16,3 0 0-16,-3-3 0 16,9 3 0-16,-4-2 0 15,4-1 0-15,0 0 0 0,3 1 0 0,3-4 0 16,2 4 0-16,-5-4 0 16,3 6 0-16,0-5 0 15,3 3 0-15,8-6 0 16,-2 5 0-1,6-5 0-15,-1 5 0 0,4-2 0 16,-6 2 0-16,2-2 0 16,-5 5 0-16,6-5 2 15,-7 5-1-15,10-5-3 16,-3 2 1-16,8-2 1 16,-8 2 0-16,9-2 0 15,-10 5 0 1,7-6 0-1,-9 4 0-15,5-6 0 0,4 5 0 16,-3-5 0-16,2 6 0 0,7-4 0 16,-7 6 0-16,4-2 0 15,-6 4 0-15,2-4 2 16,-5 2-1-16,6-6-1 16,-4 4 1-16,7-4 1 15,-1 6-1-15,1-2 2 0,-3 2-2 16,2-3-1-1,-5 6 1-15,3-6 1 16,-7 3-1-16,7-3 2 0,-7 1-2 0,7-3 2 16,-3 5-2-1,2-6-1-15,-5 12 1 16,0-6-1-16,-4 2 0 0,4 1 0 16,-9-1 0-1,0-2 0-15,-4 3 0 16,7-3 0-16,-9 0 0 0,3 0 2 15,-4 0-1-15,4-3-1 16,-3 3 1-16,-3-2-1 16,0-1 0-16,-1-5 0 15,-2 8 0-15,0-2 0 16,0 4 0-16,-3-2 2 16,0 0-1-16,-3 0 2 15,-4 0-2-15,7 0-1 16,-3 0 1-16,0 0-1 15,-3 0 0-15,-3 0 2 16,0 0-1-16,3 0 2 16,-6 0-2-16,0 0-1 15,3 0 1-15,-4-2 1 16,1 2-1-16,-3-3-1 16,3 3 1-16,-3-3-1 15,3 1 0-15,-6-4 2 16,6 6-1-16,0-5 2 0,0 2-2 15,-3-4-1-15,0 1 1 16,0-4-1-16,0 2 0 16,0-3 0-16,0 3 0 15,0-2 2 1,0 2-1-16,0-3-1 0,3 3 1 16,-6-2-1-16,0 2 0 0,3-6-3 15,3 6 2-15,-3-5 1 16,0 5 0-16,0-5 0 15,0 5 0-15,-3-5 0 16,3 5 0-16,-3-8 0 16,3 5 0-16,-6 1 0 15,3 5 0 1,-6-1 0 0,6 6 0-16,-3-5 0 0,3 5 0 15,-3-3 0-15,0 3 0 0,-3-2 0 16,3 2 0-16,-6-3 0 15,6 0 0-15,-6 1 0 16,3 2 0-16,-3-3 0 16,3 3 0-16,-3-2 0 15,-3-1 0 1,-2-2 0-16,2 5 0 0,-9-6 0 16,3 6 0-16,-6-2 0 15,6 4 0-15,-9-2 0 16,7 0 0-16,-7 0 0 15,6 0 0-15,-9 0 0 0,3 0 0 16,1 0 2-16,5 0-1 16,-9 0-3-16,3 0 1 15,-3 0 1-15,1 0 0 0,-7 0 0 16,6 0 0-16,-11 0 0 16,11 3 0-16,-6 0 0 15,3-1 0-15,-2 1 0 16,5 0 0-16,-6-1 0 15,9 1 0-15,-5-1 0 16,5 1 0-16,-6 0 0 16,6-1 0-16,-8 1 0 15,8 0 0 1,-12-1 2 0,9 1-1-16,-5 0-1 0,5 2 1 15,-12 0-1-15,12 0 0 0,-5 1-3 16,8-1 2-16,-6-2 1 15,6 2 0-15,-8-2 0 16,11-1 0-16,-15 1 0 16,12 0 0-16,-8-1 0 15,8 1 0-15,-9 0 0 16,6-1 0-16,-5 1 0 16,11-1 0-16,-12 1 0 15,12 0 0 1,-5-1 0-1,5 1 0-15,-6-3 0 0,9 0 0 0,-9 0 0 16,10 0 0-16,-10 0 0 0,9 0 0 16,-9 0 0-16,9 0 0 15,-8 0 2-15,2 0-1 16,3 0-1-16,3 3 1 16,0-3-4-16,0 2 2 0,4 1 1 15,-4 0 0-15,-6-3 0 16,6 0 0-16,-3 0 0 15,9 0 0-15,-5 0 0 16,5 0 0-16,-6 0 0 16,0 0 0-16,3 0 0 15,-3 0 0 1,0 0 0 0,4 0 0-16,-10 0 0 15,6 2 0-15,0-2 0 0,6 3 0 0,-6 0 0 16,4-1 0-16,-4 1 0 15,3 0 0-15,3-1 0 16,-3 1 0 0,0-3 0-16,3 2 0 15,-2-2 0-15,5 3 0 0,-6-3 0 16,6 0 0-16,-9 0 0 16,6 0 0-16,0 0 0 15,6 0 0 1,-3 0 0-16,4 0 0 0,-4 0 0 15,3 0 0-15,-6 0 0 0,9 0 0 16,-9 0 0-16,9 0 0 16,-12 0 2-16,6 0-1 15,3 0-1-15,3 0 1 0,0 0-4 16,-3 3 2-16,-2-3-1 16,5 2 0-16,-6-2 2 15,3 3 0 1,-3 0 0-1,0-1 0-15,-6 1 2 16,6 0-1-16,-3-1 2 0,9 1-2 0,-9-3-1 16,13 3 1-16,-10-3-4 15,6 0 2 1,-3 0 1-16,6 2 0 0,-6-2 0 16,6 0 0-16,-3 0 0 15,3 3 0-15,-3-3 0 16,6 0 0-16,-6 0-5 15,6 2 3-15,0 1-100 16,0 2 55-16,-6 1-75 16,12 2 70-16</inkml:trace>
  <inkml:trace contextRef="#ctx0" brushRef="#br0" timeOffset="63445.71">1648 8340 200 0,'-3'2'77'0,"3"-2"-60"0,-6 0 32 0,3 0 36 16,3 3-47-16,0 0 24 16,0 2-38-16,-6 0 19 15,12 3-26-15,-6 3 27 16,0 2-25-16,0 3 19 15,3 0-22-15,6 2 10 16,-6 3-16-16,3 3 8 16,3 0-10-16,-9 5 4 15,3-2-7-15,0-1 4 32,3-2-5-32,-6 0 2 0,3-6-3 0,-3-5-33 15,6-2 17-15,-6-8-117 16,3-1 73-16,3-12-67 15,-4-1 72-15</inkml:trace>
  <inkml:trace contextRef="#ctx0" brushRef="#br0" timeOffset="64753.79">1698 8303 280 0,'39'-8'104'0,"-39"8"-81"0,54-11 18 16,-36 8 11-1,2 3-31-15,10-2 17 16,0 2-23-16,21-3 19 16,-7 1-20-16,19-1 6 0,2 3-11 0,7-3 8 15,-10 3-10 1,22-5 5-16,-7 2-7 0,12-2 4 15,-5 2-5-15,8-5 7 16,-3 6-7-16,12-6 10 16,-14 5-8-1,17-5 3-15,-9 6-5 0,9-4 5 16,-6 4-6-16,28-6 10 16,-10 0-7-16,0-3 3 15,-18 3-5-15,-3-2 5 16,-17 4-6-16,2-4 3 15,-9 5-3-15,13-3-2 16,-10 2 0-16,9 1 1 16,-11 2-1-16,29-5 2 15,-9 3-2-15,7 0-1 16,-19 5 1-16,-6-3-1 16,-11 6 0-16,-4-6 0 15,-8 1 0-15,3-4 2 16,-7 1-1-16,4 0 2 15,-7 2-2-15,1-2-1 16,-3 5 1-16,-4-3-1 16,-5 6 0-16,6-3-3 15,-12 2 2-15,-3 1-1 16,-4 2 0-16,-2 3 6 0,0 3-2 16,-3-1 6-16,0 4-5 15,-3 4 12-15,-3 1-8 16,-3 5 10-16,3-1-10 0,-3 4 7 15,2-1-7 1,1 1-4-16,0-3-2 16,0-3 10-16,0 0-6 15,0 0 13-15,3-2-10 16,-3 2 1-16,3-3-6 0,-3 3 0 16,0 1-1-16,-3 1-2 15,3 4 1-15,-6 5 1 16,3-1-1-16,-4-7-1 15,1 0 1-15,-6-6 1 16,3 4-1-16,-5 1 2 16,-1-1-2-16,-3-9-1 15,3 0 1-15,-9-2 1 16,3-1-1-16,-21-2-1 16,0 0 1-16,-2-5 1 15,8-1-1-15,-12-2-1 16,3 0 1-16,-26-2-1 15,5-1 0-15,1 0 0 16,8 3 0-16,-32-5 0 16,8 3 0-1,-2-1 2-15,15 3-1 0,-31-3-1 16,16 1 1-16,-21-1-1 16,14 3 0-16,-17 0 0 15,18 5 0-15,-16 1 0 0,16-1 0 16,-12 0 0-16,14 0 0 15,-20 1 0-15,15-1 0 16,-21 0 0-16,17 1 0 0,-14-4 0 16,12 4 0-16,-15-4-3 15,17 3 2-15,-8-2 1 16,12 0 0-16,-7-3 0 16,10 2 0-1,-12 1 0-15,20 2 0 16,-8-2 0-16,20 0 0 15,-17-3 0-15,20 2 0 0,-20-2 0 16,17 3 0-16,-5-3 0 16,5 3 0-16,-8-3 0 15,17 0 0-15,-11 0 0 16,11 0 0-16,-5 0 0 16,11 2 0-16,-32 1 0 15,14-1 0-15,10 1 0 16,17 0 0-16,3-1 0 15,9 1 0-15,6-3 0 16,1 3 0-16,5-3-20 16,9 0 11-16,6-3-102 15,6 3 61-15,9-3-65 16,2 1 67-16</inkml:trace>
  <inkml:trace contextRef="#ctx0" brushRef="#br0" timeOffset="66148.33">2085 8477 176 0,'-3'0'66'0,"3"0"-52"0,0 0 12 15,0 0 26 1,0 0-30-16,0 0 27 0,0 0-28 0,0 0 18 15,0 0-23-15,0 0 16 16,0 0-18-16,0 0 19 16,0 3-19-16,0 0 26 15,0 4-22-15,0 1 19 16,3 3-21-16,3 0 7 16,-6 2-13-16,3 0 10 15,0 3-12-15,3-3 14 16,-6 3-13-16,0-3 3 31,3 0-8-31,-3-2 0 0,0 5-2 16,0-5-2-16,0 2 1 0,0-8-37 15,0 3 20-15,0-5-138 16,0 2 84-16,0-8-81 16,0 1 86-16</inkml:trace>
  <inkml:trace contextRef="#ctx0" brushRef="#br0" timeOffset="67595.62">2077 8448 260 0,'14'-10'96'0,"-14"10"-75"0,15-6 17 15,-9 4 23 1,3 4-35-16,12-4 27 0,3-1-31 0,3 0 20 15,2 6-25-15,-2-3 12 16,3 0-18-16,9 0 6 16,-1 0-10-16,16-5 2 15,-4 2-5-15,10-2 0 16,-6 2-2-16,11-5 1 47,-5 6-2-47,14-6 2 0,-3 5-2 0,10-2 2 0,-7 2-2 0,13-2 10 15,-7 2-5 1,6-2 8-16,1 2-8 0,8-2 1 16,-9 5-4-16,-3-3 3 15,-11 3-4-15,8-2 1 16,-5-1-1 0,5-2-2-16,-11 5 1 15,5-6 1-15,-9 6-1 0,10-2-1 16,-7 2 1-16,22-3-1 15,-7 6 0-15,-15-3 0 16,-11 0 0-16,0-3 4 16,-4 3-2-16,10-3 6 15,-4 1-5-15,-8-4 1 16,-4 6-2-16,7-5-2 16,-3 5 1-16,-10-5 1 15,-5 5-1-15,-6-3-1 16,-9 3 1-16,8-2-1 0,-5 4 0 15,-9 1 2-15,-3 2-1 16,-6 0 4-16,0 3-3 0,3-2 6 16,0 2-5-1,-3 0 6-15,3-1-6 16,-3 1 6 0,2 0-6-1,-2-2 3-15,3 2-3 16,0-3 3-16,0 0-4 0,6 3 6 0,0 0-5 0,-3-3 6 15,-3 3-6 1,0-2 3-16,0-1-3 0,6 3 0 16,-1 0-1-16,-2-3-4 15,0 3 1-15,6 0 7 16,-3 2-3-16,-6-2 6 16,-3 0-6-16,-3 0 1 15,0 3-2-15,-9-3-2 16,3 2 1-16,-18 9 1 15,0-1-1-15,6-2-1 16,-3-2 1-16,1-4 1 16,5 1-1-16,-6 2 2 15,6-2-2-15,-9-6 2 16,3 3-2-16,-12-6 2 16,4 4-2-16,-16-6-1 15,3 2 1-15,-11-2 1 16,5 0-1-16,-32 0-1 15,8 0 1-15,13 0-1 16,14 0 0-16,-12 0 0 16,13 0 0-16,-19 0 0 15,7 3 0-15,-7 0 0 0,9-1 0 16,-14-2 0-16,11 3 0 0,-14 0 0 16,11 2 0-16,-8 0 0 15,8 0 0-15,-8-2 0 16,8 2 0-16,-11-2-3 15,8 2 2-15,-11-2 3 16,11 2-1-16,-5-5 2 16,14 3-2-16,-2-3-1 15,5 0 1-15,-17-3-1 16,8 3 0-16,-2-2 0 16,14 4 0-16,-12-2 0 15,13 3 0 1,-7-3 0-16,15 3 0 15,-14-6 0-15,8 3 0 0,-6-3 0 16,10 3 0-16,-7-5 0 16,3 5 0-16,-5-3 0 15,14 6 0 1,-15-3-3-16,16 0 2 16,-7 0 1-16,9 0 0 0,-3 0 0 15,4 3 0-15,-10-1 0 16,15 1 0-16,-14-3 0 15,11 3 0-15,-6-3 0 0,9 2 0 16,-6 1-3-16,7-1 2 16,-4 1 1-1,3 0 0 1,0-1 2-16,6 1-1 16,-3 0-1-16,10-1 1 0,-1 1-1 0,0 0 0 0,3-1 0 15,0 1 0-15,0-3-29 16,6 3 16-16,-3-3-252 15,3 0 145-15,3-3-181 16,0 0 173-16</inkml:trace>
  <inkml:trace contextRef="#ctx0" brushRef="#br0" timeOffset="68202.54">2844 9226 420 0,'6'-18'159'0,"-6"18"-124"0,12-8 11 0,-9 5-4 15,3 6-26-15,-6-3-8 16,6 2-6-16,0 1-5 15,3 2 2-15</inkml:trace>
  <inkml:trace contextRef="#ctx0" brushRef="#br0" timeOffset="68381.47">2892 9528 504 0,'-9'8'189'0,"9"-8"-147"0,-9 23 2 0,6-15-9 15,6 3-24-15,-3 2-59 16,3 0 26-16,3 3-45 16,-3 0 38-16</inkml:trace>
  <inkml:trace contextRef="#ctx0" brushRef="#br0" timeOffset="68478.21">2833 9856 340 0,'-12'2'126'0,"12"-2"-98"0,-9 11-104 0,3-3-54 16,12 0 61-16</inkml:trace>
  <inkml:trace contextRef="#ctx0" brushRef="#br0" timeOffset="69079.99">1761 10840 388 0,'0'-11'145'0,"0"11"-112"0,6 3 1 16,-6 0 10-1,3 5-28-15,-3 5 28 16,0 5-25-16,0 4 23 16,3 1-23-16,3 4 9 15,-6-3-16-15,3 2 7 0,3-2-11 0,-6-3 2 16,3 0-6-16,0-2 2 16,3-1-3-16,3-2-2 15,-6-3 0-15,3-2-61 16,5-3 33-16,-8-3-44 15,6 0 41-15</inkml:trace>
  <inkml:trace contextRef="#ctx0" brushRef="#br0" timeOffset="70308.35">1773 10874 272 0,'15'-13'101'0,"-15"13"-78"0,36-10 11 0,-22 7 23 16,-2 3-33-16,9-5 33 15,0 2-33-15,9-2 18 16,0-1-24-16,11-4 6 16,1 2-14-16,5 0-1 15,-5 3-6-15,18-3 0 16,-10 2-1-16,10-2 1 15,-7 3-2-15,22-5 2 16,2 2-2-16,54-8 2 0,3 0-2 16,-15 3-3-1,3 2 1-15,27-5 1 0,3 3 2 16,-9 0 1-16,9-3 1 16,5 5 0-16,-11 1-2 0,-15 2 1 15,3 3-2 1,-3-1-1-16,-18 6 1 15,18-2 1-15,0-1-3 0,-18 3-2 16,-3 0 13-16,-8 0 7 16,-1 0-6-16,-12-3-1 15,-3 3-6-15,1-5-3 16,-7 2 0-16,3-5 1 16,-5 0-1-16,-4-2 4 15,-8 2-3-15,-7-3 4 16,-5 3-4-1,-1-2 4-15,-8 2-4 0,0-3-1 16,-4 6 0-16,-5-3 1 16,-3 5-1-16,-6 1 4 15,-4 2-3-15,-8 0 4 16,0 2-4-16,-6 1 6 16,0 5-5-16,-9 3 3 15,0 2-3-15,-3 0-2 0,-6 8 0 16,3-2-1-16,-6 5 2 15,3-6 1-15,-6 9-1 16,4-6 1-16,-4 18 2 0,3-7 2 16,0 18 1-16,3-7-4 15,0 7-1-15,3-10-1 16,0 5 1-16,3-8 0 0,0 5 1 16,3-8-2-16,3 6 1 15,0-5-2-15,0 4 2 16,0-7-2-16,3 0 2 15,0-6-2-15,0 3-1 16,-3-5 3-16,0-3 0 16,-3-5-1-16,-6-3 1 15,3 3-2-15,-12-8-1 16,3 0-2-16,-21-3 1 16,7 1 3-16,-22-1 1 15,0-2-8 1,1 2 3-16,-1-2 0 0,-35-3 2 15,5-3 0 1,-2 3 0 0,-90-11-3-16,10 1 2 0,26-3 7 15,3 2-3-15,-30-8 3 0,9 6-7 16,6-3-5-16,-6 3 6 16,4 8 1-16,8-6 1 15,-9 3-4-15,3 6 1 0,12-4 1 16,-6-2 0-16,-6 6 0 15,15-1 0-15,3-5 0 16,-9 0 0-16,12 6 2 16,18-4 3-16,-3-4-7 15,3 2 0-15,0 0 0 16,12 5 1-16,8 1 1 0,7-4 2 16,8 1-3-1,-5 0 0-15,6-1 1 0,5 1 0 16,7 2 0-16,8 1 0 15,9-1 0-15,7 3 2 16,5-2-1-16,6-1-1 16,6 0-2-16,3 3 1 15,6-2 1-15,0 2 0 16,4 0 0-16,2 2 2 16,3-2-1-16,8 8-1 15,1 3-48-15,0 2-20 16,12 6 34-16,3-6 17 15</inkml:trace>
  <inkml:trace contextRef="#ctx0" brushRef="#br0" timeOffset="74691.11">2014 12242 248 0,'0'-16'93'0,"0"16"-72"0,-3-13 20 0,3 8 31 32,0 2-41-32,-6-2 21 15,3 2-31-15,-3 1 10 0,0 2-17 0,-3 2 18 16,0 6-18-16,-3 8 15 15,6 5-16-15,-5 6 15 16,8 2-16-16,-6 5 9 16,9-2-12-16,0 0 11 15,0-3-12-15,9 0 12 16,-3 0-12-16,8-5 12 16,1-3-12-16,6-10 9 15,3-6-9-15,3-10 4 16,8-3-7-1,4-6 2-15,-6 1-4 16,6-13 5-16,-10 5-5 0,4-19 8 16,-12 3-7-16,-3-8 1 15,-12 5-3-15,-9 1 1 16,0 7-2-16,-27-11-1 16,9 6 1-16,-9 8-21 15,4 11 11-15,-4 5-107 16,9 7 65-16,0 6-67 15,9 8 68-15</inkml:trace>
  <inkml:trace contextRef="#ctx0" brushRef="#br0" timeOffset="75081.3">2475 12435 324 0,'0'22'121'0,"0"-22"-95"0,-6 18 20 0,3-10 30 16,6 0-44-16,-6 0 41 15,3 0-43-15,-6-5 29 16,4 2-34-16,-4-5 13 16,3 2-22-16,0-4 2 15,3-1-10-15,-9-7-1 16,9 2-4-16,0-8-2 15,9 0 0-15,-6-11-1 16,8 4 0-16,1-9-3 16,3 5 2-16,0 1 1 15,0 2 0-15,0 11 0 16,3 8 0-16,0 7 2 16,-6 6-1-16,-1 8-1 15,1 3 1-15,-3-1-4 16,3 3 2-16,-6-2-67 15,3-3 36-15,0-3-52 16,-3 3 48-16</inkml:trace>
  <inkml:trace contextRef="#ctx0" brushRef="#br0" timeOffset="75455.82">2794 12467 368 0,'6'-8'137'0,"-6"8"-106"0,21-2 8 0,-15-1 17 16,3 3-35-16,2-5 22 16,4-1-26-16,0-4 14 15,0 4-18-15,-3-7 6 16,0 5-11-16,-6-5 4 16,-3 5-7-16,-6-2 2 15,3 2-4-15,-15-3 0 16,6 3-1-16,-6 5 3 15,6 3-3-15,-3 6 15 16,3 4-10-16,-3 4 17 16,7 1-14-16,-4 1 13 15,6 0-13-15,0 3-5 16,6-1-3-16,6 3 6 16,-1 1-4-16,1-1 14 15,3-3-10-15,3-2-28 16,0 0 10-16,0-3-163 15,0 0 94-15,6-2-107 16,-6-3 107-16</inkml:trace>
  <inkml:trace contextRef="#ctx0" brushRef="#br0" timeOffset="76359.1">3461 12541 264 0,'3'-10'101'0,"-3"10"-78"0,14-8 35 0,-2 2 45 16,-3 4-56-16,12-9 39 15,-6 3-51-15,6-10 19 16,3 2-31-16,-3-8 5 16,-1 3-17-16,-5-11 3 15,0 6-9-15,-3-14 2 16,3 6-4-16,-9-6 0 16,3 8-1-16,-9-13-2 15,3 8 1-15,-6 0-4 16,3 8 2-16,-9 5 1 15,6 8 0 1,-6 6-3-16,0 7 2 0,-3 3 1 16,3 5 0-16,-6 11 8 15,9 5-4-15,-3 14 16 16,9 5-11-16,-6 4 3 16,6 1-8-16,0-2 5 0,6-4-6 15,-3 1 14-15,6-3-9 16,3 3-4-1,3-6-2-15,-3-7-57 0,3-6 30 16,6-3-191-16,3 1 120 16,-4-14-108-16,1-2 118 15</inkml:trace>
  <inkml:trace contextRef="#ctx0" brushRef="#br0" timeOffset="76537.62">3901 12385 436 0,'-3'5'162'0,"3"-5"-126"0,0 16 16 0,0-10 9 16,0-1-36-16,0 3 0 16,0 0-15-16,-3 0-29 15,3 2 11-15,0-2-20 16,0 3 16-16</inkml:trace>
  <inkml:trace contextRef="#ctx0" brushRef="#br0" timeOffset="77152.71">3967 12015 332 0,'9'-3'123'0,"-9"3"-95"0,11 13-11 15,-8-5-11 1,3 3-7-16,-6 10-2 15,3 3 1-15,0 13 4 0,0 0-1 0,0 3 17 16,6-3-10-16,-6 5 39 16,3-2-27-16,-3-11 38 15,0-5-33-15,0-6 27 16,0-5-30-16,0-5 20 16,3 0-25-16,-6-8 7 15,6 3-14-15,0-11 1 16,3 3-7-16,3-14 0 15,0 3-2-15,6-16-2 16,-1 3 1-16,4 0-1 16,-6 13 0-1,-3 6 0-15,3 5 0 0,0 5 2 16,0 7-1-16,-3 7 6 16,-1 4-4-16,1 9 8 15,3-1-7-15,-3-7 8 16,6-3-8-16,-6-6 1 15,3 1-3-15,9-6-4 16,-4 0 1-16,1-7 10 16,3-1-6-1,12-10 13-15,-9 2-9 16,-4-10-1-16,-8 5-4 0,-9-8-2 16,0 0 1-16,-12-5-17 15,-3 6 9-15,-9 9-10 0,4 9 9 16,-4 10 7-16,6 9 1 15,-6 4 11-15,9 3-5 16,0 6 12-16,3-1-10 16,3 1-2-16,3-1-3 15,6-5 0-15,3 0-2 16,6 1-82-16,3 1 44 16,6 4-69-16,2-1 61 15</inkml:trace>
  <inkml:trace contextRef="#ctx0" brushRef="#br0" timeOffset="77846.12">5116 12462 188 0,'6'-11'71'0,"-6"11"-55"0,5 0 33 0,-5 0 43 16,3 6-49-16,0-1 43 15,0 3-51-15,0 5 33 16,0 6-39-16,-3 4 20 16,3 4-28-16,-6 7 13 15,3-2-20-15,-3-6 17 16,6-2-18-16,-3-3 15 15,0 1-15-15,-3-12 4 16,3-2-10-16,-3-11 0 16,0-2-4-16,-3-13 0 15,6 2-1-15,-2-11-2 16,4 6 1-16,-2-13-1 16,0 5 0-1,3-11-3-15,3 3 2 0,3-16-1 16,3 8 0-16,3-5-3 15,3 7 3-15,3-2-1 16,0 14 1-16,5-4 0 16,1 9 0-16,-6 10 0 15,0 11 0-15,-6 7 2 16,0 9 0-16,-9 7 0 16,-3 6 0-16,-9 5 2 15,0 0-1-15,-9 1 2 16,3 1-2-16,-6 1-56 15,3-3 31-15,0-8-196 0,6-2 122 16,3-6-107-16,3-2 118 16</inkml:trace>
  <inkml:trace contextRef="#ctx0" brushRef="#br0" timeOffset="78160.71">5488 12282 384 0,'9'-11'143'0,"-9"11"-112"0,23-13 27 0,-17 8 30 16,3 2-50-16,0-5 19 16,3 0-34-16,-9-2 7 15,6 2-18-15,-6-5 3 16,3 2-10-16,-12-5 0 16,3 6-3-16,-6 2-2 15,0 5 1-15,-6 3-1 16,0 5 0-16,1 11 4 15,-4 3-2-15,6 2 6 16,3 3-5-16,0 7 6 31,6-2-6-31,3-2-1 0,0-9-1 0,6-2-15 16,9 0 8-16,-3-3-63 16,6 1 38-16,-7-6-45 15,7 2 44-15</inkml:trace>
  <inkml:trace contextRef="#ctx0" brushRef="#br0" timeOffset="78410.39">5714 12412 452 0,'0'-3'167'0,"0"3"-129"0,6 3 17 0,-6-3 23 16,0 0-46-16,0-3 16 15,3 0-30-15,3-5 17 16,-3 0-20-16,6-18 12 15,0 2-16-15,3-8-1 16,-1 6-6-16,4-3-1 16,3 5-1-16,0-2-28 15,3 4 14-15,3-4-85 16,-1 7 53-16,-5 4-46 16,-3 4 52-1</inkml:trace>
  <inkml:trace contextRef="#ctx0" brushRef="#br0" timeOffset="79149.42">2344 13208 308 0,'0'-34'115'0,"0"34"-89"0,0-16 12 15,-6 10 8 1,6 6-28-16,-3-2 16 15,-5 2-20-15,-1 2 21 16,6 4-20-16,-12 4 17 0,9 6-18 0,-3 3 12 16,0 5-15-16,6-3 15 15,3 0-16-15,3 0 20 16,6-2-17-16,0 2 18 16,3-3-18-16,-3 6 11 15,0 0-14 1,2 5 6-16,-2 0-9 0,-6 3 2 15,-3 0-5-15,-9-1-4 16,1 1-1-16,-7-3-1 16,-3-5 0-1,-6-3-36-15,6-2 21 16,0-3-162-16,9-3 98 0,3-11-93 16,6-2 101-16</inkml:trace>
  <inkml:trace contextRef="#ctx0" brushRef="#br0" timeOffset="79480.16">2496 13443 360 0,'12'-18'134'0,"-12"18"-104"0,24-19 23 16,-15 12 23 0,3 4-43-16,3-8 15 15,-3 6-30-15,-4-6 8 16,1 3-15-16,-9-2 5 15,3 5-9-15,-12-1 2 16,6 6-5-16,-14 3 5 16,8 2-6-16,-6 3 14 15,0 5-9-15,0 6 14 16,0 5-13-16,0 7 7 16,6 4-9-16,0 5-2 0,6-3-3 15,3 0-4-15,3-6 1 16,0-7-1-16,6-3 0 15,6-10-42-15,-3 0 24 0,12-14-100 16,3 0 67-16,2-21-40 16,-5 3 54-16</inkml:trace>
  <inkml:trace contextRef="#ctx0" brushRef="#br0" timeOffset="79706.95">2916 12951 420 0,'6'-8'159'0,"-6"8"-124"0,12 14 24 16,-12-1 27 0,9 5-50-16,-6 22 23 15,3 2-36-15,-3 14 1 16,0-3-14-16,-6 10 4 16,3-7-7-16,-6 10-4 15,3-2-2-15,-6-1-59 16,0-7 32-16,-3-9-132 15,3-7 88-15,0-16-64 16,3-6 78-16</inkml:trace>
  <inkml:trace contextRef="#ctx0" brushRef="#br0" timeOffset="79857.94">2856 13491 388 0,'6'-16'145'0,"-6"16"-112"0,12-8 32 0,-3 6 24 15,0 2-51-15,-3-3 4 16,3 0-26-16,6-5-30 15,6 3 7-15,-6-5-144 16,5 4 83-16,1-4-90 16,3 2 91-16</inkml:trace>
  <inkml:trace contextRef="#ctx0" brushRef="#br0" timeOffset="80061.39">3434 12949 532 0,'6'0'198'0,"-6"0"-154"0,0 31 5 15,0-15-3 1,3 3-30-16,-3 10 1 16,0 5-11-16,-3 11-56 15,3-2 27-15,-9-4-49 16,9 1 41-16</inkml:trace>
  <inkml:trace contextRef="#ctx0" brushRef="#br0" timeOffset="80212.99">3481 13687 452 0,'3'3'167'0,"-3"-3"-129"0,0 2 32 0,0-2 18 16,0 0-51-16,-3 0-10 15,3 0-18-15,-5 0-81 16,2 0 39-16,-6 0-58 15,0 0 52-15</inkml:trace>
  <inkml:trace contextRef="#ctx0" brushRef="#br0" timeOffset="80575.02">2056 14288 440 0,'18'-14'165'0,"-18"14"-129"0,74-16 13 15,-29 8 19 1,-10 6-41-16,43-11 27 16,-10 2-32-16,30-10 15 0,-2 2-21 15,17-12-7 1,-3-1-5-16,0 0-1 16,-9 6-2-16,-3-1 13 0,-20 9-8 15,-16-1-14-15,-11 6 5 16,-9 2-11-16,-7 6-127 0,-5 0-55 15,-6 5 99 1</inkml:trace>
  <inkml:trace contextRef="#ctx0" brushRef="#br0" timeOffset="198556.74">9176 5228 260 0,'6'-8'99'0,"-6"8"-77"0,0-13 33 0,0 10 43 16,3 3-54-16,0-2 27 15,0-1-42-15,-1 3 17 16,4 0-26-16,0-5 8 16,0 5-16-16,0-3 3 15,3 6-10-15,-3-3 2 16,3 5-4-16,0-5 0 16,0 0-1-16,3 0-74 15,3 0 39-15,-3 0-53 16,3 0 50-16</inkml:trace>
  <inkml:trace contextRef="#ctx0" brushRef="#br0" timeOffset="198987.59">9649 5019 248 0,'-9'-2'93'0,"9"2"-72"0,-6 2 20 0,3-2 33 16,0 3-42-16,-6-1 27 16,3 6-35-16,-3-2 12 15,3 4-21-15,-6 3 7 16,6 3-13-16,-2-2 11 15,5 1-12-15,0-1 14 16,3-1-13-16,0 0 11 16,3 3-11-16,0-5 8 15,2 2-9-15,-2 0 11 16,3 0-11-16,-6-5 12 16,3 5-12-16,-6-2 7 15,0 2-8-15,-6-2 2 16,4-1-5-16,-10 1-2 15,6 0-1-15,-6-1-41 16,3-5 22-16,0 3-127 16,3 0 80-16,3-5-66 15,3 0 76-15</inkml:trace>
  <inkml:trace contextRef="#ctx0" brushRef="#br0" timeOffset="199346.58">9711 5271 356 0,'6'-3'132'0,"-6"3"-103"0,18-8 25 0,-12 5 30 16,0 3-48-16,3-8 23 15,3 3-36-15,-3-6 8 16,0 4-19-16,0-12 5 16,3 6-10-16,-6-3 4 15,0 5-6-15,-6-2 0 16,0 5-3-16,-6 3 3 15,3 0-3-15,-6 5 10 16,0 5-6-16,-3 3 12 16,6 5-10-16,-9 6 1 15,6-1-6-15,-3 1-8 16,6 2 2-16,0 0-1 31,3 3 2-31,3-3 15 0,6 3-7 0,0-6 11 16,3-2-10-16,6-8-48 15,0 3 23-15,6-17-175 16,0 6 107-16,2-8-99 16,4 3 106-16</inkml:trace>
  <inkml:trace contextRef="#ctx0" brushRef="#br0" timeOffset="199578.47">10134 4839 456 0,'18'-5'170'0,"-18"5"-132"0,12 13 7 0,-9-5 17 16,3 3-38-16,-6 5 26 16,3 2-29-16,-3 14 9 15,0 8-18-15,-3 7-4 16,0-2-5-16,-3 5-7 16,3-5 2-16,-6 8-12 15,0-13 7-15,0-8-104 16,3-6 61-16,-6-10-79 15,3-3 75-15</inkml:trace>
  <inkml:trace contextRef="#ctx0" brushRef="#br0" timeOffset="199734.05">10051 5226 512 0,'12'-24'189'0,"-12"24"-147"0,35-14 11 16,-26 12-1-1,0 2-33-15,0-8-5 16,3 8-9-16,6-3-24 15,-3 6 11-15,-3 0-193 16,0 4 110-16,0 4-136 16,2 2 130-16</inkml:trace>
  <inkml:trace contextRef="#ctx0" brushRef="#br0" timeOffset="200577.1">11072 5009 296 0,'-12'-19'112'0,"12"19"-87"0,-15-11 22 0,9 9 23 16,3 2-41-16,-9 0 20 15,0 2-29-15,-9 9 17 16,3-3-21-16,-8 13 14 15,2 6-17-15,0 2 12 16,6 0-14-16,-3 3 10 16,6-3-12-16,7-6 6 15,8-4-8-15,5 0 9 16,7-6-9-16,6-8 7 16,3 3-7-16,3-8 4 15,3 3-6 1,-6-14 7-16,2 6-8 0,1-19 3 15,-3 8-4-15,-6-8-4 16,-3 6 0-16,0-3-4 16,0 5 3-16,-9 10 1 15,0 1 1-15,-6 10 13 0,3 3-7 16,-3 6 11 0,0 1-10-16,-3 7-1 0,6-1-4 15,-3-3-24-15,3-2 13 16,3-3-88-16,3-2 54 15,0-3-47-15,5-3 52 16</inkml:trace>
  <inkml:trace contextRef="#ctx0" brushRef="#br0" timeOffset="200848.15">11274 4908 444 0,'-18'-3'165'0,"18"3"-129"0,-15 6 13 0,12-4 14 15,3 4-38-15,-3 2 22 16,3 2-28-16,0 3 12 16,6 9-18-16,0 4 1 15,3 6-8-15,0-6 12 16,0 6-10-16,-3 2 16 16,0-2-14-16,-6-5 2 15,0-6-7-15,-6 3 4 16,0-6-6-16,-6 1 3 15,3 2-3-15,-6-8-41 16,3 3 20-16,1-6-32 16,2-2 28-16</inkml:trace>
  <inkml:trace contextRef="#ctx0" brushRef="#br0" timeOffset="201281.74">11587 4950 324 0,'0'-5'123'0,"0"5"-95"0,-3-5 22 0,0 2 24 16,6 6-43-16,-6-3 19 15,3 0-30-15,-3 0 11 16,0 5-18-16,-6-5 10 16,3 5-13-16,-3 6 17 15,6 5-15-15,-9 5 16 16,6 0-16-16,0 3 13 16,3 2-14-16,-3 6 6 15,6-3-10-15,-6-2 7 16,6-3-8-16,-6-3 10 15,6 3-9-15,-3-9 5 16,3 4-7-16,-6-1 4 16,3 1-5-16,-6-6 5 15,4 0-6-15,-7-7 3 16,3 4-3-16,-6-4-44 16,6 2 23-16,-3-8-38 15,6 2 33-15</inkml:trace>
  <inkml:trace contextRef="#ctx0" brushRef="#br0" timeOffset="201582.31">11697 5009 420 0,'-21'2'156'0,"21"-2"-121"0,-18 37 14 0,12-24 20 15,6 3-41-15,-6 8 24 16,3-3-31-16,-3 6 16 15,6-1-22-15,3-2 5 16,3-8-11-16,6 0 8 16,6-3-10-16,9-5 12 15,2 0-11-15,1-8 5 16,-3-3-8-16,-3-10 4 16,0 2-5-16,-9-10 0 15,-1-3-2 1,-11-10-2-16,-3 2 1 0,-14 1-48 15,-1 9 26-15,-9 1-35 16,3 8 32-16</inkml:trace>
  <inkml:trace contextRef="#ctx0" brushRef="#br0" timeOffset="202122.76">12218 4961 288 0,'0'-21'110'0,"0"21"-86"0,-3-8 27 16,0 8 27-1,3 0-44-15,-6 0 19 16,3 0-32-16,-6 0 6 16,0 0-16-16,-3 5 16 15,0 6-15-15,-9 10 27 16,6 3-22-16,-2 5 20 16,5 3-21-16,-6 15 14 15,3-7-17-15,3-3 10 0,9-3-13 16,3-7 6-16,3-3-9 15,9-9 4-15,3 4-6 16,6-14-2-16,-1 3-2 16,7-8-56-16,3 3 30 0,6-6-45 15,-1-5 40 1</inkml:trace>
  <inkml:trace contextRef="#ctx0" brushRef="#br0" timeOffset="202314.21">12444 5024 492 0,'3'0'184'0,"-3"0"-143"0,33 30 12 0,-30-20 9 16,-3 3-38-16,-3 11 6 15,0 3-19-15,0 2 3 16,3 0-9-16,-3-11-15 16,0 4 4-16,3-7-164 15,3-1 92-15,0-4-115 16,0-2 111-16</inkml:trace>
  <inkml:trace contextRef="#ctx0" brushRef="#br0" timeOffset="202446.37">12497 4839 520 0,'3'-32'192'0,"-3"32"-149"0,27 0-15 15,-24 0-56 1,3 3 8-16,-3 8-31 15,3 2 29-15</inkml:trace>
  <inkml:trace contextRef="#ctx0" brushRef="#br0" timeOffset="202808.14">12843 5030 520 0,'-3'-35'195'0,"3"35"-152"0,-60 11-3 0,42 0 5 16,6-6-31-16,-11 11 18 16,2 2-18-16,-9 14-3 15,9-6-7-15,3 1 6 16,9-6-6-16,3-2 14 16,6-1-10-16,6-5 7 15,6-5-8-15,6 0 2 16,6 3-5-16,0-11 0 15,3 0-2-15,-4 0 1 16,-2 0-2-16,-3-6-1 16,-3 6 1-16,-3 6-1 15,-3-4 0-15,-3 6 0 16,0 6 0-16,-6-4-9 16,3 3 5-16,3-2-56 15,3 2 33-15,5-10-39 16,1 7 38-16</inkml:trace>
  <inkml:trace contextRef="#ctx0" brushRef="#br0" timeOffset="203071.43">13081 4614 472 0,'15'-55'178'0,"-15"55"-138"0,38 0 2 0,-29 8 14 15,-3-3-35-15,6 21 30 16,0 1-30-16,-3 7 1 16,0 3-13-16,-9 11 5 15,0 2-8-15,-12 19 16 16,0 0-12-16,-3-8 2 16,3-11-7-16,0-5-29 15,4-5 12-15,-4-14-147 16,6-2 88-16,-6-14-94 15,6 1 95-15</inkml:trace>
  <inkml:trace contextRef="#ctx0" brushRef="#br0" timeOffset="203209.06">13006 4993 552 0,'3'-35'206'0,"-3"35"-160"0,12-10 0 16,-6 7-5-1,0 3-29-15,6-8 4 16,3 5-11-16,9 1-24 15,0 2 10-15,5 0-24 0,4 0 19 0</inkml:trace>
  <inkml:trace contextRef="#ctx0" brushRef="#br0" timeOffset="203403.05">13408 5075 504 0,'18'5'189'0,"-18"-5"-147"0,-39 34 11 0,31-20 6 15,8-1-37-15,-3 0 5 16,3 3-17-16,-3 0 1 16,3 2-7-16,-3-2-11 15,3 3 4-15,0-14-143 16,6 3 81-16,-6-11-102 16,3 1 96-16</inkml:trace>
  <inkml:trace contextRef="#ctx0" brushRef="#br0" timeOffset="203526.72">13450 4739 436 0,'-21'-64'162'0,"21"64"-126"0,30-24-12 15,-24 19-44 1,3 10 5-16,-3-2-24 16,3 8 22-16</inkml:trace>
  <inkml:trace contextRef="#ctx0" brushRef="#br0" timeOffset="204090.21">13501 5141 420 0,'-9'24'159'0,"9"-24"-124"0,9 29 24 0,-6-21 20 16,0 2-46-16,2-2 18 15,1 5-31-15,3-5 15 16,0 3-20-16,3-3 14 15,3 0-16-15,0-5 6 16,3 2-11-16,0-5 2 16,0 0-6-16,-4-5-4 15,4 2-1-15,-3-5-50 16,0 0 28-16,-3-3-99 16,0 3 69-16,-6 1-69 15,0 1 70-15,-6 1-35 16,0 5 51-16,-3-3 2 15,3 6 20-15,-3-3 53 16,6 0-20-16,0 0 61 16,3 0-45-16,0-3 41 15,3 3-44-15,3-5 30 16,2 2-36-16,-2-2 22 16,3-3-28-16,0-5 14 15,0 0-20-15,-3-11 8 16,0 5-13-16,-6-7 0 15,3 5-6-15,-9-3-2 16,3 8 0-16,-6 0-1 0,0 6 0 16,-3 4 6-16,0 1-3 15,-6 10 10-15,3 3-7 16,0 11 8-16,3 2-8 16,0 5 3-16,3 3-5 15,0 1 2-15,3-4-3 16,3 3-6-16,6-2 1 0,3-6-91 15,0-8 50 1,-6-2-66-16,0-1 63 0</inkml:trace>
  <inkml:trace contextRef="#ctx0" brushRef="#br0" timeOffset="207258.15">8351 7056 280 0,'-9'3'104'0,"9"-3"-81"0,6 13 23 0,-3-7 27 16,0-1-41-16,-3 3 27 16,3 2-36-16,-3 4 22 15,3 2-26-15,-3 2 14 16,3 3-19-16,-3 6 10 16,0 2-14-16,-3 0 6 15,0 3-9-15,-3-1 2 16,0 1-5-16,-3-3 2 15,3-2-3-15,-3-3 0 32,6-3-1-32,-3-3-32 0,3 1 16 0,0-9-142 15,6 1 86-15,3-8-84 16,3-1 88-16</inkml:trace>
  <inkml:trace contextRef="#ctx0" brushRef="#br0" timeOffset="209135.51">8357 7109 296 0,'9'-2'110'0,"-9"2"-86"0,12-6 7 0,-6 4 9 16,0 4-24-16,3-4 16 15,3 2-18-15,3-6 10 16,2 4-14-16,10-3 4 16,0 2-9-16,6-2 2 15,-1 5-4-15,10-3 3 16,-6 3-4-16,6 0 1 15,-4 0-1-15,19-3-2 16,-1 3 1 0,7-2 3-16,-4 4-2 0,1-2-1 15,-7 3 0-15,7-3-1 16,-3 3 0-16,23-3 0 16,-6 0 0-16,16-3 2 15,-10 3-1-15,42-5 2 16,-3 2-2-16,9-5-3 15,-12 3 1-15,15-6 1 16,-9 3 0-16,6-2 0 16,-18 4 0-16,12-4 2 15,-9 2-1-15,21-3 2 0,42 3 0 16,-36 0 5 0,-6 3-4-16,-3 0 5 15,-18 5-6-15,3-3 1 16,-15 6-2-16,-3-3-2 15,-14 0 1-15,2 0 1 16,-8 0-1-16,41-5 2 0,-6 2-2 16,6-5-1-16,-15 0 1 15,-18-3 1-15,-20 4-1 16,2-7-1-16,-8 4 1 16,8-4-1-16,-2 4 0 15,-1-3 2-15,-5 5-1 0,-4-6 2 16,-2 7-2-16,20-12 2 15,1 3-2-15,-13 0 2 16,-11 6-2-16,-10 2 2 16,-5 5-2-16,-3-2 2 15,-3 5-2 1,20-5-1-16,-2 2 1 16,-12-2-1-16,-10 5 0 0,-2-6 0 15,-3 6 0-15,0-2 0 16,3-1 0-16,8-2 0 15,1 2 0 1,-6-2 0-16,-6 5 0 0,-3-3 0 16,-3 6 0-16,-4-3 0 15,1 2 0-15,6 1 2 16,0 2-1-16,0 1 6 16,0-1-4-16,-3 3 8 15,0 2-7-15,-4 1 3 16,-2 0-4-16,-3 2 5 15,3 5-5-15,0 17 12 16,0-1-8-16,-6-5 5 16,3-2-7-16,-3-3 7 0,0-1-8 15,0 17 8-15,3 0-8 0,0 2 3 16,0 3-4-16,3 5 0 16,-3 3 1-16,3 0 0 15,0-3-2-15,2-5-2 0,1-8 3 16,0-2-2-16,0-6 2 15,3-3-2-15,0-2 2 16,0-5-2-16,0-1-1 16,-3-2 1-16,0-3-1 0,-4 1 2 15,1-4 1 1,-3 1-1-16,-6-3 1 0,-3-3 0 31,0 0-1-31,-8-2-2 16,-1 2 1-16,-9-5-1 15,0 0 0-15,-15-5 2 0,-8 0-1 16,-10-3-1-16,-11 2 1 16,-7 4-1-16,4-1 0 15,-4-2 0-15,-14 0 0 0,-9-1 0 16,2 6 0-16,1-2 0 16,-9-4 0-16,-9 4 0 15,0 4 0-15,2-2 0 16,-5-2 2-16,6 2-1 15,9 2-1 1,-15-2 1-16,12 3-1 16,-30-3 0-16,12 5-3 15,17-5 2-15,4 3 1 16,-21-6 2-16,9 6-1 0,6-3-1 16,6-3 1-16,-7-2-1 15,1 2-3-15,15 1 2 16,9 2 1-16,-13-3 0 15,13 0 0-15,-24 1 2 16,8 2-3-16,4 0 0 16,6-3 1-16,-3-2 0 0,-7 2 0 15,7 3 0-15,9 0 0 0,2 0 0 16,4-3 0-16,-7-2 0 16,-5 3 0-16,15-1 0 31,2 6 0-31,-5-3 2 15,-1-6-1-15,1 1-1 0,-3 0 1 16,-1 2-1-16,10 3-3 16,17 0 2-16,-14-3 1 31,-69-2 0-15,30 2 0-16,17 1 0 15,13-3 0-15,11 2 0 16,10 0-3-1,2 1 2-15,-5-4 1 0,8 6 0 16,-12-2 2-16,10-1-3 0,5 0 0 16,4 1 1 15,-10-4 0-15,12 1 2-1,9 5-1-15,4-5-1 0,8 2 1 16,3-2-1-16,3 2 0 0,3 1 0 15,3 2 0-15,0-3 0 16,0 3 0-16,0 0-18 16,3 3 10-16,0-1-14 15,0 1-80-15,0-3-35 16,6 3 69-16</inkml:trace>
  <inkml:trace contextRef="#ctx0" brushRef="#br0" timeOffset="209994.76">8690 7207 244 0,'-3'0'90'0,"3"0"-70"0,6 3 19 0,-6-3 27 15,3 3-37-15,0-1 35 16,3 6-38-16,-3 0 29 16,3 3-32-16,-3 2 20 15,3 5-26-15,-3-2 12 16,0 3-18-16,0-3 8 16,0 0-11-16,-3-1 2 15,3 1-6-15,-3-5 0 16,0-1-2-16,-3-2 1 15,3 3-2-15,-3-6-27 16,3 1 14-16,-3-6-129 16,3 2 77-16,0-7-80 15,3 0 83-15</inkml:trace>
  <inkml:trace contextRef="#ctx0" brushRef="#br0" timeOffset="210787.65">8729 7170 148 0,'6'-2'57'0,"-6"2"-44"0,12-3 34 0,-9 0 42 15,0 6-48-15,3-3 30 32,0 0-43-32,3 0 16 15,0 0-26-15,3 0 17 0,3 0-20 0,5 0 12 16,4 0-16-16,6-3 10 15,0 3-12-15,11-2 6 16,1 2-8-16,6-3 2 16,-1 3-5-1,4-5 2-15,-3 2-3 0,5-5 3 16,-2 5-4 0,-1 1 1-16,-2 2-1 0,-3 0-2 15,-4 2 1-15,1 1 1 16,-3 0-1-16,-4-1 8 15,-2 1-5-15,0-3 8 16,0 3-8-16,-7-3 3 16,-2 0-4-16,0 0 3 15,0 0-4-15,-6 0 1 16,-1 2-1-16,-2 1 3 16,0 2-3-16,-6 1 8 15,0-1-6-15,-3 3 10 16,3 0-8-16,0 2 10 15,0 4-9-15,3 1 10 16,0 1-10-16,3 5 7 16,-1-2-7-16,1 0 7 0,3-4-8 15,-3 1 1-15,0 0-4 16,-3-3-6-16,3 1 1 16,-6-4 8-16,0 3-4 15,-6-5 11-15,0 3-7 0,-9-3-1 16,3 0-3-16,-15-3 1 15,3 0-2-15,-15-2 2 16,6 0-2-16,-14-3-1 16,2 2 1-16,-15-4-1 15,4 2 0-15,-25-6 2 16,10 6-1 0,-7-2-1-16,13 2 1 15,-10-3-1-15,10 0 0 0,-10-2 0 16,13 5 0-16,-7-5 0 15,15 5 0 1,-2-5 0-16,11 5 0 0,-3-3 0 16,10 3 0-16,-4 0-5 15,9 5 3-15,-3 1-10 16,9 1 7-16,-2-1-49 16,5 2 30-16,3 0-29 15,6 0 30-15</inkml:trace>
  <inkml:trace contextRef="#ctx0" brushRef="#br0" timeOffset="211172.13">10197 7334 392 0,'-6'-10'148'0,"6"10"-115"0,6-8 11 16,-6 5 0-1,3 6-28-15,0-3-27 16,0 0 4-16,-1 0-23 16,4 0 17-16</inkml:trace>
  <inkml:trace contextRef="#ctx0" brushRef="#br0" timeOffset="211312.76">10447 7363 428 0,'6'-18'162'0,"-6"18"-126"0,14-11-6 0,-8 9-14 16,0 2-14-16,3-6-100 15,3 6 54-15,-3-2-82 16,3 4 72-16</inkml:trace>
  <inkml:trace contextRef="#ctx0" brushRef="#br0" timeOffset="211451.39">10682 7371 368 0,'-6'-5'140'0,"6"5"-109"0,0-8 11 0,0 5-1 15,3 3-25-15,0-2-46 16,3 2 15-16,-3-3-35 15,3 6 29-15</inkml:trace>
  <inkml:trace contextRef="#ctx0" brushRef="#br0" timeOffset="212231.21">12625 7141 236 0,'3'3'90'0,"-3"-3"-70"0,3 5 41 0,-3-2 46 16,3 2-58-16,0 3 36 15,3 3-51-15,0 4 24 16,0 4-34-16,0 5 10 16,3 2-20-16,-3 3 3 15,3 0-10-15,-3-5 2 16,0 0-5-16,0-3 0 15,0 0-2-15,-3-7-43 16,0-4 22-16,0-5-37 16,0 1 33-16</inkml:trace>
  <inkml:trace contextRef="#ctx0" brushRef="#br0" timeOffset="212992.76">12709 7120 312 0,'3'-8'118'0,"-3"8"-92"0,18-5 17 15,-12 2 27 1,3 6-40-16,2-6 26 16,4 3-34-16,3-5 7 15,3 2-18-15,6-2 7 16,0 0-10-16,8-6 6 15,-2 6-7-15,6-6-2 16,-1 6-3-16,10 0-2 0,0 2 1 0,2 0-1 16,-5 3 0 15,0 0 2-31,-4 3-1 0,7-3-1 0,-9 3 1 0,2-1-1 16,1 1 0-1,0-1 0-15,-1 1 0 16,-2 0 0-16,-6-1 0 0,-1 1 0 15,-2 2 0-15,-6-2 0 16,0 0 0-16,-3-1 2 16,-3 4-1-16,-4-4 4 15,1 3-3-15,-3 1 4 16,0 2-4-16,-3-3 6 16,0 3-5-16,-3 0 6 15,0 2-6-15,0 1 8 16,3 2-7-16,-3 1 8 15,0 1-8-15,0 1 5 16,3 0-5-16,-6 0 9 16,-1 5-7-16,-2 3 5 15,3 0-6-15,-3-3 7 16,6-3-8-16,-3 1 1 16,3-3-3-16,-9 0 7 0,3 2-5 15,-3-2 12 1,3 0-9-16,0-3 3 15,0-2-6-15,-6-1 0 0,3 1-2 0,-11-3 1 16,2 0-2-16,-18-3 2 16,3 0-2-16,-15 1-1 15,4 2 1 1,-7-3 1 0,6 3-1-16,-14-3 4 15,5 1-3-15,-8-6 1 0,5 0-1 0,-17-3 1 16,8 3-2-16,-14-3 2 15,14 1-2-15,-5-1-1 16,11 0 1-16,-14-2-48 16,14 2 26-16,6 1-35 15,13 4 32-15</inkml:trace>
  <inkml:trace contextRef="#ctx0" brushRef="#br0" timeOffset="-214743.23">9941 7043 108 0,'-6'3'41'0,"6"-3"-32"0,-3 5 28 0,0-2 11 16,3-1-6-16,0 1 1 15,-3 0-10-15,-3-3-3 16,0 2-1-16,0-2 10 16,3 0-21-16,-3 0 1 15,0 0-5-15,3-2-1 16,0-1-3-16,0-2 1 15,3-3-6-15,3-3 1 0,3 1 1 16,-3-1-6-16,9-10-2 0,3-11-3 31,6 3 3-31,-1-5 4 16,4 5-1-16,3-3 4 16,-3 8-4-16,3-5-5 15,-4 10 1 1,4-2-6-16,0 8 5 15,-3 0 10-15,-3 5-4 0,-3-3 9 16,-1 6-8-16,10-6 3 0,3 6-4 16,3-3 5-16,-4 6-5 15,4-6 6-15,0 5-6 0,3-2 6 16,-4 5-6 0,4-6 1-16,-3 4-2 15,-3-6 3-15,-1 5-3 0,-5-5 4 16,-3 3-4-16,-3-3 8 15,0 0-6 1,-3-5 8-16,0 2-8 0,-7-5 5 16,1 6-5-16,-3-14 0 15,0 3-2-15,-6-6 1 16,3 6-2-16,-6-5 2 16,3 5-2-1,-3-3-1-15,0 8 1 0,-3-8-4 16,3 8 2-16,-3 0 1 15,6 8 0-15,-6 0-3 16,6 3 2-16,-2 0 1 16,2 5 0-16,0-3 2 15,5 3-1-15,4 0 15 16,6 0-9-16,12-2 21 16,3 2-15-16,6 2 15 15,-4 3-15-15,1 3 8 16,-3 0-12-16,-3 3 4 15,-7-1-8-15,-5 6 2 16,0-2-4-16,-6 1-15 0,-3 1 6 16,-6 6-182-16,3-1 103 0,-6 2-135 15,3 1 126 17</inkml:trace>
  <inkml:trace contextRef="#ctx0" brushRef="#br0" timeOffset="-213906.94">11256 5929 300 0,'-3'-10'112'0,"3"10"-87"0,3-3 13 0,-3 3 21 16,3 3-34-16,0 2 38 15,0 3-36-15,0 8 33 16,3 2-34-16,-3 6 19 0,3 0-25 0,0 5 8 31,0-2-16-31,-3-4 3 0,3-1-10 16,-6 1 4-16,3-1-5 0,-6-1 0 16,3 0-2-16,-6 0-6 15,0 0 2 1,-3-5-65-16,6 0 37 0,0-11-211 15,3 1 134-15,0-9-116 16,3 0 129-16</inkml:trace>
  <inkml:trace contextRef="#ctx0" brushRef="#br0" timeOffset="-213486.56">11506 5855 332 0,'6'-2'126'0,"-6"2"-98"0,6 13 14 16,-6-8 30 0,3 3-42-16,-6 11 33 15,3-1-37-15,-9 11 17 16,3 0-25-16,-9 0 6 16,4-2-14-16,-10-1 5 15,6-2-8-15,-6-3 2 16,6-2-5-16,-3-3 2 15,3-3-3-15,3-2 0 16,6-4-1-16,1-1 1 16,2-1-2-16,6-2-3 0,2-1 1 0,4 1 1 15,3 2 0-15,0-2 8 16,3 2-4-16,6 0 14 16,0 3-10-16,0 0 3 15,-1 0-7-15,1-5 5 31,-3 2-6-31,0-5 14 0,0 3-9 16,6-3-4-16,-1 0-2 0,1 0-35 16,0 0 18-16,3 0-201 15,0 0 119-15,-4 0-133 16,-2 0 132-16</inkml:trace>
  <inkml:trace contextRef="#ctx0" brushRef="#br0" timeOffset="-212899.12">12143 6146 336 0,'-6'-5'126'0,"6"5"-98"0,15-8 25 0,-12 3 33 15,3 5-49-15,3-8 31 16,3 0-40-16,3-8 12 15,0 0-24-15,0-8 7 16,2 6-14-16,-2-11 2 16,3 2-7-16,-6 1 0 15,-3 5-2-15,-6-6-2 16,3 6 1-16,-6-8-1 16,0 10 0-16,-3-4-3 15,0 7 2-15,-3 2-1 16,3 4 0-16,-6 2 2 15,0 5 0-15,-6 6 0 16,6 5 0-16,-5 5 8 16,5 6-4-1,-3 10 16-15,3 5-11 0,3 8 16 16,6-2-15-16,0 5 9 16,3-5-11-16,6-8 2 15,3-6-6-15,3-2 0 16,5-3-2-16,4-2-24 15,0-1 13-15,0-5-114 16,0-5 68-16,2-3-69 16,-2-2 71-16</inkml:trace>
  <inkml:trace contextRef="#ctx0" brushRef="#br0" timeOffset="-212713.11">12554 6130 520 0,'0'14'195'0,"0"-14"-152"0,9 16 4 0,-9-11-4 16,3 0-29-16,-3 3 5 16,3-5-12-16,-3-1-42 15,3 6 19-15,-3-8-34 16,0 3 29-16</inkml:trace>
  <inkml:trace contextRef="#ctx0" brushRef="#br0" timeOffset="-212029.59">12608 5802 364 0,'17'-16'137'0,"-17"16"-106"0,9 0-12 16,-6 0-10-1,0 6-9-15,0 2-5 16,3-3 3-16,0 8-6 15,0 3 5-15,0 5-1 16,0 0 2-16,0 11 2 16,0-5 0-16,-3-4 4 15,3 1-2-15,-3-5 10 16,3-1-6-16,-3 1 23 0,3-1-16 16,-3-4 34-16,0-1-27 15,-3-3 33-15,3 4-31 16,-3-6 27-16,0 2-28 15,0-7 18-15,0-1-23 0,0-4 5 16,3-1-12-16,0-5 1 16,6 3-6-16,0-11 0 15,2 3-2-15,1-3 3 16,0 5-3 0,0 1 1-1,3 4-1-15,0 6-6 16,0 6 2-16,-3 2-1 0,-3 5 1 0,-3 0 8 15,0 3-3-15,-1-3 12 16,4 3-8-16,3-3 1 16,0-2-5-16,3-6 0 15,0 3-1-15,3-5-2 16,0-1 1-16,-3-7-17 16,2 3 9-16,1-9-8 15,-3 0 9-15,-6-5 3 16,-3 3 2-16,-3-3-4 15,0-2 3-15,-6-3 1 16,0 7 1-16,-6 7 2 16,0 4-1-16,-3 8 10 15,3 3-5-15,-3 5 12 16,7 1-10-16,-1 1 5 0,3 1-8 16,0 5 0-16,3 3-3 15,0-8-2-15,6 0 1 16,0-3-45-16,5-7 24 15,7-1-157-15,6 3 98 0,0-8-87 16,0 0 96-16</inkml:trace>
  <inkml:trace contextRef="#ctx0" brushRef="#br0" timeOffset="-211794.73">13245 6191 420 0,'-3'0'159'0,"3"0"-124"0,9 0 31 0,-9 0 31 15,3 0-55-15,-1 0 24 16,1 0-39-16,0 0 9 15,3-5-21-15,0-3 5 16,0-3-12-16,0-12 2 16,3 1-6-16,-3-7 0 15,0 3-2-15,0-6-30 16,3 6 15-16,3-1-131 16,0 9 79-16,0-1-82 15,3 9 85-15</inkml:trace>
  <inkml:trace contextRef="#ctx0" brushRef="#br0" timeOffset="-211020.28">13390 5956 184 0,'-26'0'71'0,"26"0"-55"0,-3 0 35 0,0 0 34 31,6 0-46-31,0 0 18 0,3 0-34 16,-6 0 18-1,3 0-24-15,-9 0 18 0,0 5-20 0,-3 0 16 16,3 3-17-16,-6 3 19 16,3 2-19-16,-3 3 17 15,6 0-17-15,-3 0 12 16,6 2-15-16,-3-2 10 16,6-3-12-16,0-2 11 15,6 2-12 1,-3 0 7-16,0 3-8 0,3-5 9 15,0 2-9-15,0-2 10 16,3-1-10-16,-6-2 12 16,3 3-11-1,-6 2 7-15,3 0-8 16,-6-2 7-16,0-3-8 0,-3-3 3 16,0 0-5-16,-6 1 0 15,0-1-2-15,-12 0-4 16,6 1 1-16,-11-4-37 15,5 3 21-15,-6 1-178 16,6 2 108-16,3 0-111 16,7 0 114-16</inkml:trace>
  <inkml:trace contextRef="#ctx0" brushRef="#br0" timeOffset="-209173.69">14057 6033 212 0,'-6'5'82'0,"6"-5"-64"0,3 8 20 16,-3-3 29 0,3 0-37-16,0 6 39 15,3 2-41-15,-3 3 33 16,3 3-35-16,-3 2 22 16,3 0-28-16,-6 0 11 15,0-5-17-15,0 2 14 16,0 1-16-16,-6-3 13 15,6-3-14-15,-3 3 8 16,0-8-11-16,0-3 2 0,0-2-6 0,-6-6 5 16,6 1-6-16,-3-6 3 15,3 0-3-15,-6-8-2 16,0 0 0-16,0-11-1 16,4 1 0-16,-1-16 0 15,6 5 0 1,3-8 0-16,5 5 0 15,10-10 0-15,3 7 0 0,0 12-3 16,3 4 2-16,-3 6-1 16,-3 10 0-16,-1 3 4 15,1 6-1-15,-6 2 2 16,0 5-2-16,-12 3 2 16,0 5-2-16,-6 6-20 15,0 7 10-15,-6 1-109 16,3 2 65-16,-3-3-67 15,6-7 68 1</inkml:trace>
  <inkml:trace contextRef="#ctx0" brushRef="#br0" timeOffset="-208877.7">14310 5876 388 0,'18'-18'145'0,"-18"18"-112"0,30-21 23 16,-21 13 31-16,0 5-50 15,0-5 27 1,3 0-38-16,-4-2 8 0,4-4-20 0,-9 1-4 16,0 3-6-16,-9-1-3 15,3 3 0-15,-9 3-1 16,4 2 0-16,-10 6 2 16,6 2-1-16,-6 3 8 15,6 5-5-15,0 3-1 16,3 3-2-16,3 4-4 15,3 1 2 1,3 5-12-16,3 3 6 0,3-8-84 16,6-3 50-1,6-5-58-15,3-3 57 0</inkml:trace>
  <inkml:trace contextRef="#ctx0" brushRef="#br0" timeOffset="-208657.23">14596 5892 484 0,'-18'6'181'0,"18"-6"-141"0,-6 2 20 16,3-2 25-1,6 0-51-15,-3-2 17 16,0-4-30-16,0-2 1 16,6-2-13-16,0-3-1 15,3 5-5-15,0-6-11 16,3 4 5-16,-3-3-66 15,3 2 39-15,3-5-46 16,-1 6 44-16</inkml:trace>
  <inkml:trace contextRef="#ctx0" brushRef="#br0" timeOffset="-208351.99">14971 5617 348 0,'-6'-8'132'0,"6"8"-103"0,-3 13 23 0,0-7 31 15,6 2-48-15,-3 2 37 16,3 3-43-16,0 1 23 16,3 2-30-16,0-1 12 15,0 1-19-15,-6 0 11 16,3 3-15-16,-6-1 10 15,3 1-12-15,-6 2 0 16,0 3-6-16,-6 0-2 16,6 2 0-16,-6-2-50 15,3 0 27-15,0-3-196 16,6-3 121-16,3-7-115 16,3-1 122-16</inkml:trace>
  <inkml:trace contextRef="#ctx0" brushRef="#br0" timeOffset="-208021.86">15251 5810 488 0,'9'-8'181'0,"-9"8"-141"0,9-2 11 0,-6-6 10 16,3 8-38-16,0-6 9 16,-1 1-20-16,-2-5 3 15,0 2-10-15,-3-6 0 16,0 6-3-16,-6 1-2 15,4 4 1-15,-7 3-1 16,0 3 0-16,-9 2 2 16,3 5-1-16,-9 1 13 15,6 2-8-15,3 3 17 16,9 0-13-16,-3 5 7 16,6 3-10-1,3 0 0 1,3 0-4-16,3-3 0 0,6-3-1 0,3-7-30 15,0-3 15-15,6-11-109 16,0 0 67-16,3-10-64 16,2 0 69-16</inkml:trace>
  <inkml:trace contextRef="#ctx0" brushRef="#br0" timeOffset="-207704.71">15611 5448 528 0,'12'-11'198'0,"-12"11"-154"0,6 45 9 16,-9-26 11 0,0-1-40-16,-6 11 18 15,0 3-26-15,-3 0 5 16,6 0-12-16,-12 5-3 0,3-3-4 0,-8-5-17 16,5-2 8-16,-6-6-48 15,6-3 31-15,-3-7-43 16,6-1 39-16,0-4-24 15,7-4 30-15,8-4 14 16,8-1 6-16,10-2 42 16,3 2-22-16,6-2 19 15,0 2-21-15,0-5-7 16,-1 6-5 0,-2-1-98-16,-3 3 51 0,3 3-75 15,0 2 67-15</inkml:trace>
  <inkml:trace contextRef="#ctx0" brushRef="#br0" timeOffset="-206924.09">8259 7940 260 0,'6'-2'99'0,"-6"2"-77"0,9 7 29 0,-9-4 42 15,3 2-51-15,0 3 35 16,0 3-45-16,0 7 24 16,0 1-32-16,0 7 14 15,0 4-22-15,0 12 4 16,0-2-11-16,-1-3 1 16,4-3-6-16,-3 3 2 15,3-3-3-15,-3-7-39 16,3-6 19-16,0-2-33 15,0-4 29 1</inkml:trace>
  <inkml:trace contextRef="#ctx0" brushRef="#br0" timeOffset="-205242.47">8345 7961 132 0,'-3'3'52'0,"3"-3"-41"0,3 3 0 0,-3-3 22 16,3 2-19-16,0-2 51 15,3 0-36-15,0 0 41 16,3 0-39-16,3-2 21 16,0-1-30-1,3 0 17-15,3 3-23 0,5-2 7 16,4 2-13-16,6-3 3 16,0 6-8-16,11-3 4 15,-5 0-5 1,6 0 0-16,-1 0-2 0,7-3 3 15,-7 3-3-15,4-3 1 16,-3 3-1 0,5 0-2-16,-2 3 1 15,23-3-1-15,-2 3 0 0,17-6 2 16,-2 3-1-16,17-3 2 16,-9 3-2-16,21-2-1 15,-12-1 1 1,21-2-1-16,-11 2 0 0,19-2 0 15,-7 2 0-15,16-2 2 16,-14 2-1-16,12 1 4 16,-18 4-3-1,12-2 6-15,-12 6-5 0,6-1 3 16,-14 0-3-16,8-2 0 0,-12 2-1 16,9-2 3-16,-15-1-3 15,27 1 6-15,-15 0-5 16,12-1 3-16,-18 4-3 15,6-4 0-15,-17 1-1 0,14-3-2 16,-12 3 1-16,6-3 1 16,-11 0-1-16,11-3 2 15,-9 3-2-15,9-3 6 16,-15 3-4-16,102-2 3 47,-21-1-3-47,-39-2-2 15,-9 2 0 1,74 0 16 0,-124 3 4 15,8 3-10-15,-6 0-3-1,-2 2-6-15,-25-2 1 16,-11-1-2-16,30 4 13 31,-37 1-6-15,-8-1 1-1,0 2-5-15,-9 0 2 16,0 5-4-16,-6 3 1 16,0 2-1-16,-9 3 3 0,3 3-3 15,-6 21 4-15,0 6-4 16,3-4 4-16,3-5-4 0,0-7 1 15,3-3 1-15,-3-9 0 16,6 1-2-16,0-3-2 16,-3-2 7-16,-3-6 3 15,3 0-5 1,-6-2-3 0,-3 0-6-16,-6-4 0 0,-3-1 2 15,-6-1 3-15,-6 0-2 0,-5-5 0 16,2 3 1-16,-18-8 2 15,-14 2-1-15,-16 0-1 16,-2 3-2-16,-9 0 1 0,-7-2 1 16,-17-1 0-16,3 3 0 0,-9-3-3 15,-15 1 2-15,-3 2 3 16,3-3 1-16,-18 1-4 16,4 7 1-16,-4-5-2 15,-12 2 0-15,6 1 4 16,1-3 1-16,17 3-6 31,3 2 2-31,-24-5 0 0,-3 5 5 16,33-5-2-1,3 3-1-15,-23-3-5 0,8 3 4 16,24-3 5 0,3 0-3-16,-21-3 1 0,9 6-6 0,12-3 0 15,5-3 1-15,10 3 1 16,3 3 1-1,-3-3 0-15,17 0 0 16,-14 0 0 0,15 0 0-16,-9 0 0 15,14 5 0-15,10-5 0 0,20 3 0 0,-5-3 0 16,8 0 0-16,-50-3 0 16,11 6 0-16,16-1 0 15,20 4 0-15,1-4 0 16,8 1 0-16,-33-3 0 15,7 2 0-15,0-2 0 16,14 0 0-16,3 0-3 16,16 0 2-16,-1 0-4 15,6 0 3-15,-9 0 1 16,4 3 1-16,8-3 8 16,6 0-4-16,-9 0 10 15,6 0-8-15,6 0-3 0,3 0-13 16,1 0-4-1,2 3 7-15,0-3 3 16,3 2 4-16,0 1-20 16,3 2 11-16,0 1-93 15,3-1 56-15,0-2-60 16,3 2 61-16</inkml:trace>
  <inkml:trace contextRef="#ctx0" brushRef="#br0" timeOffset="-203246.51">8247 6046 228 0,'-3'-16'85'0,"3"16"-66"0,3-16 41 0,-3 11 46 15,3 2-57-15,-3-2 29 16,0 5-47-16,-3-3 19 15,3 3-29-15,-6 5 13 16,3 3-20-16,-6 8 14 16,6 3-15-16,-6 5 15 15,6-1-16-15,-6 6 13 16,6 1-14-16,3-1 15 16,3 0-16-16,6 5 11 31,3 1-12-31,3-6 4 0,3-6-8 0,3 1 2 15,2-5-4-15,4-9 0 16,0-2-1-16,9-8-28 16,0 0 14-16,-7-8-85 0,1 0 53 15,-9-5-44-15,-3 5 51 16</inkml:trace>
  <inkml:trace contextRef="#ctx0" brushRef="#br0" timeOffset="-203061.01">8223 6271 376 0,'-3'-16'143'0,"3"16"-112"0,21-6 36 0,-12 4 34 16,0 2-57-16,6-3 12 15,3 1-34-15,2-4-2 16,4 1-12-16,3-6-3 16,0 6-3-16,-6-6-76 15,-3 6 40-15,-7 0-59 16,-2 2 53-16</inkml:trace>
  <inkml:trace contextRef="#ctx0" brushRef="#br0" timeOffset="-202893.46">8286 5988 436 0,'17'-45'165'0,"-17"45"-129"0,27-27 19 16,-18 19 5-1,3 6-36-15,6-6-1 16,0 0-14-16,6-3-50 15,2 6 22-15,10 2-40 0,-3 6 34 0</inkml:trace>
  <inkml:trace contextRef="#ctx0" brushRef="#br0" timeOffset="-202658.09">8804 6220 464 0,'14'-2'176'0,"-14"2"-137"0,9-6 17 0,-3 4 8 16,0 2-40-16,0-6 0 15,3 4-15-15,0-3-6 16,3 2-2-16,-3 0-78 15,3 3 42-15,-9 0-59 16,0 0 54-16</inkml:trace>
  <inkml:trace contextRef="#ctx0" brushRef="#br0" timeOffset="-202460.61">8756 6292 452 0,'6'0'170'0,"-6"0"-132"0,24 2 33 0,-18-2 30 15,3 3-58-15,2-6 12 16,4 1-33-16,6-6 0 16,0 3-13-16,3-3-1 0,0 2-5 15,5-4-4-15,1 4 0 16,-6 1-63-16,-3 3 35 31,-3-1-50-31,0 3 45 0</inkml:trace>
  <inkml:trace contextRef="#ctx0" brushRef="#br0" timeOffset="-201445.8">9268 5853 404 0,'-6'-19'151'0,"6"19"-118"0,12-5 11 0,-6 2 18 16,0 6-37-16,0-1 27 16,0 4-30-16,-3 10 26 15,3 2-27-15,-3 17 18 31,3-4-23-31,-4 6 12 0,1 0-17 0,-3 6 8 16,3-4-11-16,-3-7 2 16,0-3-6-16,-3 0 2 15,0-2-3-15,-2-3-2 32,2-3 0-32,-3-5-37 0,3 0 20 0,-3-9-149 15,3-1 90-15,0-9-88 16,6 3 94-16</inkml:trace>
  <inkml:trace contextRef="#ctx0" brushRef="#br0" timeOffset="-201065.18">9512 5868 384 0,'-3'-26'143'0,"3"26"-112"0,6 3 12 0,-9-1 25 15,3 4-41-15,-3 4 39 31,0 6-39-31,-9 13 22 0,0-2-28 0,-3 2 8 16,3 2-17-16,-5 4 14 16,2-1-16-16,-3-5 9 15,6-5-11-15,-6 0 4 16,3 0-7-16,3-8 7 16,6 0-8-16,0-1 8 15,6 1-8-15,6-5 1 31,3-3-3-31,15-3-2 0,0 0 1 0,9-5 1 16,-1 3-1-16,7-3-1 16,3 3 1-16,5-3-1 15,1 2 0-15,-9-2 0 16,-7 0 0-16,-5 0-14 16,-3 0 8-16,-9 0-178 15,0 3 101-15,-6 0-135 16,-3 5 124-1</inkml:trace>
  <inkml:trace contextRef="#ctx0" brushRef="#br0" timeOffset="-199339.63">10905 8898 360 0,'-6'-11'134'0,"6"11"-104"0,3 6-8 0,-3-6-118 16,0 5 48-16,0 3-84 16,3 2 75-16</inkml:trace>
  <inkml:trace contextRef="#ctx0" brushRef="#br0" timeOffset="-199187.98">11078 9366 404 0,'-6'11'151'0,"6"-11"-118"0,26 26-6 16,-20-15-119-1,3-1 46-15,-3 9-88 16,0 2 77-16</inkml:trace>
  <inkml:trace contextRef="#ctx0" brushRef="#br0" timeOffset="-199084.26">11316 9903 280 0,'-18'35'104'0,"18"-35"-81"0,0 69-6 15</inkml:trace>
  <inkml:trace contextRef="#ctx0" brushRef="#br0" timeOffset="-198487.1">8440 10713 332 0,'-9'-11'126'0,"9"11"-98"0,-2 0 12 0,2 3 16 16,2 0-34-16,-2 2 25 15,3 3-27-15,0 10 29 16,0 6-28-16,0 16 16 16,3 0-21-16,-3 5 2 15,0 0-10-15,-3-3 1 16,3-2-5-16,-3 2 2 15,0-5-3-15,0 0 0 16,0-5-1 0,0-6-50-16,0-2 26 0,0-11-165 15,6-2 104-15,0-14-88 16,0 1 99-16</inkml:trace>
  <inkml:trace contextRef="#ctx0" brushRef="#br0" timeOffset="-197388.32">8405 10742 304 0,'-12'-10'112'0,"12"10"-87"0,-3-6 7 15,3 4-1 1,3 4-19-16,0-2 7 16,6 0-11-16,3-2 17 15,5-1-13-15,10 0 11 16,6 3-13-16,15-2 4 15,2 4-9-15,-2-2 0 0,44-2-1 16,0-4 2 0,4 4-3-16,38-6 0 15,-9 5-1-15,20-2-2 0,1 0 1 0,75-14-1 16,8 6 0-16,-24 0 0 16,-2-1 0-16,17-4 2 15,-27 5-1-15,34-6 2 16,-34 6-2-16,30-6-1 15,-29 6 1-15,23-5 1 16,-24 4-1-16,37 1 2 16,-22 0 0-16,-23 0 3 15,-4 5-3 1,22 0 0 0,-7 2 1-16,-14 1 0 15,-4-3-5-15,-5 3 1 0,-18 0 0 0,-1-6 2 16,1 3 1-16,-15 5 5 0,-15-4 3 0,-21 1 16 31,3 4-15-31,-2 7-1 0,-19 3-7 16,6 10-3-16,-23 4 0 15,-16 7-1-15,-11 2 2 16,-15-4 8 0,-4 2-6-16,-8 5 5 0,-9-2-3 15,-6 0 2-15,-6 0-1 16,-3 2 1-16,-2 8 0 0,-1 3 4 15,3 6-6 1,-3 9 1-16,3-1-2 0,3-9 0 16,3-2-1-16,6-1 0 15,3 9-2-15,3 5-2 0,0-1 1 16,3-1 1-16,3-6 1 16,-1-8-1-16,1-6-2 15,0-4 1-15,-3-6 1 16,-6-5 1-1,3-1-1 1,-12 1 1-16,-6-5-2 0,-6-6 2 16,-12-5-2-16,-11-3 2 15,-7 0-2-15,-29 1-1 0,-7-4 1 16,-11-7-1-16,-21 2 0 16,-9 3 0-16,-12-8 0 15,-24 3 0-15,3 0 0 0,-26-3 0 16,-1 3 0-16,-17-6 0 15,-4 6 2-15,7-3-3 32,8 3 0-32,-35-6 1 15,18 0 0-15,-63-2 0 0,24 3 0 16,-9-1 0-16,18 0-3 16,29 3 2-1,1 1 1-15,-51-4 2 0,27 3-1 16,29 0 4-1,7 0-3-15,-36-5 1 0,14 2-1 16,25 1 1-16,-1-1 7 16,16 1 3-16,20 2-6 0,18-3 0 15,9 6-4 1,0-6 0-16,24 6-1 0,-6-6 1 16,20 3-2-16,-5 0 2 15,12 6-2-15,17-1 2 16,10 1-2-1,5-1 2-15,9 0-7 0,13 1-56 16,5 4 32-16,9-2-44 16,9 0 42-16,21-10 15 15</inkml:trace>
  <inkml:trace contextRef="#ctx0" brushRef="#br0" timeOffset="-164558.23">1225 15026 128 0,'18'10'49'0,"0"-4"-38"0,12 2 17 0,-9-3 6 15,8 3-7-15,4 0-3 16,12 2-10-16,2-2-4 0,13 0-5 16,11-3-2-16,13 3 3 0,2-2-3 15,15-4 0-15,15-2 1 16,12-2 2-16,3-6 6 16,24-6 2-16,-3-4-1 15,20-8 2-15,1-1-4 16,21-5 1-16,-1 3-5 15,9-8 1-15,10 8-3 16,8-5 0-16,0 10-3 16,9-3-2-16,1 6 3 15,17 0 0-15,-9 0 1 16,18 5 0-16,-3-3 0 16,9 6 2-16,6-5 1 15,0 2 1-15,14-3-2 16,10-2-1-16,-3 0-3 0,14-3 1 15,10-2 0-15,-9-1 1 16,11 6 0-16,15-5 0 16,-5-1-2-16,-4 9 1 15,16 2 0-15,5 0 1 16,0-3-2-16,-5 9-2 16,70 2 1-16,-17 3-1 15,-9-3 0-15,-17 2 0 16,-4 6 0-16,6 6 0 15,6-4 0-15,-3-2 2 16,-9 3-1-16,-3 2-1 0,9 6 1 16,7-3-1-16,-1-6 0 15,-15 4 0-15,-3 4 0 16,12 6 2-16,3 0 3 16,0-3 4-16,-14 3-9 15,-4 5-4-15,6 0 2 16,3-2 0-16,-21-3-1 15,-8 0 2-15,8-3 14 16,-11-5 8-16,-19 0-1 16,7-3 0-16,-13-5-5 15,-17 5-1-15,-3-2-4 16,-24 2-1-16,-6-5-5 16,-33 6-1-16,-15-4 1 15,-11 4 2-15,-30 2-27 16,-27-1-11-16,-12-1 14 15,-27-17 8 1</inkml:trace>
  <inkml:trace contextRef="#ctx0" brushRef="#br0" timeOffset="-160830.65">9408 14753 148 0,'0'0'55'0,"0"3"-43"0,0-1 12 0,0-2 5 0,0 6-4 15,-3 2 0-15,0 2-2 16,0 1 0-16,0 2-13 16,0 3-1-16,0 2 1 0,3 4 5 15,0 1 5-15,3 1 1 16,0 5 2-16,0 0-4 16,0 1-2-16,0-4-5 15,0 1 0-15,0-1 2 16,-3-2 1-1,0 0-6-15,0 2-1 0,0 3 2 16,3 6 1-16,0 2-3 16,0 5 0-16,0 0-1 15,-3 1 1-15,0-4-4 0,3-2-1 16,0-5 1 0,0 2 2-16,0-10-3 0,0 8-2 15,0 2 2-15,0 3 0 16,-1 6 1-16,1 2 0 15,0 0-2 1,0 0 1-16,0-3-2 0,0-2 2 16,-3-3-2-16,0 2 2 15,-3-1-2-15,0 1 2 16,0 6-2-16,0 5 2 0,0 1 0 16,1-1 1-16,-4 8 0 15,0-8 0-15,0-7-2 16,0 2 1-1,0-3-2-15,0 0 2 0,0 6 0 16,0 0 1 0,3 2-2-16,0-5 1 0,0 0-2 15,-3-8 2-15,3-3-2 16,-3-5 2-16,3 3-2 16,0-5-1-16,-3 2 1 31,3 0-1-31,3 5 0 15,-3 3 0-15,0 6 0 0,0-1 2 0,3 3-1 16,-3-5 2-16,0-6-2 16,0-2 2-16,0-6-2 0,0-2 2 15,0 0-7-15,0-3 1 16,0 0 5-16,0-2 4 16,3-1-6-16,0 1 1 15,0 2-1-15,0-3 2 16,0 1-1-16,-3 0-1 15,3-4 3-15,0-4 0 16,0 0-1-16,0-6-2 16,0 0 3-16,0-5 0 15,0 0-1-15,0-2-2 16,3-1 1-16,-3 0 1 16,3 1-3-16,-6-1 0 15,3 3 1-15,0-3 2 16,0 1-1-16,0-1-1 0,3 0 1 15,-3 1-1-15,6 2 0 16,-3-3 2-16,3 3-3 16,-3-3 0-16,6 3 1 15,0 0 0 1,6 0 0-16,0 0 0 0,6 0 0 16,3 0 0-16,8 0 0 15,4-2 0-15,6 2 0 16,-1 0 2-16,4 5-3 15,0-2 0-15,-1-3 1 16,7-3 2-16,5-2-3 16,10-1 0-16,5 4 1 15,-5 2 2-15,-1-3-1 0,4-2 2 16,5-3-4-16,7 0 0 16,2 5 1-1,-6 3 0-15,-2-2 0 0,5-4 0 16,12 1 0-16,-2 2 0 15,-1 6-3-15,-6-3 2 16,4-3 1-16,11 1 2 16,0 2-1-16,-6 0 2 15,1-3-2-15,5-5-1 16,6 3 1-16,-6 5-1 16,-8 0-3-16,-4-5 2 15,6-1 1-15,0 4 0 0,-2 4 0 16,-13 4 0-16,-5-4 0 15,-4-2 0-15,3 0 2 16,4-2 1-16,-7 2-4 16,-5 2 1-16,-10 4 0 15,-5-1 0-15,-6 0-3 16,-7 0 2-16,-5-2 1 16,-6 0 2-16,-3-3-3 15,-3 0 0-15,-3-3 1 16,-3-2 2-16,-1 0-1 15,-2-3-1-15,0-3 1 16,0 0 1-16,-3-2-1 16,0 0-1-16,0 0 3 0,0-3 0 15,0 0-1-15,-3-5-2 16,0-3 1-16,-3-16-1 16,3-5 0-16,-3-5 2 15,3 0-1-15,0 0 2 16,3 5-2-16,0 2-1 15,0 1-2-15,0-8 1 16,0-9 1-16,-3-7 0 16,3 0-3-16,-3 5 2 15,0 6 1-15,-3 4 0 16,2-1 0-16,1-15 0 16,0-7 0-16,0 3 2 15,0 7-1-15,-3 9 2 16,0 5-4-16,0-6-2 0,0-5 2 15,-3-13 0-15,0 5 1 16,0 6 0-16,0 7 0 16,3 3 0-16,0 6 0 15,0-9 0-15,0-5 0 16,0-8 0-16,3 6 0 16,0 5 0-16,0 7 0 15,0 6 0-15,0 6 0 16,3-1 0-16,-3 0 0 15,0-5 0-15,3-2 0 16,0-1 0-16,0 3 0 16,0 3 2-16,0 5-3 15,-3 5-2-15,0 6 2 16,0 4 0-16,0 4 1 16,-3 2 0-16,0 5-3 15,0 4 2-15,0 1 1 0,-3 1 2 16,0 2-1-16,0 1-1 15,0 2-2-15,-3 0 1 16,3 0 1-16,0 0 2 16,-3 0-1-16,0-3 2 15,0 3-2-15,0-3-1 16,-3 3-2-16,0 0 1 16,-2 0 1-16,-4 0 2 15,0 0-1-15,-3 0-1 0,0 0 1 16,-3 0-1-16,0 0 0 15,-2-2 0-15,-7-1 0 16,-6-2 0-16,-9-1 0 16,-8 1 0-16,-7 5 0 15,1 0 0-15,2 0 0 16,-2-2 2-16,-4-1-1 16,-11 0-1-16,-4 3 1 15,1 0-1-15,6 3 0 16,-1-6 0-16,-2 1 0 15,-10-1 2-15,-2 3-1 16,6 3-1-16,5-1 1 16,-5-4-1-16,-3 2-3 15,-7 0 2-15,7 5 1 16,6-2 2-16,2-1-3 16,-2-4 0-16,-4 2 1 0,-2 0 0 15,3 5 0-15,2-5 0 16,10 2 0-16,-1-4 0 15,-5 2 0-15,-3 0 0 16,2 5 0-16,4-2 0 16,8 2 0-16,-2-5 0 15,-1 0 0-15,-2 0 0 16,-7 5 0-16,7 1 0 16,5 2 0-16,4-3 0 15,5-2 0-15,1-3 0 16,-1 0 0-16,-2 0 0 15,2 2-3-15,0 3 2 0,7 1 1 16,2-1 2-16,6 3-1 16,4 0-1-16,8 0 1 15,-6-3 1-15,9 3-3 16,4 3-2-16,2 5-104 16,3 2-45-16,0-7 76 15,9-6 40-15</inkml:trace>
  <inkml:trace contextRef="#ctx0" brushRef="#br0" timeOffset="-159887.73">9408 15325 132 0,'3'2'52'0,"0"-2"-41"0,6 0 20 0,-3 0 5 16,6-2-5-16,2-1 2 15,7 3-10-15,6-3-4 16,6 3-11-16,3 0 6 0,2 3 3 16,4 0 4-16,3-6 2 15,11 0-4-15,10 1-1 16,2-1-8-16,0 3-2 31,1-3-4-31,5-2-1 0,13-3 1 0,2 3 2 16,-3 2 1-16,-2 1 3 15,5-4 1-15,9 1 3 16,3 2-7-16,-2 3-4 0,-1-5-5 16,9 0 1-16,0 5-4 15,-6 2 1-15,-2-2 0 16,5-2 2-16,3-1 10 16,-6 6 4-16,-6-1-3 15,-5-4-3-15,2-1-3 16,3 1 0-16,-3 2 2 15,-8 2 2-15,-10 1-1 16,-2-3-1-16,2-3-6 16,3 3 1-16,1 0 2 15,-10 3 1-15,-2-1 1 16,-7-2 0-16,10 0-2 16,-4-2-2-16,1-1 1 15,-4 3-1-15,-5 0 2 16,-7 3 1-16,-8-1 1 0,-9 4 0 15,-9-1-5-15,-9 3-1 16,-13 3-94-16,-13-3-40 16,-13 2 66-16,-9 1 35 15</inkml:trace>
  <inkml:trace contextRef="#ctx0" brushRef="#br0" timeOffset="-159149.76">9342 16010 220 0,'9'-5'85'0,"6"2"-66"0,3 0-6 0,-6 3-4 16,3 0-8-16,9 0-1 15,8 0 9-15,10 0 4 16,9 3-6-16,-1-3 11 0,10 0 8 15,14-3-1-15,12 1 0 16,4 2-5-16,2-3-2 16,15-2-8-16,12 2-4 0,-6 0-3 15,12-2 0-15,12 0 0 16,-6 2 1-16,6-2-2 16,12 0-2-16,-9 2 3 15,3-2 2-15,6-1 0 16,-9 4 0-16,2-1-6 15,4 3-1-15,-6 3 12 16,-12-1 5-16,6 1-10 16,0 0-4-16,-9 2 1 15,-12-2 0-15,0-1-3 16,0 1 1-16,-11 2 0 16,-10 6 2-16,-12-6 1 15,-8 0 3-15,-4 1-1 16,-8-4 0-16,-7 1-8 15,-5 2 0-15,-9-2-52 0,-10 2-21 16,-11-2 39-16,-9 5 18 16</inkml:trace>
  <inkml:trace contextRef="#ctx0" brushRef="#br0" timeOffset="-158461.54">9622 16563 168 0,'12'5'63'0,"-3"-2"-49"0,9 2 11 0,-9 0 2 15,3 1-4-15,5-1-2 16,4 0 4-16,6-2 1 16,12-3-13-16,11 0-1 0,10 3-1 15,2 2-2-15,4 0 2 16,5-5-2-16,22 0 2 31,2 3-2-31,0-1 2 0,6-4-2 0,12-1 0 16,4 3-1-16,-1-2 0 15,12-4-2-15,3 6-1 0,-6 0-1 16,3-2 2-16,6-1 6 16,-6 6 2-16,-9-3-12 15,9-3-3-15,-3 0 4 16,-9 6 3-16,-9-3 1 15,0-3 1-15,0 3-4 16,0 0-1-16,-14 6-1 16,-10-1 1-16,-12-2 0 15,-2-3 1-15,-7 0 0 16,-5 0 2-16,-9 0-43 16,-10 2-19-16,-5 1 28 15,-12-1 15-15</inkml:trace>
  <inkml:trace contextRef="#ctx0" brushRef="#br0" timeOffset="-151657.47">2660 17436 320 0,'-18'-16'121'0,"18"16"-95"0,0 0-6 16,0 0-9-16,6 5-43 15,-6 1-16-15,0 2 22 16,0 0 13-16</inkml:trace>
  <inkml:trace contextRef="#ctx0" brushRef="#br1" timeOffset="-144813.63">9530 16682 184 0,'0'0'68'0,"3"-3"-52"0,0 1 12 0,0 2 3 16,3 2-5-16,0 1 2 16,0 0 1-16,0 2 5 15,3 0-19-15,-4 1 5 0,1-1 3 0,-3 3 1 16,-3 2 3-16,0 4-6 16,0-1-1-16,3 3-2 15,0 2 0-15,3 1 0 16,0-1-2-16,0 1-2 15,0-1-1-15,0 1-1 16,0 2 0 31,0 3-2-47,-6 0-1 0,0 2-1 0,-3 6 0 0,-3 2-2 0,-3 1-1 0,0 2-1 16,0-3 2-16,0 0-3 15,0-2 0-15,3-3 1 16,1-2 0-16,-1-3-2 15,0-3 1-15,-3 0 0 16,0 3 1-16,3-6-2 0,-3 1-2 16,0-3 3-16,0-1 0 15,3 1 1-15,-3-2 0 16,3-1-2-16,0-3 1 16,0 1-2-16,3-3 2 15,0 0-2-15,0-3 2 16,3 0-2-16,0-5-1 15,0 0 1-15,0 0 1 16,6 3-1-16,-3-3-1 16,3 0 1-16,0 0-1 15,0 0 0-15,3 0 0 0,3 0 0 16,3-3 0 0,3 1 0-16,3-1 0 0,2 0 0 15,1 1 0 1,0-1 0-16,0 1 2 0,0 2-3 15,-4 0 0-15,1 0 1 16,-3 0 0-16,3-3 0 16,0 0 0-16,6-2 0 15,2 0 0 1,-5-1 0 0,15-2 2-16,-6 3-1 0,11 0-1 15,1 0 1-15,-3 2-1 0,-4-2 0 16,1-1 0-16,3 1 0 0,-1 0 0 15,1-1 0 1,3 1 0-16,2 3 0 0,1-1 0 16,0 0 2-1,-1 3 1 1,-2-2-4-16,-4-1 1 0,4-2 0 0,3-1 0 16,2 1 0-16,1 2 0 15,0 1 0-15,-1 2 0 16,-5 0 0-1,-1 2 0-15,-5-2 0 0,0 0 0 16,0 0 0-16,2 0 0 16,7-2 0-16,2-1 0 15,1 0 0-15,0 3 0 0,-4 0 0 16,1 0 0-16,-6 0 0 16,-1 0 0-16,4 0 0 31,2-2 0-31,4 2 0 0,3 0 2 15,-1 0-1-15,-2 0-1 0,-4 0 1 16,-2 0-1-16,-3 0 0 16,-1 0 0-1,1 0 0-15,3 0 0 0,2 0 0 16,4 2 0-16,-3 1 0 16,-4 0 2-16,-2-1-1 15,-3 4 2-15,-4-1-4 16,1-2 0-16,0-1 1 15,0 1 2-15,2 0-3 16,-2-3 0-16,0 0-1 16,-1 0 0-16,1 0 2 0,-3 2 2 15,-3 1-1-15,-4 0 2 16,-2-1-2-16,0 1-1 16,-3-3 1-16,-3 0 1 15,0 0-3-15,-4 0 0 16,-2-3 1-16,0 1 0 15,-3-1 0-15,0-2 0 16,-3-1 0-16,0 1 0 16,0-3 0-16,0 3 2 15,0-3-1-15,0 0-1 16,-3-3 1-16,3-2-1 16,-3-3 0-16,0-2 0 0,-3-6 0 15,0-5 0-15,0-3 0 16,3-2 2-16,3-1-1 15,0 3 2-15,3 1-2 16,-1 2-1-16,-2 2 1 16,0 3 1-16,-3 3-1 15,-3 0-1-15,-3 0-2 16,-3-6 1-16,0 1 3 16,1-3 1-16,2 2-4 15,3-2 1-15,0 3 0 16,3-1 2-16,0 4-1 15,-1 1-1-15,1 7-2 16,-3 1 1-16,0 4 1 0,0 4 2 16,-3 1-3-16,1 2 0 15,-4 3 1-15,0 0 2 16,0 3-3-16,3 0 0 16,-3 2 1-16,3 0 0 15,-3 1 0-15,0-1 2 16,-3 0-3-16,0-2 0 15,-3 0 1-15,-3-1 2 16,-3 3-3-16,-3-2 0 16,-2 2 1-16,-7 1 0 15,0-1 0-15,-3 0 0 16,1 3 0-16,-4-3 2 16,0 1-3-16,3-1 0 0,1-2 1 15,-1-3 2-15,0 0-1 16,-5 0 2-16,-4 0-4 15,-3 2 0-15,-2 1 1 16,-1 2 2-16,3-2-1 16,1 0-1-16,5-3 1 15,3 0-1-15,1-3 0 16,-1 0 0-16,0-2 0 16,-3 0 2-16,-2-3-3 15,-7 0 0-15,1 0 1 16,-1 3 2-16,3-1-1 15,7 1 2-15,-1 0-2 16,3 2-1-16,0-2-2 16,-2 2 1-16,-4-2 1 0,-3 2 0 15,1 1 0 1,-4-1 2 0,0 0-1-16,7 1-1 0,-1-1 1 15,6 0-1-15,1 1 0 0,2-4 0 16,0 1-3-16,0 2 2 15,-2 1 1-15,-4 2 2 16,-3 0-1-16,1 0-1 16,-4 2 1-1,3 1-1 1,4 0 0-16,2-1 0 0,3-2 0 16,1-2 0-16,2-1 0 0,0 0 0 15,-3 3-3-15,0 0 2 0,-2 3 1 16,-4 2 2-1,0 1-1-15,1 2-1 16,-1 0 1-16,3 0-1 0,4-1 0 16,2-1 0-16,0-4 0 15,0 1 0-15,0-3-3 16,-2 3 2-16,-7-1 1 16,0 1 0-16,1 2 0 15,-4 1 2-15,3-1-1 16,4 3-1-16,-1 0 1 15,6-3-1-15,0-2 0 16,4-1 0-16,-1-2 0 16,3 0 0-16,0 0 0 15,3 0 0-15,0-2-3 16,1-1 2-16,-1 0 1 16,0 1 0-16,0-1 0 0,0 3 2 15,-3 0-3-15,4 0 0 16,-1 3-1-16,0-1 0 15,0-2 2-15,0 0 0 16,3 0 0-16,1 0 2 16,2-2-3-16,0-1 0 15,3 0 1-15,0 1 2 16,3-1-3-16,0 3 0 16,0 0 3-16,3 3 1 15,6 5-30-15,0 0-12 0,21-8 22 31</inkml:trace>
  <inkml:trace contextRef="#ctx0" brushRef="#br1" timeOffset="-143098.25">14397 16658 156 0,'0'-10'60'16,"2"4"-47"-16,-2 1 6 0,3 5 0 0,-3-3 9 15,0 1 6-15,-3-1-2 16,1 0-2-16,-4 3-16 16,-3 0 2-16,0 0 4 0,-3 0 0 15,0 0 3-15,-3 0-4 16,0 0-2-16,-3 3-5 15,-3 0-2-15,-5-1-2 16,-4 4 2-16,-6 2-10 16,-3 0-2-1,1 5 10-15,-1 3 6 0,6 2-1 16,4 3 1-16,-1 3-6 16,6 3 0-16,0-1-1 15,3-2 1-15,3-3 0 0,4 0 2 16,-1 0-3-16,3 1 1 15,0-4-1-15,0 1 1 16,3-1 0-16,0 1 2 16,0-4-3-16,0 1 1 15,0 0-3-15,0 0 0 16,0 0-1-16,1-3 2 16,-4 0-3-16,-3 1 0 15,-3-1 1-15,-3-3 2 16,0 1-3-16,0-3-2 15,1-3 2-15,-1-2 0 0,3 0 1 16,0-3 0-16,3-3 0 16,3-2 0-16,3-3-2 15,3-3 1-15,3 1-4 16,3-4 0-16,3 4-1 16,0-1-2-16,0 3 3 15,-3 0 0-15,0 3-2 16,-3 2 0-16,0 3 2 15,-3 3 0-15,0 0-2 16,0-1 0-16,3 4 2 16,1-1 0-16,2 3 1 15,2 0 0-15,10 2-91 16,9-2-38 0,12-2 65-1,9-6 34-15</inkml:trace>
  <inkml:trace contextRef="#ctx0" brushRef="#br1" timeOffset="-142424.06">15263 16494 200 0,'-3'-10'77'0,"0"2"-60"0,6-11 17 0,-3 11 6 16,0 0-6-16,-6-5 1 16,0 2-12-16,-3 1-1 15,-3 2-13-15,-3 3 6 0,0 2 2 16,-3 6-3-16,-2 5 0 16,-4 2 3-16,0 3 1 15,-3 6-3-15,0-1 1 16,1 4 2-16,2 4 1 15,3 6 1-15,3 7 0 16,6 6-7-16,3 0 0 16,6 3-2-16,6-11 1 0,6 0-4 15,6-5 0-15,3-3-1 16,3-3 1 0,2 4 0-16,4-4 0 15,0 0 2-15,0-2 1 0,0-3-45 16,-1-5-21-16,1-10 24 15,9-1 16-15</inkml:trace>
  <inkml:trace contextRef="#ctx0" brushRef="#br1" timeOffset="-142018.16">15703 16703 272 0,'-30'-24'104'0,"22"22"-81"0,-13 4-2 0,12 1-4 16,-6 5 7-16,-9 3 9 16,-3 2 9-16,-2 5 7 15,-1 3-27-15,3 6 3 0,3-3 0 16,6 0-9-16,9-3-4 16,6-3-1-16,12-2 3 15,9 0-4-15,6-5 0 16,3-4 2-16,3-4 5 15,-1-3-7-15,-2-5-1 32,0-3-5-32,-3-13-1 0,0 2-1 0,-10-5-2 15,-2 6 1-15,-6 2 1 0,-3 8-1 16,-3 3 2-16,-3 10-4 16,0 3 0-16,0 8 3 15,0 0 3-15,3 2 0 16,3-2 0-16,6 0-19 15,3-3-5-15,6-5-59 16,9-3-27-16,3-2 55 16,2-3 25-16</inkml:trace>
  <inkml:trace contextRef="#ctx0" brushRef="#br1" timeOffset="-141818.69">16025 16793 260 0,'-18'-10'99'0,"6"17"-77"0,-9 12 15 15,12-8 3-15,-3 4 2 0,0 1 7 16,3 0-23 0,3 3-9-16,3-1-11 0,9-2 4 0,6 0 3 15,6-5 0-15,3-1 2 16,0-2-4-16,3-5 1 16,-3-6-38-16,2-2-14 15,1-6 19-15,3-13 10 16</inkml:trace>
  <inkml:trace contextRef="#ctx0" brushRef="#br1" timeOffset="-141179.69">16191 16457 336 0,'-3'-5'126'0,"9"13"-98"0,9 8 6 15,-9-6-6-15,0 9 6 16,-3 7 8-16,0 14 0 15,-3 13 1-15,0-3-23 16,3-2-1-16,0-9 0 0,3-4-3 16,0-11 1-16,0-6 2 15,3-7 2-15,0-6-7 16,3-10-3-16,3-6-2 16,5-5-1-16,4-5-4 15,3 0-1-15,0 5-1 16,-3 8 1-16,-7 8-7 15,4 8 1-15,-9 5-1 16,0 3 2-16,-3 3-1 0,0-1 1 16,0-2 2-16,0 0 0 15,0-3 0-15,-3-2 0 16,0-1 0-16,3-4 2 16,-3-1-1-16,-1-2 2 15,1-1-4-15,0 1-2 16,0 2-5-16,0-2 0 15,0-1 2-15,3-2 3 16,0 0 2-16,3-2 1 16,3-4 0-16,6-4 0 15,3-9 0-15,2-4 0 0,4-7 0 16,-3-7 0 0,-3 0 0-1,-9 3 0-15,-9 2 0 0,-6 8 0 0,-9 6-3 16,-6 7 0-16,0 9-1 15,-3 7 3-15,3 11-2 16,3 2 1-16,3 6 4 16,6 3 3-16,6-1 4 15,9-2 2-15,6 0 1 16,6-6 0-16,6 1-4 16,2-3-3-16,-2-3 4 15,0 0 4-15,-3 3-38 16,-4-5-17-1,-2 4 21-15,-6-1 9 0</inkml:trace>
  <inkml:trace contextRef="#ctx0" brushRef="#br1" timeOffset="-131235.67">10146 16843 112 0,'0'6'44'0,"6"-4"-35"0,-6 1 23 0,0-3 6 15,0 0-5-15,0 0-2 16,0 0 2-16,0 0 2 15,0 0-19-15,0 0 4 0,0 0 3 16,0 0-3-16,0 0-2 16,0 0-4-16,0 0-1 0,0 0-1 15,0 0 0-15,0-3-2 16,0 3-1-16,0 0-3 16,0 0 1-16,0 0-4 15,0 0-2-15,0 0 0 16,0-2-1-16,0 2 0 15,0 0 2-15,0 2 3 16,0 1 4-16,-6 2-6 16,3 1-2-16,0-4-14 15,3 1-5-15,0-3 10 16,0 0 4-16</inkml:trace>
  <inkml:trace contextRef="#ctx0" brushRef="#br1" timeOffset="-126904.81">11122 16780 136 0,'0'0'52'0,"0"0"-41"0,0 3 20 16,0-3 7-16,3 0-4 15,-3-3 1-15,0 0-7 16,0 1 0-16,0-1-16 16,-3 0 0-16,0 1-1 0,0-1-4 15,0 3 1-15,0 0-1 16,3 3 1-16,-3-3 0 0,3 2 2 16,-3 1-1-1,3 0 2-15,-3-1-2 0,0 1 2 16,1 2-2-16,-1 0 2 15,0 1-4-15,3-1 1 16,0 3-3-16,0 5 2 16,0-5-2-16,0 0 2 15,0 0-2-15,0 0 2 16,0 0-2-16,0 0 2 31,0 0-2-31,0 0 0 0,0 5-1 0,0-5 2 16,0 2-3-16,0 1 0 15,0 0 1-15,0-1 0 16,0 1 0-16,0 2 0 16,0-2 0-16,0 7 0 0,0 1 0 15,0 4 0-15,0 1 0 16,0 3 0-16,0 2 2 16,0 3 1-16,0-1-3 15,0 1-1-15,0-3 3 16,3-2 1-16,0-1-1 15,-1-2 1-15,1-3-4 16,0 0 0-16,0-2 1 16,-3-3 2-16,0-3-1 15,0 0 0-15,3-2-1 16,-3-3 2-16,3 0-1 16,-3-3 2-16,0 0-2 0,0-5 0 15,0 0 1 1,0 0 1-16,0 0-21 0,0 0-8 15,0 0-86-15,6 0-36 16,3 3 71-16,6-1 37 16</inkml:trace>
  <inkml:trace contextRef="#ctx0" brushRef="#br1" timeOffset="-126243.58">11604 16849 208 0,'-2'-8'79'0,"2"2"-61"0,0 9 6 0,0-3 0 16,0 5-6-16,0 1-1 15,0 2 6-15,0 0 3 16,0 2-14-16,0 1 6 0,0 5 5 15,0-1-1-15,-3 4 1 16,0 2-1-16,0 6 1 16,3 2-2-16,0 5-1 0,0 3-4 15,0 0 0-15,3 3-5 16,0-3 1-16,0-3-3 16,2-5 0-16,1-2-3 15,0-6 1-15,0 0-2 16,-3-2 0-16,0 2-1 15,0-5 2-15,3 0-3 16,0-3 0-16,0 0-6 16,3-2-2-16,3-6-84 15,6-5-35-15,6 0 57 16,2 0 33-16</inkml:trace>
  <inkml:trace contextRef="#ctx0" brushRef="#br1" timeOffset="-125807.74">12116 16878 156 0,'0'-3'57'15,"0"0"-44"-15,0 6 16 0,0-3 4 0,0 0 1 16,0 5 2-16,0 3 3 16,-3 3 2-16,1 0-22 15,-1 2 7-15,3 5 4 0,0 3-1 16,0 6 3-16,3 5-5 15,-1 5-2-15,4 0-5 16,0 2 0-16,3 1-5 16,0-3 1-16,0-5-7 15,-3-3-3-15,3-3-1 16,-3-2-1-16,0-3 2 16,-3 3 1-16,0-3 1 0,-3 1 2 15,-3-1-32-15,-3 0-14 16,-3-5 18-16,3 0 8 15</inkml:trace>
  <inkml:trace contextRef="#ctx0" brushRef="#br1" timeOffset="-124905.11">10223 16790 180 0,'-3'0'68'15,"-3"-2"-52"-15,3 2 14 0,0 0 4 0,1 2-2 16,-1-2 1-16,0 3-7 15,0 2-4-15,3 3-12 16,0 6 0-16,0-1 3 0,0 3 4 16,-3 2 2-16,0 1-2 15,0 5 0-15,3-1 10 16,0 6 5-16,0 3-8 16,3 5-1-16,0 3-8 31,0 0-1-31,3 2-4 0,-3-5-1 0,-1-3-1 0,1-5 0 15,0-2 0-15,0-3 0 16,0-3-2-16,0-3 1 16,0 4-4-16,0-7 0 15,3 1 1 1,-3 0 0-16,0 0 0 0,0-3 0 16,0 1 0-16,-3-1 2 15,3-3-3-15,-3 1 0 16,3 0-12-16,-3-1-4 15,3-5-87-15,3-5-37 16,6 0 69-16,3-2 34 16</inkml:trace>
  <inkml:trace contextRef="#ctx0" brushRef="#br1" timeOffset="-123795.48">10575 16775 184 0,'0'-8'68'0,"0"5"-52"0,-3 3 6 0,3 0 1 0,-3 0-5 16,0 3-1-16,0-1 2 15,0 4 0-15,3 2-10 16,0 5 10-16,0 3 7 0,0 2 1 16,0 1 4-16,0 2-6 15,0 5-3-15,0 1 3 16,-3 5 4-16,0 5-7 15,0 5-3-15,0 3-5 16,3-3-1-16,0-2-1 16,3-6 2-16,3-2-3 15,0-6 1-15,0-2-3 0,0-3 0 16,3-2-3-16,-4-3-1 16,1 0 1-16,0 0 1 15,0-3-1-15,-6-3-1 16,0 4-45-16,0-1-18 15,-3 3 29-15,-6 2 14 16</inkml:trace>
  <inkml:trace contextRef="#ctx0" brushRef="#br1" timeOffset="-119693.14">2538 17846 140 0,'-6'-5'55'0,"3"2"-43"0,0 3 14 15,3 0 6-15,0 0-14 16,-3 0-4-16,0 3-9 16,0-3-2-16,3 3-1 15,-6-3 1-15,6 0 0 0,0 0-1 16,9 7-2-16</inkml:trace>
  <inkml:trace contextRef="#ctx0" brushRef="#br2" timeOffset="-114577.71">9342 16790 192 0,'0'-5'71'0,"0"0"-55"0,0 0 22 0,3 5 5 0,-3 0-8 16,0 0-3-16,0 0-10 15,0 0-3-15,0 2-11 16,0 4 4-16,0-1 3 0,0 0 2 16,0 3-1-16,3 0-2 15,0 0-1-15,0 0-1 16,0 2 2-16,0 1 2 15,3 0 2-15,-3-1-1 16,0 3-1-16,3 3 0 16,-3-2 0-16,3 1 0 15,-3 1 0-15,0 3 0 16,-3-1 0-16,0 6-2 0,0 3 1 16,0 4-4-16,0 1-1 15,0 5-4-15,-3 0-1 16,0 0 1-16,0-2 1 15,0-4-1-15,-3-4-1 16,3-1-3-16,-3 1-2 16,-3-1 3-16,6-2 0 15,0-3 1-15,0-2 2 16,3-3-3-16,0-3 0 16,0 0 1-16,0-2 0 15,3-3 0-15,3-1 0 16,3-1-5-16,-3-4 1 15,3 1 2-15,0 0 1 0,0-3 1 16,3 0 0 0,0 0-5-16,0 2 1 0,2-2 0 15,4 0 0-15,3 0 0 16,3 0 0 0,3 0-3-16,3 3 2 0,-4-3 1 15,4 3 2-15,0-1-1 16,0-2 2-16,-4-2-2 15,4-1-1-15,6-2-2 16,3-1 1-16,-1 1 1 16,4 2 2-16,0 1-1 15,-1 2-1-15,-2 2 1 16,-3 4-1-16,-4-1 0 16,1 0 0-16,0-2-3 0,-3-3 2 15,-1-3 1-15,1 1 0 16,3-1-3-16,0 0 2 15,2-2 1-15,1 2 2 16,0 1 1-16,0-1 1 16,-4 1-2-16,1 2-2 15,-6 0 1-15,0 0-1 16,-1 0 0-16,-2 0 0 16,-3 0 0-16,0-3 0 15,0 0 0-15,0 1 0 16,-1-1-3-16,-2 0 2 15,0 1 1-15,0-1 2 0,-3 0-1 16,0 1 2-16,-3-1-4 16,0 0 0-1,-3 1 1-15,-1-1 2 0,1 1-3 16,0-1 0-16,-3 0 1 16,3 3 2-16,0-2-1 15,0 2-1-15,-3-3 1 16,3 3 1-16,0-3-3 15,0 3 0-15,0-2 1 16,-3 2 0-16,0-3 0 16,0 3 2-16,0-3-3 15,-1 1 0-15,1-1 1 16,0 3 0-16,3-3 0 16,0 1 2-16,0-1-1 0,0 3-1 15,-3-3-2-15,0 3 1 16,0-2 3-16,0 2 1 15,-3-3-4 1,3 3 1-16,-3-2 0 0,0-1 0 16,0 0 0-16,3 1 0 15,-3-1 0-15,0 0 0 16,0-2 0-16,0 0 0 16,0-3 0-16,0 0 2 15,-3 0-1-15,0 0 2 16,0-8-4-16,0 3 0 15,-3-3 1-15,3 0 2 0,-3-5-3 16,0-3 0-16,0-2 1 16,0-3 0-16,0-3 0 15,3 3 0-15,0 0 0 16,0 2 0-16,0 3 0 16,0 1 0-16,0 1 0 15,0 4 0-15,-3 2 0 16,0 0 0-16,0 0 0 15,3 3 2-15,0 0-3 16,0 2 0-16,0 1 1 16,0-1 0-16,0 3 0 15,0 3 0-15,-3-1 0 16,3 4 0-16,-3-3 0 16,0 2 0-16,-3 0 0 0,0 3 2 15,-3-2-3-15,0 2 0 16,-3 0 1-16,0 0 2 15,-3 0-3-15,-2 0 0 16,-7 0 1-16,-3-3 0 16,0 0 0-16,0 1 2 15,-2-1-3 1,2 0 0-16,0-2 1 0,3 0 0 16,-3 0 0-16,4-3 0 15,-4 0 0-15,0 2 0 16,-3 1 0-16,1 2 0 15,-1 1 0-15,0-1 0 16,-3 0 0-16,0 3 0 16,1 0 0-16,2 0 0 0,0 3 0 15,0 0 0-15,1-3-3 16,-1 0 2-16,0-3 1 16,-3 0 2-16,-2 1-1 15,-7 2-1-15,-3 0 1 16,1 0-1-16,-1 2 0 15,3 4 0-15,4-1 0 16,2 0 0-16,3-2 0 16,3 2 0-16,1-2 0 15,-1 0 0-15,-3-1 0 16,-3 4 0-16,-2-1 0 16,-4 0 2-16,-3 0-3 0,1 1 0 15,2-1 1 1,3 0 0-16,4-2 0 0,2 0 0 15,0-1 0 1,6 1 0-16,1-1 0 0,-1 1 2 16,0 0-1-16,3-1 2 15,0 4 0-15,1-1 1 16,2 6-5-16,6-1 1 16,9 3-42-16,9 3-17 15,12 8 28-15,12-3 15 16</inkml:trace>
  <inkml:trace contextRef="#ctx0" brushRef="#br2" timeOffset="-112626.92">11128 16822 184 0,'3'-13'68'0,"-3"2"-52"0,3 3 23 0,-3 6 10 15,0-3-10-15,0-1-2 16,0 1-8-16,0 2-4 16,3 1-13-16,-3 2-1 0,0 0 2 15,3 8 2-15,0 2 3 16,-3 3 1-16,3 3 3 15,-3 3-1-15,3 2 2 16,-3 3-2-16,-3 5 2 16,0 0-4-16,-3 8-2 31,-3 8-5-31,-3 3-2 0,3 5-2 0,0-6 0 0,7-4 0 16,-1-6 2-16,6-3-3 15,2-2-2-15,1-3 0 16,3 0 1-16,0-5-1 15,0-6 2-15,3-2-4 16,0-5 0-16,0-3 1 16,3-3 0-16,6-2 0 15,5-3 0-15,7-3-2 16,6 0 1-16,6 1-2 16,-1-1 2-16,1 0-2 15,2-2-1-15,7 0 1 16,11-1 1-16,7 1-1 0,2 3-1 15,-5-1 1-15,-1 0-1 32,7-5-3-32,2 3 2 15,3 0 1 1,-5 2 2-16,-7 0-1 0,-2 1 2 16,-4-1-2-16,1 3-1 0,5 0-2 15,-2 3 1-15,-7-1 1 0,-5 4 2 16,-4 2-3-16,-5-3 0 15,-3 0-1 1,-4 1 0-16,-2-4 2 0,0-2 2 16,0 0-1-1,2 0-1-15,1 0 1 16,3 0-1-16,-4 0 0 0,-2 3 2 0,-6-1-1 16,-3-2-1-16,-4 0 3 15,-5-2 2-15,-6-3-2 16,0-1-2-16,-9-2 0 15,-3-2 1-15,-3-4-1 16,-6-7-1-16,3-10 1 16,0-4 1-16,0-7-1 15,0-3-1-15,-3 3-2 16,-2 2 1-16,-1 3 1 16,-3 2 0-16,0 4 0 15,0-1 2 1,0-2-1-16,0 2-1 0,0-3 1 15,3 4 1-15,1 2-3 16,2 2 0-16,0 3-1 0,0 3 0 16,3 3 2-16,0 4 0 15,0 1 0-15,3 3 2 16,0 2-3-16,0 2 0 16,0 1 1-16,3 2 2 15,0 1-1-15,0-1-1 16,-3 3-2-16,0 0 1 15,-3 3 1-15,0-1 0 16,-3 1 0-16,-3 0 0 16,-3-1 2-16,-2 1 1 15,-4-3-1-15,-3 0-2 0,-6 0 1 16,-9 0-1-16,-5 3-3 16,-7-1 2-16,1 1 3 15,2 0 1-15,0-1-4 16,1-2 1-16,-4-2 0 15,-8-1 2-15,-4 3-1 16,-2 0 2-16,2 3-2 16,4-1 2-16,2-2-2 15,0 0-1-15,1 0-2 16,-4 3 1-16,1 2 1 16,2 0 0-16,4 3 0 15,5 0 2-15,3 0-1 16,1 0-1-16,2 0 1 15,-3 0-1-15,-5 3 0 0,-4-3 0 16,-2 2 0 0,2 1 0-16,4 2-3 0,5-2 2 15,0-4 3-15,4 1 1 16,-1-2-1-16,3-4 1 16,1 1-2-16,5-3 2 15,3 0-2-15,3 0-1 16,6-3 3-16,4 3 2 15,2 0-2-15,3 3-2 16,0 0 2-16,6 2 0 16,9 3-39-16,6 0-15 15,9 5 25-15,-3 8 13 16</inkml:trace>
  <inkml:trace contextRef="#ctx0" brushRef="#br2" timeOffset="-108838.6">12709 15647 216 0,'-12'-2'82'0,"6"2"-64"0,-3 0 15 0,6 0 4 16,0 0-12-16,-3 0-3 16,3 0-3-16,0 0-3 15,3-3-8-15,3 1-1 0,3-4 0 16,3 1-1-16,3 0-1 16,0-1-1-16,3 4 2 15,-3-1 3-15,-3 3 5 16,-1 3-6-16,-2-1 0 15,-3 4 13-15,-3-1 6 16,-3 0-2 0,0 1-1-16,-3-1-7 0,1 0-2 15,-1-2-7-15,0-1 0 16,0-2-3-16,3 0 2 0,3-2-2 16,0-4 2-16,6 1-4 15,3 0-2-15,2 0 0 16,4-1-1-16,-3 1 0 15,-3 2 0-15,0 1-3 16,-3 2 2-16,-6 0 1 16,-3 2 0-16,0 1 2 15,-3 2 3-15,0 1 0 16,-3-4 2-16,3 4-2 0,0-4 0 16,0 1-1-1,3-1 0-15,0 1-2 16,3-3 1-16,0 0 2 0,3 0 2 15,0 0-6-15,0-3-2 16,0 3-7-16,-3 0 0 16,0 0-47-16,0 0-18 15,-3 3 37-15,0 8 20 16</inkml:trace>
  <inkml:trace contextRef="#ctx0" brushRef="#br2" timeOffset="-105970.95">11343 17076 176 0,'0'-2'66'0,"0"-1"-52"0,0 0 12 0,0 3 4 0,-3 3-3 16,0 0 4-16,0-1-2 15,-3 1 0-15,0 0-16 16,0-1-1-16,3 1 1 0,0-1-7 16,0 4-1-16,3-1-1 15,3 0 0-15,6 1-99 16,0-1-45 0,3-2 70-16</inkml:trace>
  <inkml:trace contextRef="#ctx0" brushRef="#br2" timeOffset="-105564.03">11852 17161 260 0,'-6'-19'96'0,"3"11"-75"0,3-2 12 15,0 7 2-15,0 1-17 16,0-4-4-16,0 4-9 16,3-1-4-16,-3 3 0 15,6 3-6-15,2-1-1 0,4 1 3 16,0 0 1-16</inkml:trace>
  <inkml:trace contextRef="#ctx0" brushRef="#br2" timeOffset="-105328.66">12483 17193 208 0,'-6'-11'79'0,"3"11"-61"0,3 5-27 0,0-5-15 15,3 3 9-15,3-3 7 16</inkml:trace>
  <inkml:trace contextRef="#ctx0" brushRef="#br2" timeOffset="-91083.17">11557 18148 132 0,'0'-3'49'0,"0"3"-38"0,3 0 12 0,0-3 3 15,-3 3 3-15,0-5 2 16,3 0-1-16,0-3 1 16,3 0-17-16,0-3 7 0,0 1 3 15,0-3-4-15,0-1 1 16,-1-1-3-16,4-1-2 15,-3-3-4-15,3 1 0 16,0-1-3-16,0 1 0 0,0 2 3 16,0 0 3-16,-3 0-11 15,3 3-1-15,0-1-8 63,0 1 1-63,0 3 6 0,0-1 6 0,3 1-4 0,-4 2-2 0,-2-3-1 0,0 3 1 0,0-5-1 15,0 5 2-15,0-3-2 16,0 1 2-16,0-4 0 16,0 4 1-16,0-3-2 15,0-1 1-15,0-1-2 16,0 1 2-16,0-2-2 16,0 1-1-16,0-1 1 15,0 0-1-15,0 0 0 16,0 0 2-16,0 0-1 0,-3 0 2 15,3 0-2-15,-4 3 2 16,4 0-2-16,0 0 2 16,0 0 0-16,0-1 3 15,0 4-3-15,0-1-2 16,0 3 0-16,-3 3 1 16,0 0-1-16,-3 2-1 15,0 0 1-15,0 1-1 16,0 2-3-16,0 0 2 15,0 0 1-15,0 0 0 16,0 0 0-16,0 0 2 0,0-3-1 16,3 3 2-16,-3-3-4 15,0 3 0-15,0 0 1 16,0 0 2-16,0 0-1 16,-3 0-1-16,0 0 1 15,0 0-1-15,0 0 0 16,0 0 0-16,0 0-3 15,0 0 2-15,0 0 1 16,0 0 0-16,0 0 0 16,0 0 2-16,0 0-3 15,0 0 0-15,3 0 1 16,0 0 2-16,0 0-3 16,0 0 0-16,0 0 3 15,0 0 1-15,0 0-1 16,3 0-2-16,0-2 1 15,0 2 1-15,3-3-1 0,-3 0-1 16,0 1-2-16,0-1 1 16,-3 1 1-16,0 2 0 15,0 0 0-15,0 0 0 16,0 0 0-16,0 0 0 16,0 0-3-16,-3 0 2 15,3 2-1-15,-3 1 0 16,0-1 2-16,0 1 2 15,0 0-1-15,0-1 2 0,0 1-2 16,0 0-1-16,0-3-2 16,3 0 1-16,0 0 3 15,0 5 1-15,0 0-8 16,3 1-2-16,0 2-137 16,3-1-60-1,-3 7 102-15</inkml:trace>
  <inkml:trace contextRef="#ctx0" brushRef="#br2" timeOffset="-90223.95">11893 17492 168 0,'9'-6'66'16,"-6"1"-52"-16,0-3 21 0,0 5 5 0,0-2 0 16,0 0 0-16,-3 0-4 15,0-3-2-15,0 0-19 16,0 0 2-16,0 0 1 0,3 0-6 15,0 0 1-15,3 0-4 16,0 0 2-16,0 0-11 16,3 0-4-16,0 0 2 15,-3 0 0-15,0 3 4 16,0-3 3-16,-3 3-2 16,0 2-2-16,-1 1 0 15,-2 2-1-15,-2 0 0 16,-1 2 0-16,-3 1-5 15,0 2-1-15,0 3 9 0,0-3 7 16,-3 1 0-16,0-1 0 16,0-2-4-16,0-1-1 15,0 1 1-15,0-3 1 16,0 0-1-16,3 0-1 16,3-3-3-16,3 1-2 15,3-4 3-15,3 1 0 16,3-3 1-16,0-3 0 15,3 1-2-15,-3-1-2 16,0 1 1-16,-3-1 1 16,0 3-3-16,-3 3 0 15,-3 2-1-15,-6 9 0 0,-3-1 8 16,0 3 4 0,-3 0 3-16,0-3 5 15,3 0-4-15,0-2 2 0,3 0-3 16,0-3 0-16,0 2-7 15,0-2-4-15,3 0 1 16,0 0 0-16,3 0 1 16,0 0 0-16,6 3-29 15,0 2-12-15,3 0-117 16,0 11-48-16,-3 3 103 16,-3 2 51-1</inkml:trace>
  <inkml:trace contextRef="#ctx0" brushRef="#br2" timeOffset="-89250.28">11604 18079 192 0,'-2'3'71'0,"2"-9"-55"0,0-2 28 16,0 6 10-16,2-4-8 0,-2-1-2 16,3-4-14-16,0 0-4 15,-3-2-15-15,0 0 2 0,3-3 3 16,-3 0-2-16,3 0 0 16,-3-2 0-16,0 2 2 15,0-3-5-15,0 3 1 16,-3-2-3-16,0-3 2 15,0-3-2-15,0-8 2 16,-2 0 0 0,-1-5 1-16,0 0-4 0,0 0 0 15,0 0-3-15,-6 3 0 16,3 2-3-16,-3 3-2 16,0 3 3-16,0 2 0 15,0 3-1-15,0 2-2 16,0 3 1-16,1 0 1 0,2 3-3 15,3 0 0-15,0 2 1 16,3-2 2-16,0 5-1 16,0 0-1-16,0 3 1 15,0 2-1-15,0 6-3 16,0 0 0-16,0 5 2 16,-3-1 2-16,0 7 0 15,0-4-1-15,3 1 1 16,-3-1-1-16,3 1 0 15,0-3 0-15,0 0 0 16,0-3 2-16,0 0 1 0,0-5 1 16,0 0-2-16,-3-2 1 15,3-3 0-15,0-3 3 16,0 0-3-16,3-3-2 16,0 3-3-16,0-2 1 15,3 2 1-15,-3-3 2 16,3 3-3-16,0 3 0 15,3 2 1-15,0 3 2 16,3 5-6-16,6 6-1 16,3 0-97-16,3 4-42 15,0 15 71-15,5-1 36 16</inkml:trace>
  <inkml:trace contextRef="#ctx0" brushRef="#br2" timeOffset="-88441.12">11640 18034 220 0,'-3'0'82'0,"3"0"-64"0,3-3 20 0,0 1 5 15,0-1-11-15,3-5-3 16,3-2-9-16,3-6 0 16,3-3-11-16,6-2 12 0,5 0 8 15,4 0-24-15,3 2-11 16,3 1 15-16,-1-1 7 16,4-2-5-16,-3-8-3 0,0-3-3 15,2-8 1-15,4-5-3 78,3 0 0-78,-1 0-1 0,1 6-2 0,0 2 3 0,-7 8 0 0,-5 2-4 0,-3 6 1 0,-6 2 2 0,-4 1 3 0,1 2-2 16,-3 3-2-16,-3 0 0 16,-3-3 1-16,-3 3-1 15,0-1 2-15,0 1-2 16,-3 0 2-16,-3 0-2 15,0-1-1-15,0 1 1 16,-3 3-1-16,0-1 0 0,-3 3 0 16,3 0 0-16,-3 3 2 15,-3 2-3-15,0 3 0 16,-3 0 1 0,3 3 2-16,0-3-1 15,3 2-1-15,-3-2 1 0,3 3-1 16,0-3 0-16,3 0 0 15,0-3 0-15,3 1 2 16,0-3-1-16,3 2-1 16,-3 0 1-16,3 1-1 15,-6 2-3-15,0 0 2 16,-3 5 1-16,0 5 0 16,-3 1 0-16,3 5 0 15,-3 2-29-15,0 1-13 0,3 5 22 16,0-3 9-16</inkml:trace>
  <inkml:trace contextRef="#ctx0" brushRef="#br0" timeOffset="-78274.3">17364 4932 220 0,'-3'-5'85'0,"3"5"-66"0,0-6 23 15,0 4 30 1,3 4-40-16,-3-2 29 15,0 0-36-15,0 0 17 0,0 0-24 0,0 0 11 16,0 0-18-16,0 0 15 31,3 3-16-31,-3 0 16 0,3 4-16 0,0 4 16 16,0 5-16-16,0 13 13 16,0-8-13-16,-3 11 6 15,3-6-9 16,-3 11 7-31,0-2-8 0,0-11 5 0,0-3-6 0,0-5 9 16,0-3-8-16,0-2 5 16,0-6-6-16,0-3 2 15,0 4-4-15,-3-12-2 16,3 1 0-16,-3-11 1 16,0 3-1-16,-3-21-1 15,3 10 1-15,-3-11-1 16,3 9 0-16,-3-6 0 15,3 8 0-15,-3-5 0 16,6 8 0-16,-3-8-3 16,3 5 2-16,0-13 1 15,6 5 0-15,-3 1 0 16,6 7 0-16,3 0 0 16,0 6 0-16,3-1 0 15,3 1 0-15,0 2 2 16,2 5-1-16,4-2-3 15,3 2 1-15,-3 9-54 16,0 2 30-16,-3 0-48 16,-1 8 42-16</inkml:trace>
  <inkml:trace contextRef="#ctx0" brushRef="#br0" timeOffset="-78044.96">17346 4961 440 0,'15'-11'165'0,"-15"11"-129"0,24-5 13 0,-15 5 6 16,0 0-34-16,3 0 3 16,0 0-15-16,3-5-6 15,2 2-1-15,-2 0-73 16,3 3 39-16,-3 0-49 15,3 6 47-15</inkml:trace>
  <inkml:trace contextRef="#ctx0" brushRef="#br0" timeOffset="-77646.97">17659 4990 364 0,'-9'-5'134'0,"9"5"-104"0,-3 18 16 0,0-12 19 0,6 2-39 15,-3 5 24-15,0 3-30 16,0-1 7-16,6 4-16 16,0-3 5-16,6 2-9 15,0-4 2-15,3-6-5 16,2-3 5-16,4-2-6 15,0-6 3-15,3-2-3 16,-3-9 7-16,0 6-6 0,-7-10 5 16,-2 10-5-16,-3-11 5 15,3 9-6 1,-3-1 1-16,0 6-2 16,-6 0 1-16,3 5-2 0,-3 5 2 15,3 6-2-15,0 2-1 16,0 3 1-16,0 2-34 15,3 1 18-15,0 2-177 16,0-3 106-16,-1 4-113 16,4-1 114-16</inkml:trace>
  <inkml:trace contextRef="#ctx0" brushRef="#br0" timeOffset="-76022.4">18168 4680 284 0,'9'-23'107'0,"-9"23"-83"0,3-6 21 0,-3 1 33 15,3 5-44-15,-3 0 31 16,3 5-39-16,0 9 22 16,0-1-28-16,0 11 18 15,0 2-22-15,0 9 12 16,0-4-17-16,-3 12 6 16,3-4-10-16,-3 17 0 15,0-3-4-15,-3 5 3 16,3-10-4-16,-3-3-3 15,0-8 0-15,-3-8-76 16,6-3 42-16,-3-7-59 16,6-3 54-16</inkml:trace>
  <inkml:trace contextRef="#ctx0" brushRef="#br0" timeOffset="-75752.12">18415 4522 412 0,'0'-19'154'0,"0"19"-120"0,3 16 19 0,-3-5 22 16,0 2-44-16,0 13 18 16,3 6-29-16,-3 13 8 15,3 0-16-15,-6 0 3 16,3-5-10-16,-6 10 2 15,6-2-4-15,-3 2-4 16,6 3 0-16,-6 5-59 16,0-2 33-16,3-11-46 15,3-11 41-15</inkml:trace>
  <inkml:trace contextRef="#ctx0" brushRef="#br0" timeOffset="-75363.16">18528 4934 404 0,'-15'6'151'0,"15"-6"-118"0,-3 50 18 15,0-29 16-15,3 0-40 16,0 6 21 0,3 2-29-16,3-11 14 0,3 4-19 0,6-14 6 15,6 0-12 1,3-11 0-16,-1-2-5 15,4-11 0-15,0 2-1 0,0-9 1 16,-3 1-2-16,-7-1 2 16,-2 7-2-16,-3-3 2 15,0 9-2-15,-3 2 4 16,3 8-3-16,0 10 12 31,-3 12-7-31,0 4 12 0,0 8-11 0,-6 9 3 16,3-1-7-16,-12 0 2 15,3-5-3-15,-15 8 0 16,0-2-1-16,-12 4-35 16,6 1 19-16,1-22-141 15,8-7 86-15,0-16-80 16,9-6 86-16</inkml:trace>
  <inkml:trace contextRef="#ctx0" brushRef="#br0" timeOffset="-75126.77">18960 5072 484 0,'20'-29'181'0,"-20"29"-141"0,51-13 9 16,-36 7 6-16,-3 6-34 0,6-5 7 15,3 3-17-15,-4 2-4 16,-2 0-4-16,0 0-77 15,0 5 40 1,-3 3-59-16,3 0 53 0</inkml:trace>
  <inkml:trace contextRef="#ctx0" brushRef="#br0" timeOffset="-74791.67">19561 4810 376 0,'-21'-16'140'0,"21"16"-109"0,-12 0 9 16,6 0 16-1,6 6-35-15,-6 1 29 16,3-1-30-16,-6 4 19 15,6 4-23-15,0 1 16 16,3 1-18-16,0 8 19 16,3-5-19-16,0 7 6 15,0 3-11-15,-3 3 8 16,3 0-10-16,-6-6 16 16,3 6-13-16,-6-6 0 31,0-4-6-31,-6-1-18 0,4 0 7 0,-7-5-96 15,6 2 57-15,-3-10-63 16,6 0 63-16</inkml:trace>
  <inkml:trace contextRef="#ctx0" brushRef="#br0" timeOffset="-74462.66">19698 5017 396 0,'15'-14'148'0,"-15"14"-115"0,20-10 28 0,-14 7 26 15,0-2-49-15,3-3 16 16,0 0-32-16,0-5 7 16,0 5-17-16,-3-6 5 15,0 7-10-15,-9-1-2 16,3 2-3-16,-9 1 3 16,3 2-3-16,-9 3 10 15,0 6-6-15,-5 4 12 16,5 3-10-16,-6 14 7 15,6 5-8-15,-6 10 2 16,9-2-5-16,3-6 2 16,9-2-3-16,3-3 3 15,3 0-4-15,6-10-25 16,6 2 12-16,3-11-112 16,3 4 68-16,-4-14-69 0,1-3 71 15</inkml:trace>
  <inkml:trace contextRef="#ctx0" brushRef="#br0" timeOffset="-74254.23">20114 4530 540 0,'-5'-11'200'0,"5"11"-155"0,8 42 2 0,-8-20 10 15,3-1-37-15,-3 13 18 16,0 3-23-16,-6 16 5 15,1 0-11-15,-13 13-1 16,3-5-5-16,-6 8-48 16,3-11 24-16,0-5-35 15,3-13 32-15</inkml:trace>
  <inkml:trace contextRef="#ctx0" brushRef="#br0" timeOffset="-74076.71">19992 5030 576 0,'30'-37'214'0,"-30"37"-166"0,51-14-7 16,-39 9-1-1,0 5-28-15,5-5 10 16,4-3-13-16,-3 0-44 16,3 5 18-16,-3-2-33 15,0 5 28-15</inkml:trace>
  <inkml:trace contextRef="#ctx0" brushRef="#br0" timeOffset="-73231.72">21129 4858 440 0,'-8'21'165'0,"8"-21"-129"0,-15 42 13 0,9-23 12 16,3-1-37-16,-9 17 18 16,0 2-26-16,-6-6 12 15,6 4-17-15,-3-3 12 16,3-11-13-16,0-3-1 16,7-4-5-16,-4-9-7 15,6-5 1-15,0-21 10 16,3 0-5-16,0-17 11 15,6 7-8-15,-3-14-14 16,6-3 4-16,-1-23 1 16,4 10 2-16,-3 0 3 15,3 11-1-15,0 2-9 16,0 11 4-16,3 3 10 16,0 7-3-16,3 6 11 15,2 10-8-15,7 22 3 16,-3 10-5-16,6 16 7 15,0 3-7-15,-10 5 8 16,1-3-8-16,-6 24 3 16,-3-2-4-16,-6-1-8 0,-3-2 2 15,-6-18-52-15,3-9 31 0,-3-8-39 16,0-10 36 0</inkml:trace>
  <inkml:trace contextRef="#ctx0" brushRef="#br0" timeOffset="-73027.32">21127 4919 520 0,'8'-14'195'0,"-8"14"-152"0,30-5 4 0,-21 2-2 16,3 3-30-16,9-2 2 16,3-1-11-16,2-2-27 15,4 5 10-15,6-3-160 16,-3 6 94-16,-6-3-105 15,-4 5 105-15</inkml:trace>
  <inkml:trace contextRef="#ctx0" brushRef="#br0" timeOffset="-72782.98">21552 4823 476 0,'0'-2'178'0,"0"2"-138"0,-6 13 8 16,6-13 14-1,3 5-39-15,3 3 19 0,0 0-26 0,0 3 14 16,0-1-17-16,0 6 8 16,0-3-12-16,-3 6 6 31,3 2-8-31,-6 0 2 0,3 3-5 0,-9-3 2 16,3 3-3-16,-9 2 5 15,0 1-5-15,-9-6-16 31,3 0 6-31,-8-2-114 0,2-1 67 0,0-4-79 16,9-1 76-16</inkml:trace>
  <inkml:trace contextRef="#ctx0" brushRef="#br0" timeOffset="-72422.84">21856 4807 348 0,'0'-7'132'0,"0"7"-103"0,0 2 18 16,0-2 21 0,0 5-40-16,-3-5 25 15,3 8-32-15,-3 0 16 16,0 3-22-16,0-3 16 15,3 2-17-15,-3 6 17 16,6 0-18-16,-3 5 13 16,3-2-15-16,-3 5 10 0,0 2-12 15,-6 3 6-15,3-2-8 16,-9-3 2-16,3-1-5 16,-9 1 0-16,3-3-2 0,-11 3-17 15,2 0 8-15,3-8-74 16,6 0 45-1,3-6-45-15,9-7 47 0</inkml:trace>
  <inkml:trace contextRef="#ctx0" brushRef="#br0" timeOffset="-72120.27">21969 4921 396 0,'15'-8'148'0,"-15"8"-115"0,-3 19 22 0,0-11 31 15,3 0-50-15,-3 2 35 16,3 4-43-16,3-4 21 16,6 1-28-16,3-1 8 15,6-4-17-15,-1-6 5 16,4-3-10-16,3-5 7 16,3 0-8-16,-6-3 1 15,-3 4-4-15,-7-12 0 16,1 11-1-16,-18-5-2 15,-3 2 1-15,-8 1-10 16,2 4 5-16,-12-4-49 0,3 7 29 0,-9 3-245 16,7 0 148-1,-1 5-157-15,6 6 160 16</inkml:trace>
  <inkml:trace contextRef="#ctx0" brushRef="#br0" timeOffset="-71796.12">22481 4866 424 0,'18'-11'159'0,"-18"11"-124"0,-9 3 15 0,6-3 26 15,3 2-46-15,-9 1 29 16,3 2-36-16,-6 3 13 15,3 0-21-15,0 3 7 16,3 2-13-16,-6 11 6 16,6-6-8-16,3 9 2 15,3-1-5-15,6 3 5 16,6 0-6-16,-6-7-21 16,0-4 10-16,3-10-86 15,3 0 53-15,0-11-49 16,3 3 52-16</inkml:trace>
  <inkml:trace contextRef="#ctx0" brushRef="#br0" timeOffset="-71598.8">22695 4905 492 0,'-15'-10'184'0,"15"10"-143"0,6 13 10 0,-6-8 12 15,0 1-39-15,-6 7 11 16,0 3-21-16,-3 5-2 15,6 0-7-15,0-5-21 16,3 0 9-16,-3-3-134 16,3 0 77-16,-3-5-94 15,3-3 91-15</inkml:trace>
  <inkml:trace contextRef="#ctx0" brushRef="#br0" timeOffset="-71469.47">22758 4688 472 0,'0'-50'178'0,"0"50"-138"0,12 0-14 0,-6 0-66 15,2 5 15-15,7 6-40 16,3 2 37-16</inkml:trace>
  <inkml:trace contextRef="#ctx0" brushRef="#br0" timeOffset="-71138.17">22984 4892 496 0,'3'3'184'0,"-3"-3"-143"0,-39 13 19 0,27-8 11 16,3 1-42-16,-9 2 3 16,7-1-20-16,-4 4 8 31,3 2-11-31,6 1 6 0,9-4-8 0,6-2 4 15,3-5-6-15,0-3 2 16,2 0-4-16,1-3-2 16,3-5 0-16,-6 5-1 15,3 3 0-15,-6 0 0 16,0 3 0-16,-6 5 0 16,3 5 0-16,-3 1-5 15,0-1 3-15,0-8-25 16,0 3 14-16,0-5-58 15,3-1 40-15,0-7-213 16,2-6 135 0,1-4-140-16,0 1 144 0</inkml:trace>
  <inkml:trace contextRef="#ctx0" brushRef="#br0" timeOffset="-70905.8">23338 4458 472 0,'6'-13'176'0,"-6"13"-137"0,3 5 6 15,-3 1 14 1,0-1-38-16,-3 21 24 16,3 14-26-16,-6 8 3 15,3 5-13-15,-6-3 10 0,6-5-11 16,-9 0 12-16,0 0-12 0,-11 18 1 16,5-2-6-16,-3-13 0 15,6-11-1-15,0-13-68 16,3-6 37-16,-9-10-53 15,7-5 47-15</inkml:trace>
  <inkml:trace contextRef="#ctx0" brushRef="#br0" timeOffset="-70727.27">23109 4974 460 0,'15'-8'170'0,"-15"8"-132"0,15-8 33 0,-9 6 30 16,3 2-58-16,5-3 12 15,1 3-33-15,3-3 0 16,3 1-13-16,3-1-3 15,0-2-4-15,-4-1-35 16,-2 6 19-16,-3-2-189 16,0 2 112-16,0 0-122 15,0 0 122-15</inkml:trace>
  <inkml:trace contextRef="#ctx0" brushRef="#br0" timeOffset="-70583.49">23413 5038 492 0,'-3'5'184'0,"3"-5"-143"0,0 24 19 15,0-19 20 1,0 0-47-16,0 1 17 16,0-1-30-16,3-2 0 15,-1 2-12-15,-2-8-21 0,3 3 7 0,0-5-132 16,0 0 75-16,-3-6-90 16,0 0 88-16</inkml:trace>
  <inkml:trace contextRef="#ctx0" brushRef="#br0" timeOffset="-70480.76">23487 4535 244 0,'9'-19'90'0,"-9"19"-70"0,9 11-5 0</inkml:trace>
  <inkml:trace contextRef="#ctx0" brushRef="#br0" timeOffset="-70216.47">23487 4937 332 0,'6'11'123'15,"-6"-11"-95"-15,9 24 22 0,-6-17 37 16,3 4-49-16,3-3 37 16,0 3-44-16,0 2 23 15,2 0-31-15,-2-2 14 16,3 2-21-16,0-5 15 15,3 0-17-15,-6-8 12 16,3-3-15-16,-3-8 4 16,0 1-10-16,-3-6-2 15,0 5-2-15,3-7-70 16,3 2 38-16,2-2-62 16,1 2 53-16</inkml:trace>
  <inkml:trace contextRef="#ctx0" brushRef="#br0" timeOffset="-69900.31">23808 5003 460 0,'21'0'173'0,"-21"0"-135"0,27-5 27 0,-18 0 22 16,3 2-51-16,6-5 19 16,0 0-34-16,-4-8 4 15,4 6-15-15,-6-6-4 16,0 5-3-16,-9 1-5 15,0 4 1-15,-6-2 1 16,3 6 0-16,-6 2 0 16,3 5 0-16,-6 3 0 15,0 3 0-15,3 4 4 16,3 4-2-16,3 7 6 16,6-2-5-1,-3 3 6-15,0-1-6 0,3 1 3 16,6-4-3-16,6-7 0 15,3-2-1-15,6-6-54 16,-1-1 28-16,4-7-43 16,0 0 38-16</inkml:trace>
  <inkml:trace contextRef="#ctx0" brushRef="#br0" timeOffset="-65456.73">17546 7011 156 0,'-6'6'57'0,"6"-6"-44"0,0 2 32 15,0-2 39 1,3 3-46-16,-3 0 29 16,3 2-40-16,-3 3 29 15,3 0-31-15,-3 2 26 16,3 1-29-16,-3 5 18 16,3 0-24-16,-3 16 18 0,0-1-19 0,-3 12 12 15,0 2-16-15,-3 2 8 16,0-4-11 46,-3-6 6-62,6-6-7 0,-3 1 2 0,6-5-5 0,-3-4 5 0,3-1-6 0,-3-4 3 0,6-2-3 0,-3 0-37 16,3-3 18-16,0-8-121 16,0 1 76-16,0-6-66 15,3 0 73-15</inkml:trace>
  <inkml:trace contextRef="#ctx0" brushRef="#br0" timeOffset="-63504.59">17450 7025 304 0,'0'-21'112'0,"0"21"-87"0,21-6 9 16,-15 4 3 0,3 2-23-16,0-3 22 15,6 0-21-15,9-2 19 0,3 2-19 16,2-2 3-16,1 2-10 0,3-2-1 16,0 5-4-16,2-3 3 15,4 1-4-15,12-6 1 16,-1 3-1-16,4-3 3 31,-4 2-3-31,13-2 1 0,-7 6-1 0,4-6 1 16,-6 5-2-16,-4-2-1 15,-5 2 1-15,5-5-1 16,-2 3 0 0,9-3 0-16,-4 5 0 15,4-4 2-15,-4 4-1 0,10-5-1 16,-4 3 1-16,7-3-1 15,-7 5 0-15,13-2 4 16,-1 2-2-16,48-5 1 0,6 6-1 16,-3 4-2-16,-6-2 1 15,15 0-1-15,-3 3 0 16,-3-1 0-16,9-2 0 0,9 0 0 16,-3 3 2-16,6-6-3 15,3 3 0-15,-6 3 1 16,35-6 0-16,-2 3 0 15,-15 3 2-15,-7-3-3 16,7 0 0-16,-18 5 1 16,-6-7 0-16,9-1 0 0,-12 6 2 15,-24-6-1 17,3 0-1-32,18-2 1 0,-9 5-1 0,-12 0 2 15,-3-5-1-15,0-3-1 16,4 3 1-1,-10 5-4-15,-9-6 2 0,0-2 1 0,4-2 2 16,-1 5-1-16,-6 2-1 16,-11 0 1-16,-7-2-1 15,-9-3 0-15,1 0 2 16,-6 0-1-16,-1 0-1 16,-2 3 1-16,-7 0-1 15,-2 5 2-15,-3 0 1 16,-7 0-1-16,-2 0 1 0,-6 0 0 15,-6-3 3-15,-3 3-3 16,-4 0 0-16,-5 0 1 16,-3 0 2-1,-6 0 1-15,0 5 1 0,0 3-2 16,0 0 1-16,-3 3-2 16,0 2 2-16,0 0-2 15,0 6 0-15,0 5-3 16,0-1 1-16,0 12 2 15,3-1 4-15,-5-5 7 32,5 6-9-32,0 2 1 0,-3 0-5 15,0 0 0-15,3 8-1 16,-3 8-2-16,3 5 1 0,0 5 1 16,0-2 1-16,0-8 1 0,3-3 2 15,0 1-1-15,5 2 0 16,-5 5-3-16,0 3 1 15,0-6 0 1,0-2-1-16,-3 0 1 16,0-8-2-16,0-5 2 15,0-3-2-15,0 0-1 16,0-3 1-16,0 1-1 16,0-4 2-16,-3-2-1 0,3 1 2 15,0-7-2-15,0-1-1 16,-3-4 1-16,3-2-1 15,-3-5 0-15,0-1 2 0,-2-5 1 16,2 1 1 0,-3-6-5-16,-3-3 1 0,-3-2 0 15,-3-1 0-15,-3-1 0 16,-6-7 0 0,-9-2 0-16,-8 1 0 15,-4-1 2-15,-2 0 1 0,-4 0-4 16,-3-3-1-16,-8-2-2 15,-13 3 3-15,-8 4 2 16,3 4 2-16,-1-3-4 16,-14-1 1-16,-6 1 0 15,0 5 0-15,2 0 0 16,-8-2 2-16,-12-1-3 0,3 6 0 16,0-3 1-16,-12 0 0 15,-6 0 0-15,9 3 0 16,-12-6-3-16,-6 3 2 15,3-2 1 1,-2 2 2-16,-10 0-1 0,9 3-1 16,-3-3-2-16,-9 5-1 15,9 0 4-15,1 1 3 16,-10-1 1-16,12 0 2 16,9-2-13-1,0 0 3 1,-18-6 4-16,9-2-3 15,-6 0-1-15,7-1 6 0,11-1 3 16,-3-1-3-16,-3 0-2 0,15 5 0 0,6-5-1 16,-3 1 0-1,-3-1-5-15,8 5 1 0,13-2 2 16,3-6 1-16,-6 3 1 16,0 9 0-16,11 1 0 15,7-2 0-15,6-2-3 16,-4-1 2-16,7 3 1 15,3 3 0-15,5 0 2 16,10 2 1-16,11 0 1 16,3 3 0-16,10-2-5 15,2 2-1-15,6 0-2 16,3 0 3-16,6 0 0 16,3 2 3-16,7-2-1 0,-1 3-1 15,3 0 1-15,0-1-1 16,3-2 0-16,3 0 0 15,0 0 0-15,0 0 0 16,0 0 0-16,0 6 0 16,0-6 0-16,3 5 0 15,-3-5 0-15,0 0 0 16,0 0 2-16,0 0 1 16,0 0-6-16,0 0 0 15,0 0 1-15,0 0 3 16,0 0 0-16,6 0-1 15,0 0 1-15,0 0 1 16,0-3-10-16,-4 1-2 16,4 2-68-16,0 0-28 15,0 2 52-15,-6-2 27 0</inkml:trace>
  <inkml:trace contextRef="#ctx0" brushRef="#br0" timeOffset="-61880.52">16355 6834 272 0,'6'-13'101'0,"-6"13"-78"0,6-13 26 16,-3 7 35-1,0 6-47-15,0-7 27 16,0 1-38-16,-3-2 19 15,3 6-26-15,-3-6 9 0,0 5-16 0,-3 0 5 16,3 3-10-16,-6 0 7 16,0 6-8-16,-3-1 8 31,0 3-8-31,-6 10 8 0,3-2-8 0,0 0 5 16,4 3-6-16,-4-1 0 15,6 3-3 1,0-2 3-16,3-1-3 15,3-2 6-15,3 0-5 0,3-3 8 16,6 3-7-16,2-2 5 16,4 1-5-16,-3-1 11 15,3 2-8-15,-3-3 10 16,0 3-10-16,-3-1 5 16,-3 1-7-16,-6-2 7 15,0 1-8-15,-9-1 3 16,0 2-4-16,-15-1 0 15,3 4-1 1,-9-1-4-16,3-2 1 16,1-2-61-16,5-1 34 0,0-5-48 15,9 0 43-15</inkml:trace>
  <inkml:trace contextRef="#ctx0" brushRef="#br0" timeOffset="-60989.95">18507 5461 264 0,'0'-8'99'0,"0"8"-77"0,3-3 40 0,-6 1 47 15,3 4-59-15,-3-2 29 16,0 6-48-16,-6-1 19 16,0 3-29-16,-6 3 13 15,7 2-20-15,-13 8 10 16,3 0-14-16,-6 0 8 16,6 0-10-16,-9 6 4 15,7-6-7-15,2-2 4 16,6-4-5-16,0 1-4 15,6 0-1-15,6-5 5 16,6 2-2 0,6-8 6-16,3 3-5 0,3 0 1 15,2 0-2-15,1 0 5 16,0 3-4-16,-9-1 6 16,-3 3-6-16,-6 3 8 15,0 0-7-15,-12 5 3 16,3 3-4-16,-12 0 0 15,3-5-1-15,-12-4 1 16,7 1-2-16,-10 0-40 16,9-3 21-16,0-5-211 15,9 0 127-15,3-8-138 0,6 3 138 16</inkml:trace>
  <inkml:trace contextRef="#ctx0" brushRef="#br0" timeOffset="-60751.55">18721 5773 532 0,'18'-5'200'0,"-18"5"-155"0,42-8 11 0,-30 5 9 16,3 3-40-16,3-5 6 15,5 0-20-15,7-3-2 16,3 3-5-16,-3-1-25 15,-1 4 12-15,1-1-114 16,-3 3 68-16,-18 3-71 16,-3 2 72-16</inkml:trace>
  <inkml:trace contextRef="#ctx0" brushRef="#br0" timeOffset="-60601.96">18793 5884 488 0,'-6'3'184'0,"6"-3"-143"0,15 3 28 16,-9-3 24-1,3 2-54-15,3-7 3 16,2 2-26-16,7-7-8 0,3 4-5 0,15-4-36 16,3 2 19-16,2 0-246 15,-2 3 143-15,2-1-167 16,-5 4 163-16</inkml:trace>
  <inkml:trace contextRef="#ctx0" brushRef="#br0" timeOffset="-60103.29">19415 5670 448 0,'18'-29'167'0,"-18"29"-129"0,3-42 19 0,-3 23 16 16,6 8-44-16,-3-12 11 16,3 2-25-16,-3-9 7 15,3 9-13-15,0 0 4 16,0 8-8-16,-3 0 0 15,0 2-3-15,-3 6-6 16,2 2 2-16,-2 8 12 16,0 6-5-16,0 7 22 15,6 6-15-15,0 11 3 16,3-1-9 0,0 0 3-16,3 1-5 0,0-3 5 15,0-3-6-15,-6-5 1 16,3 2-2-16,-9-5-2 15,0 0 1-15,-12-2-1 16,-3-3 0-16,-12 2 0 16,0 1 0-16,-2-6 0 15,2 0 0-15,-6-2 0 0,9 2 0 16,4-2 0-16,8-1 0 16,3 1 0-1,6-1 0-15,9-7 0 0,9 0 0 16,17-11 0-16,4 2 0 0,15-4 0 15,2 5 0 1,-5-3 0-16,-7 5 0 0,-5-8 0 16,-3 9 0-16,3-6-64 15,-4 5 35-15,-8 1-52 16,-3 2 46 0</inkml:trace>
  <inkml:trace contextRef="#ctx0" brushRef="#br0" timeOffset="-54854.69">17766 7138 244 0,'-6'-2'93'0,"6"2"-72"0,6-3 22 0,-6 1 23 16,0 4-37-16,0-2 26 16,0 0-33-16,0 0 31 15,0 5-31-15,0 3 18 16,3 6-23-16,-3 4 15 16,3 6-18-16,-3 5 14 15,3 3-15-15,0 2 10 16,0-2-13-16,0-6 6 15,0-4-9-15,0-1 0 47,3 0-4-47,-3-5 0 0,3-3-1 0,-3 0-2 0,0-2 1 0,0-6-59 0,0 3 32 16,0-8-42-16,0 3 39 0</inkml:trace>
  <inkml:trace contextRef="#ctx0" brushRef="#br0" timeOffset="-54146.65">17763 7149 252 0,'9'-11'93'0,"-9"11"-72"0,15-5 20 0,-9 3 29 16,3 4-40-16,3-2 23 15,0 0-31-15,5 0 12 16,1 0-19-16,9-2 5 16,0-1-12-16,9-2 6 15,2 2-7-15,19-5 2 16,-4 3-5-16,1-3 0 16,-6 5-2-16,8-7-2 31,-2 4 1-31,-7-4-1 0,-5 4 0 0,0-2 2 15,-7 6-1-15,1-1 2 16,-3 3-2-16,0-2 2 16,-4 4-2-16,-8 1 6 15,0 5-4-15,-3 0 10 16,0 0-7-16,-3 2 10 16,-3 1-9-16,-1 2 14 0,4 0-12 15,-3 3 9-15,3 0-10 16,0 5 6-16,3 0-7 0,-3 3 2 15,3 3-5-15,-4 4 2 16,4-4-3-16,-3-1 0 16,3 1-1-16,0-1 1 15,-3 1-2-15,-6-9 4 16,0 1-3-16,-6-3 4 16,0-1-4-1,-12-4 1-15,3 0-1 0,-12-1 1 16,0 1-2-1,-15-6-1 1,4 0 1-16,-28 1-1 0,9-1 0 0,-8-2 0 16,8 2 0-16,-20-2 0 15,5-1 0-15,-5-2 2 16,8 3-1-16,-14-1 2 16,11 1-2-16,7 0-1 15,11-1 1-15,0-2 1 16,13 0-1-16,2 0-20 15,6 0 10-15,3 0-122 16,6 3 72-16,9 0-81 16,9-1 81-16</inkml:trace>
  <inkml:trace contextRef="#ctx0" brushRef="#br0" timeOffset="-52624.88">19222 7197 312 0,'-9'-14'115'0,"9"14"-89"0,6-2 10 15,-6-1 15 1,0 6-30-16,0-1 28 16,0 6-29-16,0 6 30 15,5 1-29-15,-2 9 14 0,3 5-20 0,0 6 7 16,0-3-13-16,-3-3 11 16,0-6-12-16,0 1 9 15,0-3-9-15,0-5 4 16,3 0-7-16,-3-3 4 15,0-2-5-15,-3-6 2 16,0 1-3 0,-3-9-2-16,0 0 0 0,-3-7-1 15,0-1 0-15,-3-13 0 16,3 1 0-16,-3-7-5 16,6 4 3-16,-2-6-3 15,2 6 2-15,-3-3-2 16,6 5 2-16,-3-5 2 15,6 8 1-15,-3-3 0 16,6 5 0-16,-3 1-3 16,5 4 2-16,4-1-1 15,3 1 0-15,6-2 2 16,0 6 0-16,6-3 0 16,2 5 0-16,13-5 0 15,3 5 0-15,17-6 0 16,-2 4 0-16,-7-1 0 15,-8 3 0 1,3 3 0-16,-1 2 0 0,10-2 0 16,-4 5 0-16,-2 0 0 15,-6 3 0-15,5-1 0 16,-5 1 0-16,-9 0 0 16,-7 2 0-16,4 0 0 0,0 3 0 15,-9 0 0-15,-3 0 0 0,-1 3 0 16,1 2 0-1,-3-3 0-15,0 4 0 0,0-1 4 16,3 3-2 0,2 2 1-1,1 3-1-15,0 3 1 16,-3 0-2-16,0 2 4 0,0 4-3 0,-1 7 4 16,-2-6-4-1,-6-4 4-15,0-3-4 16,-6-1 4-16,-3-1-4 0,-6-4 1 15,0 1-1-15,-9-6 1 16,3 0-2-16,-18-2 2 16,4-1-2-16,-16-2 2 15,3 3-2-15,-20-6-1 32,11 0 1-32,-20-2 1 15,5 0-1-15,-17-3-1 0,11 2 1 0,-20-4-1 16,11 2 0-16,-11-3 2 15,12 3-1-15,2-3-1 32,19 6 1-32,2-3-41 0,15 0 22 0,7 0-30 15,14 0 27-15</inkml:trace>
  <inkml:trace contextRef="#ctx0" brushRef="#br0" timeOffset="-52429.41">20826 7387 464 0,'-24'-32'176'0,"24"32"-137"0,6-10-11 0,0 7-123 15,0 3 46-15,3-2-91 16,6 2 81-16</inkml:trace>
  <inkml:trace contextRef="#ctx0" brushRef="#br0" timeOffset="-52278.81">21278 7501 448 0,'0'-24'167'0,"0"24"-129"0,6-13-9 16,0 8-100-1,6 5 34-15,6-6-74 16,3 4 64-16</inkml:trace>
  <inkml:trace contextRef="#ctx0" brushRef="#br0" timeOffset="-52130.21">21686 7504 484 0,'-3'-14'181'0,"3"14"-141"0,12-10 0 0,-3 7-8 15,0 3-23-15,9-3-42 16,0 3 17-16,5 0-34 16,4 6 29-16</inkml:trace>
  <inkml:trace contextRef="#ctx0" brushRef="#br0" timeOffset="-52012.52">22118 7557 424 0,'3'0'159'0,"-3"0"-124"0,6-3 24 0,-6 0 12 15,3 6-42-15,0-3-36 16,0 0 1-16,0-3-31 16,0 1 21-16</inkml:trace>
  <inkml:trace contextRef="#ctx0" brushRef="#br0" timeOffset="-51356.26">22969 7202 360 0,'-18'-26'134'0,"18"26"-104"0,3-6 27 16,-9 4 22-1,3 4-46-15,-3-2 16 16,3 6-31-16,-6 1 17 16,6 4-20-16,0 8 16 15,3 2-17-15,0 16 10 16,3 0-14-16,-3-3 6 0,0 1-9 0,0-4 0 15,6 1-4-15,3 2-2 16,0-2 0-16,-3-8-4 47,0-3 2-47,0-8-52 0,0 1 29 0,-6-9-41 16,0-2 37-16</inkml:trace>
  <inkml:trace contextRef="#ctx0" brushRef="#br0" timeOffset="-50661.6">22930 7107 324 0,'0'-11'123'0,"0"11"-95"0,45-5 11 0,-27 2 26 15,-3 3-39-15,14-2 26 16,4-1-31-16,12-2 9 15,2 2-18-15,7-5 7 16,-3 3-11-16,2-6 9 16,1 3-10-16,5-5 5 15,-5 5-7-15,-6 0 4 16,-7 3-5-16,4-3-2 16,-3 5-1-16,-4 3-1 15,-5 6 0-15,-3-1 0 16,-3 5 0-16,-7 1 4 15,-2 2-2-15,0 3 12 0,-3 3-7 16,-3-1 7 0,0 1-7-16,-3-1 4 15,0 3-6-15,0 1 4 0,2 1-5 16,-5 4 5-16,3 2-6 16,0 11 3-16,0-6-3 15,0-2 3-15,3-3-4 0,0 0 4 16,0-3-4-16,0-4 1 15,0-1-1-15,0 3 1 16,0-1-2-16,-4-7-3 16,4 0 1-16,-6-3-1 15,0 1 0-15,-3 1 0 16,0 1 0-16,-6-2 0 16,0-4 0-16,-9 1 0 15,0-1 0-15,-14 1 15 16,2 2-7-16,-6-5 15 15,3-3-12-15,-14-5 3 16,2 0-8-16,-21-2 7 16,7-1-7-16,-13-2 5 15,13-1-5-15,-13-1 0 16,4 4-2-16,-16-2 1 16,13 2-2-16,8 0-5 15,13 6 2-15,-13-3-30 16,12 3 18-16,10-1-116 0,11 4 73 15,-3-1-73 1,9 0 75-16</inkml:trace>
  <inkml:trace contextRef="#ctx0" brushRef="#br0" timeOffset="-9981.46">7509 4900 264 0,'0'-8'101'16,"0"8"-78"-16,0-8 31 0,0 6 40 15,0 2-51-15,0-3 32 16,0 0-45-16,0 1 16 16,0 2-28-16,0 0 15 15,3 2-19-15,0 4 19 16,0 4-19-16,0 3 13 16,0 9-16-16,0 9 10 15,0 4-12-15,0 10 0 16,0 0-6-1,-3 0-6-15,3-6 1 0,-3-2 10 0,2-2-5 16,-2-9 13-16,0-2-9 16,0-3-19-16,0-2 6 15,-2-6-95-15,2 0 56 16,-3-10-59-16,3-1 61 0</inkml:trace>
  <inkml:trace contextRef="#ctx0" brushRef="#br0" timeOffset="-9618.43">7732 4786 372 0,'3'-16'140'0,"-3"16"-109"0,9 0 18 0,-9 3 28 15,0 2-45-15,-6 6 25 16,3 2-34-16,-12 8 14 15,3 3-21-15,-12 8 15 16,7 2-17-16,-7 11 8 16,6 3-13-16,-3 0-3 15,6-6-3-15,0-2 4 16,6-6-4-16,3-5 14 16,3-2-9-16,3-6 3 15,6-5-7-15,12-6 5 16,3 1-6-16,12-9 1 15,0 1-2-15,5-6 3 16,-2 3-3-16,0-2-10 16,-1 2 5-16,-8-8-77 15,-3 3 45-15,-6-3-50 0,-3 0 49 16</inkml:trace>
  <inkml:trace contextRef="#ctx0" brushRef="#br0" timeOffset="-9416.97">7908 5133 480 0,'9'-16'178'0,"-9"16"-138"0,20-13 17 0,-14 5 13 16,3 5-42-16,0-7 6 16,3-1-21-16,0-2-1 15,3 2-7-15,0-2-38 16,0 8 17-16,-3-6-31 15,2 9 27-15</inkml:trace>
  <inkml:trace contextRef="#ctx0" brushRef="#br0" timeOffset="-8916.76">8152 4821 388 0,'-3'-8'145'0,"3"8"-112"0,3 13 19 0,-3-5 26 0,0 5-45 15,-3-2 24-15,3 2-34 16,0 3 10-16,3 2-19 16,-3-4 7-16,6-1-12 15,0 0 8-15,5-8-9 16,7-2 0-1,0 2-5-15,0-7-2 0,-3-1 0 16,-3-5 3-16,3 0-2 0,0-8-3 16,0 0 0-16,-7-5-6 15,4 5 4-15,-6 0 3 16,3 6 1-16,-6 5-1 16,0 7 1-1,0 6 7 1,3 0-4-16,0 3 16 0,3-1-11 15,0 1 7-15,0-1-9 0,6-2 9 16,3 0-9-16,-1-8 3 16,4 6-6-16,0-14-2 15,3 5-1-15,-3-5-1 16,-3 0 0-16,-3-8 0 16,-4 3 0-16,-11-3 0 15,0-2 0-15,-6-4-31 16,1 4 17-16,-4-1-133 15,6 12 81-15,0-7-80 16,3 4 85-16</inkml:trace>
  <inkml:trace contextRef="#ctx0" brushRef="#br0" timeOffset="-8554.34">8845 4530 492 0,'-9'-11'184'0,"9"11"-143"0,-21 8 10 0,13-8 14 32,5 8-40-32,-9 10 9 0,0-2-22 0,-3 8 9 15,6 3-12-15,-3 4 15 16,6-2-14-16,3-5 5 16,3-3-10-16,9 3 7 15,3-8-8-15,6-11 5 16,0-2-5-16,0-11 0 15,-4 0-2-15,-2-8-2 16,0 0 1-16,-3 1-1 16,3 1 0-16,-6-7 0 15,3 11 0-15,-9 4-3 16,3 6 2-16,-6 6-34 16,3 2 18-16,-3 5-89 15,0 0 59-15,0-2-138 16,6 2 104-16,0-11-57 15,3 1 81-15</inkml:trace>
  <inkml:trace contextRef="#ctx0" brushRef="#br0" timeOffset="-7879.41">9012 4490 384 0,'9'-21'143'0,"-9"21"-112"0,3-11 38 0,-3 9 33 16,0 2-57-16,0 0 13 16,3 2-35-16,-3 1 8 15,6 5-17-15,0 8 11 16,3 2-14-16,3 9 10 15,2 2-12-15,4 5 6 16,0 1-8-16,-3-9 2 16,3-2-5-16,0-3 5 15,0-2-6-15,-4-12 1 16,-2-1-2-16,-3-9 1 16,3 0-2-1,-6-10-1-15,3 3 1 0,-3-9-4 16,0 1 2-16,0-9 1 15,3 1 0 1,-3-1 0-16,0 9 0 0,0-3 2 16,0 7-1-16,0-4-1 15,3 5 1-15,-3-9-1 16,2 12 0-16,-5-3 0 16,0-1 0-16,0 1 0 15,0 5 0-15,-3-5 0 16,3 2 0-16,-3 1-3 15,0 5 2-15,0-1 1 16,3 4 0-16,0-1 2 16,0 6-1-16,0 2-1 15,0 3 1-15,-3 2-4 0,3 4 2 16,-3 4 1-16,0 3 0 16,0 8 2-16,0 6-1 0,-3 7-1 15,3 0 1-15,-3-2-4 16,3-5 2-1,-6 7 1 1,0-5 0 0,-6-8 2-16,1-3-1 0,-7-4-1 0,6-4 1 15,-9-5-1-15,3-2 0 0,-3-6 0 16,9 1 0-16,0-6 0 16,9 2 0-16,3-7 0 15,9 2 0 1,9-21 0-16,6 1 0 15,9-17 0-15,0 3 0 0,11-11 0 16,4 9 0-16,2-9-42 16,-2 8 23-16,-12 9-34 15,-6 12 30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a:latin typeface="Times New Roman" pitchFamily="18" charset="0"/>
                <a:ea typeface="+mn-ea"/>
                <a:cs typeface="+mn-cs"/>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New Roman" pitchFamily="18" charset="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a:latin typeface="Times New Roman" pitchFamily="18" charset="0"/>
                <a:ea typeface="+mn-ea"/>
                <a:cs typeface="+mn-cs"/>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New Roman" pitchFamily="18" charset="0"/>
                <a:ea typeface="+mn-ea"/>
                <a:cs typeface="+mn-cs"/>
              </a:defRPr>
            </a:lvl1pPr>
          </a:lstStyle>
          <a:p>
            <a:pPr>
              <a:defRPr/>
            </a:pPr>
            <a:fld id="{12071915-553D-485B-9739-70522BB42984}" type="slidenum">
              <a:rPr lang="en-US"/>
              <a:pPr>
                <a:defRPr/>
              </a:pPr>
              <a:t>‹#›</a:t>
            </a:fld>
            <a:endParaRPr lang="en-US"/>
          </a:p>
        </p:txBody>
      </p:sp>
    </p:spTree>
    <p:extLst>
      <p:ext uri="{BB962C8B-B14F-4D97-AF65-F5344CB8AC3E}">
        <p14:creationId xmlns:p14="http://schemas.microsoft.com/office/powerpoint/2010/main" val="41454859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96" charset="-128"/>
        <a:cs typeface="ＭＳ Ｐゴシック" pitchFamily="-96"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pitchFamily="-96"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pitchFamily="-96"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pitchFamily="-96"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pitchFamily="-9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a:ln/>
        </p:spPr>
      </p:sp>
      <p:sp>
        <p:nvSpPr>
          <p:cNvPr id="18434" name="Notes Placeholder 2"/>
          <p:cNvSpPr>
            <a:spLocks noGrp="1"/>
          </p:cNvSpPr>
          <p:nvPr>
            <p:ph type="body" idx="1"/>
          </p:nvPr>
        </p:nvSpPr>
        <p:spPr>
          <a:noFill/>
          <a:ln/>
        </p:spPr>
        <p:txBody>
          <a:bodyPr/>
          <a:lstStyle/>
          <a:p>
            <a:endParaRPr lang="en-US">
              <a:latin typeface="Times New Roman" pitchFamily="-96" charset="0"/>
            </a:endParaRPr>
          </a:p>
        </p:txBody>
      </p:sp>
      <p:sp>
        <p:nvSpPr>
          <p:cNvPr id="18435" name="Slide Number Placeholder 3"/>
          <p:cNvSpPr>
            <a:spLocks noGrp="1"/>
          </p:cNvSpPr>
          <p:nvPr>
            <p:ph type="sldNum" sz="quarter" idx="5"/>
          </p:nvPr>
        </p:nvSpPr>
        <p:spPr>
          <a:noFill/>
        </p:spPr>
        <p:txBody>
          <a:bodyPr/>
          <a:lstStyle/>
          <a:p>
            <a:fld id="{8321854C-CD98-4EFD-A870-B2B265F3BDC4}" type="slidenum">
              <a:rPr lang="en-US">
                <a:latin typeface="Times New Roman" pitchFamily="-96" charset="0"/>
                <a:ea typeface="ＭＳ Ｐゴシック" pitchFamily="-96" charset="-128"/>
                <a:cs typeface="ＭＳ Ｐゴシック" pitchFamily="-96" charset="-128"/>
              </a:rPr>
              <a:pPr/>
              <a:t>1</a:t>
            </a:fld>
            <a:endParaRPr lang="en-US">
              <a:latin typeface="Times New Roman" pitchFamily="-96" charset="0"/>
              <a:ea typeface="ＭＳ Ｐゴシック" pitchFamily="-96" charset="-128"/>
              <a:cs typeface="ＭＳ Ｐゴシック" pitchFamily="-96" charset="-128"/>
            </a:endParaRPr>
          </a:p>
        </p:txBody>
      </p:sp>
    </p:spTree>
    <p:extLst>
      <p:ext uri="{BB962C8B-B14F-4D97-AF65-F5344CB8AC3E}">
        <p14:creationId xmlns:p14="http://schemas.microsoft.com/office/powerpoint/2010/main" val="960162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1169988" y="688975"/>
            <a:ext cx="4530725" cy="3397250"/>
          </a:xfrm>
          <a:ln/>
        </p:spPr>
      </p:sp>
      <p:sp>
        <p:nvSpPr>
          <p:cNvPr id="196611"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201044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169988" y="688975"/>
            <a:ext cx="4530725" cy="3397250"/>
          </a:xfrm>
          <a:ln/>
        </p:spPr>
      </p:sp>
      <p:sp>
        <p:nvSpPr>
          <p:cNvPr id="198659"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2089853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1169988" y="688975"/>
            <a:ext cx="4530725" cy="3397250"/>
          </a:xfrm>
          <a:ln/>
        </p:spPr>
      </p:sp>
      <p:sp>
        <p:nvSpPr>
          <p:cNvPr id="200707"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62609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1829426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1169988" y="688975"/>
            <a:ext cx="4530725" cy="3397250"/>
          </a:xfrm>
          <a:ln/>
        </p:spPr>
      </p:sp>
      <p:sp>
        <p:nvSpPr>
          <p:cNvPr id="18432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233698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2021913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932616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488080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Text Box 1"/>
          <p:cNvSpPr txBox="1">
            <a:spLocks noChangeArrowheads="1"/>
          </p:cNvSpPr>
          <p:nvPr/>
        </p:nvSpPr>
        <p:spPr bwMode="auto">
          <a:xfrm>
            <a:off x="1158875" y="692549"/>
            <a:ext cx="4541384" cy="3415108"/>
          </a:xfrm>
          <a:prstGeom prst="rect">
            <a:avLst/>
          </a:prstGeom>
          <a:solidFill>
            <a:srgbClr val="FFFFFF"/>
          </a:solidFill>
          <a:ln w="9525">
            <a:solidFill>
              <a:srgbClr val="000000"/>
            </a:solidFill>
            <a:miter lim="800000"/>
            <a:headEnd/>
            <a:tailEnd/>
          </a:ln>
        </p:spPr>
        <p:txBody>
          <a:bodyPr wrap="none" lIns="86630" tIns="43315" rIns="86630" bIns="43315" anchor="ctr"/>
          <a:lstStyle/>
          <a:p>
            <a:endParaRPr lang="en-US"/>
          </a:p>
        </p:txBody>
      </p:sp>
      <p:sp>
        <p:nvSpPr>
          <p:cNvPr id="73731" name="Rectangle 2"/>
          <p:cNvSpPr txBox="1">
            <a:spLocks noGrp="1" noChangeArrowheads="1"/>
          </p:cNvSpPr>
          <p:nvPr>
            <p:ph type="body"/>
          </p:nvPr>
        </p:nvSpPr>
        <p:spPr>
          <a:xfrm>
            <a:off x="915081" y="4343798"/>
            <a:ext cx="5028973" cy="4115594"/>
          </a:xfrm>
          <a:prstGeom prst="rect">
            <a:avLst/>
          </a:prstGeom>
          <a:noFill/>
          <a:ln/>
        </p:spPr>
        <p:txBody>
          <a:bodyPr wrap="none" lIns="90086" tIns="45043" rIns="90086" bIns="45043" anchor="ctr"/>
          <a:lstStyle/>
          <a:p>
            <a:endParaRPr lang="en-US"/>
          </a:p>
        </p:txBody>
      </p:sp>
    </p:spTree>
    <p:extLst>
      <p:ext uri="{BB962C8B-B14F-4D97-AF65-F5344CB8AC3E}">
        <p14:creationId xmlns:p14="http://schemas.microsoft.com/office/powerpoint/2010/main" val="640838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1169988" y="688975"/>
            <a:ext cx="4530725" cy="3397250"/>
          </a:xfrm>
          <a:ln/>
        </p:spPr>
      </p:sp>
      <p:sp>
        <p:nvSpPr>
          <p:cNvPr id="18944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624428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14</a:t>
            </a:fld>
            <a:endParaRPr lang="en-US"/>
          </a:p>
        </p:txBody>
      </p:sp>
    </p:spTree>
    <p:extLst>
      <p:ext uri="{BB962C8B-B14F-4D97-AF65-F5344CB8AC3E}">
        <p14:creationId xmlns:p14="http://schemas.microsoft.com/office/powerpoint/2010/main" val="1007571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15</a:t>
            </a:fld>
            <a:endParaRPr lang="en-US"/>
          </a:p>
        </p:txBody>
      </p:sp>
    </p:spTree>
    <p:extLst>
      <p:ext uri="{BB962C8B-B14F-4D97-AF65-F5344CB8AC3E}">
        <p14:creationId xmlns:p14="http://schemas.microsoft.com/office/powerpoint/2010/main" val="1239448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88975"/>
            <a:ext cx="4530725" cy="3397250"/>
          </a:xfrm>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16</a:t>
            </a:fld>
            <a:endParaRPr lang="en-US"/>
          </a:p>
        </p:txBody>
      </p:sp>
    </p:spTree>
    <p:extLst>
      <p:ext uri="{BB962C8B-B14F-4D97-AF65-F5344CB8AC3E}">
        <p14:creationId xmlns:p14="http://schemas.microsoft.com/office/powerpoint/2010/main" val="1980084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Text Box 1"/>
          <p:cNvSpPr txBox="1">
            <a:spLocks noChangeArrowheads="1"/>
          </p:cNvSpPr>
          <p:nvPr/>
        </p:nvSpPr>
        <p:spPr bwMode="auto">
          <a:xfrm>
            <a:off x="1158875" y="692549"/>
            <a:ext cx="4541384" cy="3415108"/>
          </a:xfrm>
          <a:prstGeom prst="rect">
            <a:avLst/>
          </a:prstGeom>
          <a:solidFill>
            <a:srgbClr val="FFFFFF"/>
          </a:solidFill>
          <a:ln w="9525">
            <a:solidFill>
              <a:srgbClr val="000000"/>
            </a:solidFill>
            <a:miter lim="800000"/>
            <a:headEnd/>
            <a:tailEnd/>
          </a:ln>
        </p:spPr>
        <p:txBody>
          <a:bodyPr wrap="none" lIns="86630" tIns="43315" rIns="86630" bIns="43315" anchor="ctr"/>
          <a:lstStyle/>
          <a:p>
            <a:endParaRPr lang="en-US"/>
          </a:p>
        </p:txBody>
      </p:sp>
      <p:sp>
        <p:nvSpPr>
          <p:cNvPr id="75779" name="Rectangle 2"/>
          <p:cNvSpPr txBox="1">
            <a:spLocks noGrp="1" noChangeArrowheads="1"/>
          </p:cNvSpPr>
          <p:nvPr>
            <p:ph type="body"/>
          </p:nvPr>
        </p:nvSpPr>
        <p:spPr>
          <a:xfrm>
            <a:off x="915081" y="4343798"/>
            <a:ext cx="5028973" cy="4115594"/>
          </a:xfrm>
          <a:prstGeom prst="rect">
            <a:avLst/>
          </a:prstGeom>
          <a:noFill/>
          <a:ln/>
        </p:spPr>
        <p:txBody>
          <a:bodyPr wrap="none" lIns="90086" tIns="45043" rIns="90086" bIns="45043" anchor="ctr"/>
          <a:lstStyle/>
          <a:p>
            <a:endParaRPr lang="en-US"/>
          </a:p>
        </p:txBody>
      </p:sp>
    </p:spTree>
    <p:extLst>
      <p:ext uri="{BB962C8B-B14F-4D97-AF65-F5344CB8AC3E}">
        <p14:creationId xmlns:p14="http://schemas.microsoft.com/office/powerpoint/2010/main" val="2020125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987898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19</a:t>
            </a:fld>
            <a:endParaRPr lang="en-US"/>
          </a:p>
        </p:txBody>
      </p:sp>
    </p:spTree>
    <p:extLst>
      <p:ext uri="{BB962C8B-B14F-4D97-AF65-F5344CB8AC3E}">
        <p14:creationId xmlns:p14="http://schemas.microsoft.com/office/powerpoint/2010/main" val="1662183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93014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21</a:t>
            </a:fld>
            <a:endParaRPr lang="en-US"/>
          </a:p>
        </p:txBody>
      </p:sp>
    </p:spTree>
    <p:extLst>
      <p:ext uri="{BB962C8B-B14F-4D97-AF65-F5344CB8AC3E}">
        <p14:creationId xmlns:p14="http://schemas.microsoft.com/office/powerpoint/2010/main" val="1243946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88975"/>
            <a:ext cx="4530725" cy="3397250"/>
          </a:xfrm>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22</a:t>
            </a:fld>
            <a:endParaRPr lang="en-US"/>
          </a:p>
        </p:txBody>
      </p:sp>
    </p:spTree>
    <p:extLst>
      <p:ext uri="{BB962C8B-B14F-4D97-AF65-F5344CB8AC3E}">
        <p14:creationId xmlns:p14="http://schemas.microsoft.com/office/powerpoint/2010/main" val="1233966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23</a:t>
            </a:fld>
            <a:endParaRPr lang="en-US"/>
          </a:p>
        </p:txBody>
      </p:sp>
    </p:spTree>
    <p:extLst>
      <p:ext uri="{BB962C8B-B14F-4D97-AF65-F5344CB8AC3E}">
        <p14:creationId xmlns:p14="http://schemas.microsoft.com/office/powerpoint/2010/main" val="596911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24</a:t>
            </a:fld>
            <a:endParaRPr lang="en-US"/>
          </a:p>
        </p:txBody>
      </p:sp>
    </p:spTree>
    <p:extLst>
      <p:ext uri="{BB962C8B-B14F-4D97-AF65-F5344CB8AC3E}">
        <p14:creationId xmlns:p14="http://schemas.microsoft.com/office/powerpoint/2010/main" val="1743980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25</a:t>
            </a:fld>
            <a:endParaRPr lang="en-US"/>
          </a:p>
        </p:txBody>
      </p:sp>
    </p:spTree>
    <p:extLst>
      <p:ext uri="{BB962C8B-B14F-4D97-AF65-F5344CB8AC3E}">
        <p14:creationId xmlns:p14="http://schemas.microsoft.com/office/powerpoint/2010/main" val="16354617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1155700" y="693738"/>
            <a:ext cx="4552950" cy="3416300"/>
          </a:xfrm>
          <a:ln/>
        </p:spPr>
      </p:sp>
      <p:sp>
        <p:nvSpPr>
          <p:cNvPr id="150531" name="Rectangle 3"/>
          <p:cNvSpPr>
            <a:spLocks noGrp="1" noChangeArrowheads="1"/>
          </p:cNvSpPr>
          <p:nvPr>
            <p:ph type="body" idx="1"/>
          </p:nvPr>
        </p:nvSpPr>
        <p:spPr>
          <a:xfrm>
            <a:off x="914505" y="4341506"/>
            <a:ext cx="5028994" cy="411574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645413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28</a:t>
            </a:fld>
            <a:endParaRPr lang="en-US"/>
          </a:p>
        </p:txBody>
      </p:sp>
    </p:spTree>
    <p:extLst>
      <p:ext uri="{BB962C8B-B14F-4D97-AF65-F5344CB8AC3E}">
        <p14:creationId xmlns:p14="http://schemas.microsoft.com/office/powerpoint/2010/main" val="1790955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29</a:t>
            </a:fld>
            <a:endParaRPr lang="en-US"/>
          </a:p>
        </p:txBody>
      </p:sp>
    </p:spTree>
    <p:extLst>
      <p:ext uri="{BB962C8B-B14F-4D97-AF65-F5344CB8AC3E}">
        <p14:creationId xmlns:p14="http://schemas.microsoft.com/office/powerpoint/2010/main" val="19901960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30</a:t>
            </a:fld>
            <a:endParaRPr lang="en-US"/>
          </a:p>
        </p:txBody>
      </p:sp>
    </p:spTree>
    <p:extLst>
      <p:ext uri="{BB962C8B-B14F-4D97-AF65-F5344CB8AC3E}">
        <p14:creationId xmlns:p14="http://schemas.microsoft.com/office/powerpoint/2010/main" val="17390598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a:xfrm>
            <a:off x="1155700" y="693738"/>
            <a:ext cx="4552950" cy="3416300"/>
          </a:xfrm>
          <a:ln/>
        </p:spPr>
      </p:sp>
      <p:sp>
        <p:nvSpPr>
          <p:cNvPr id="203779" name="Rectangle 3"/>
          <p:cNvSpPr>
            <a:spLocks noGrp="1" noChangeArrowheads="1"/>
          </p:cNvSpPr>
          <p:nvPr>
            <p:ph type="body" idx="1"/>
          </p:nvPr>
        </p:nvSpPr>
        <p:spPr>
          <a:xfrm>
            <a:off x="914505" y="4341506"/>
            <a:ext cx="5028994" cy="411574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820824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Text Box 1"/>
          <p:cNvSpPr txBox="1">
            <a:spLocks noChangeArrowheads="1"/>
          </p:cNvSpPr>
          <p:nvPr/>
        </p:nvSpPr>
        <p:spPr bwMode="auto">
          <a:xfrm>
            <a:off x="1198563" y="692549"/>
            <a:ext cx="4463143" cy="3415108"/>
          </a:xfrm>
          <a:prstGeom prst="rect">
            <a:avLst/>
          </a:prstGeom>
          <a:solidFill>
            <a:srgbClr val="FFFFFF"/>
          </a:solidFill>
          <a:ln w="9525">
            <a:solidFill>
              <a:srgbClr val="000000"/>
            </a:solidFill>
            <a:miter lim="800000"/>
            <a:headEnd/>
            <a:tailEnd/>
          </a:ln>
        </p:spPr>
        <p:txBody>
          <a:bodyPr wrap="none" lIns="86630" tIns="43315" rIns="86630" bIns="43315" anchor="ctr"/>
          <a:lstStyle/>
          <a:p>
            <a:endParaRPr lang="en-US"/>
          </a:p>
        </p:txBody>
      </p:sp>
      <p:sp>
        <p:nvSpPr>
          <p:cNvPr id="64515" name="Rectangle 2"/>
          <p:cNvSpPr txBox="1">
            <a:spLocks noGrp="1" noChangeArrowheads="1"/>
          </p:cNvSpPr>
          <p:nvPr>
            <p:ph type="body"/>
          </p:nvPr>
        </p:nvSpPr>
        <p:spPr>
          <a:xfrm>
            <a:off x="915081" y="4343798"/>
            <a:ext cx="5028973" cy="4115594"/>
          </a:xfrm>
          <a:prstGeom prst="rect">
            <a:avLst/>
          </a:prstGeom>
          <a:noFill/>
          <a:ln/>
        </p:spPr>
        <p:txBody>
          <a:bodyPr wrap="none" lIns="90295" tIns="45147" rIns="90295" bIns="45147" anchor="ctr"/>
          <a:lstStyle/>
          <a:p>
            <a:endParaRPr lang="en-US"/>
          </a:p>
        </p:txBody>
      </p:sp>
    </p:spTree>
    <p:extLst>
      <p:ext uri="{BB962C8B-B14F-4D97-AF65-F5344CB8AC3E}">
        <p14:creationId xmlns:p14="http://schemas.microsoft.com/office/powerpoint/2010/main" val="17164854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36</a:t>
            </a:fld>
            <a:endParaRPr lang="en-US"/>
          </a:p>
        </p:txBody>
      </p:sp>
    </p:spTree>
    <p:extLst>
      <p:ext uri="{BB962C8B-B14F-4D97-AF65-F5344CB8AC3E}">
        <p14:creationId xmlns:p14="http://schemas.microsoft.com/office/powerpoint/2010/main" val="35745225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9988" y="688975"/>
            <a:ext cx="4530725" cy="3397250"/>
          </a:xfrm>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37</a:t>
            </a:fld>
            <a:endParaRPr lang="en-US"/>
          </a:p>
        </p:txBody>
      </p:sp>
    </p:spTree>
    <p:extLst>
      <p:ext uri="{BB962C8B-B14F-4D97-AF65-F5344CB8AC3E}">
        <p14:creationId xmlns:p14="http://schemas.microsoft.com/office/powerpoint/2010/main" val="14392173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37065747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body"/>
          </p:nvPr>
        </p:nvSpPr>
        <p:spPr>
          <a:xfrm>
            <a:off x="915081" y="4343798"/>
            <a:ext cx="5028973" cy="4115594"/>
          </a:xfrm>
          <a:prstGeom prst="rect">
            <a:avLst/>
          </a:prstGeom>
          <a:noFill/>
          <a:ln/>
        </p:spPr>
        <p:txBody>
          <a:bodyPr wrap="none" lIns="86630" tIns="43315" rIns="86630" bIns="43315" anchor="ctr"/>
          <a:lstStyle/>
          <a:p>
            <a:endParaRPr lang="en-US"/>
          </a:p>
        </p:txBody>
      </p:sp>
      <p:sp>
        <p:nvSpPr>
          <p:cNvPr id="39939" name="Text Box 3"/>
          <p:cNvSpPr txBox="1">
            <a:spLocks noChangeArrowheads="1"/>
          </p:cNvSpPr>
          <p:nvPr/>
        </p:nvSpPr>
        <p:spPr bwMode="auto">
          <a:xfrm>
            <a:off x="1200832" y="692549"/>
            <a:ext cx="4465410" cy="3417093"/>
          </a:xfrm>
          <a:prstGeom prst="rect">
            <a:avLst/>
          </a:prstGeom>
          <a:solidFill>
            <a:srgbClr val="FFFFFF"/>
          </a:solidFill>
          <a:ln w="9525">
            <a:solidFill>
              <a:srgbClr val="000000"/>
            </a:solidFill>
            <a:miter lim="800000"/>
            <a:headEnd/>
            <a:tailEnd/>
          </a:ln>
        </p:spPr>
        <p:txBody>
          <a:bodyPr wrap="none" lIns="86630" tIns="43315" rIns="86630" bIns="43315" anchor="ctr"/>
          <a:lstStyle/>
          <a:p>
            <a:endParaRPr lang="en-US"/>
          </a:p>
        </p:txBody>
      </p:sp>
    </p:spTree>
    <p:extLst>
      <p:ext uri="{BB962C8B-B14F-4D97-AF65-F5344CB8AC3E}">
        <p14:creationId xmlns:p14="http://schemas.microsoft.com/office/powerpoint/2010/main" val="532965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913947" y="4343798"/>
            <a:ext cx="5030108" cy="4115594"/>
          </a:xfrm>
          <a:prstGeom prst="rect">
            <a:avLst/>
          </a:prstGeom>
          <a:noFill/>
          <a:ln/>
        </p:spPr>
        <p:txBody>
          <a:bodyPr lIns="90650" tIns="44531" rIns="90650" bIns="44531"/>
          <a:lstStyle/>
          <a:p>
            <a:endParaRPr lang="en-US"/>
          </a:p>
        </p:txBody>
      </p:sp>
      <p:sp>
        <p:nvSpPr>
          <p:cNvPr id="40963" name="Rectangle 3"/>
          <p:cNvSpPr>
            <a:spLocks noGrp="1" noRot="1" noChangeAspect="1" noChangeArrowheads="1" noTextEdit="1"/>
          </p:cNvSpPr>
          <p:nvPr>
            <p:ph type="sldImg"/>
          </p:nvPr>
        </p:nvSpPr>
        <p:spPr>
          <a:xfrm>
            <a:off x="1143000" y="682625"/>
            <a:ext cx="4573588" cy="3432175"/>
          </a:xfrm>
          <a:ln w="12700" cap="flat">
            <a:solidFill>
              <a:schemeClr val="tx1"/>
            </a:solidFill>
          </a:ln>
        </p:spPr>
      </p:sp>
    </p:spTree>
    <p:extLst>
      <p:ext uri="{BB962C8B-B14F-4D97-AF65-F5344CB8AC3E}">
        <p14:creationId xmlns:p14="http://schemas.microsoft.com/office/powerpoint/2010/main" val="1636333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8526623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44</a:t>
            </a:fld>
            <a:endParaRPr lang="en-US"/>
          </a:p>
        </p:txBody>
      </p:sp>
    </p:spTree>
    <p:extLst>
      <p:ext uri="{BB962C8B-B14F-4D97-AF65-F5344CB8AC3E}">
        <p14:creationId xmlns:p14="http://schemas.microsoft.com/office/powerpoint/2010/main" val="2222098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4972510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spect="1" noChangeArrowheads="1" noTextEdit="1"/>
          </p:cNvSpPr>
          <p:nvPr>
            <p:ph type="sldImg"/>
          </p:nvPr>
        </p:nvSpPr>
        <p:spPr>
          <a:ln/>
        </p:spPr>
      </p:sp>
      <p:sp>
        <p:nvSpPr>
          <p:cNvPr id="23347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602359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50</a:t>
            </a:fld>
            <a:endParaRPr lang="en-US"/>
          </a:p>
        </p:txBody>
      </p:sp>
    </p:spTree>
    <p:extLst>
      <p:ext uri="{BB962C8B-B14F-4D97-AF65-F5344CB8AC3E}">
        <p14:creationId xmlns:p14="http://schemas.microsoft.com/office/powerpoint/2010/main" val="2097966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4741585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a:xfrm>
            <a:off x="1169988" y="688975"/>
            <a:ext cx="4530725" cy="3397250"/>
          </a:xfrm>
          <a:ln/>
        </p:spPr>
      </p:sp>
      <p:sp>
        <p:nvSpPr>
          <p:cNvPr id="23859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7509966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3208069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a:ln/>
        </p:spPr>
      </p:sp>
      <p:sp>
        <p:nvSpPr>
          <p:cNvPr id="241667"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3257099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741644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6351913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ChangeArrowheads="1" noTextEdit="1"/>
          </p:cNvSpPr>
          <p:nvPr>
            <p:ph type="sldImg"/>
          </p:nvPr>
        </p:nvSpPr>
        <p:spPr>
          <a:ln/>
        </p:spPr>
      </p:sp>
      <p:sp>
        <p:nvSpPr>
          <p:cNvPr id="244739"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428935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7599640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ln/>
        </p:spPr>
      </p:sp>
      <p:sp>
        <p:nvSpPr>
          <p:cNvPr id="246787"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9513976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a:ln/>
        </p:spPr>
      </p:sp>
      <p:sp>
        <p:nvSpPr>
          <p:cNvPr id="247811"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3391435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4120"/>
            <a:ext cx="5486400" cy="4113967"/>
          </a:xfrm>
          <a:prstGeom prst="rect">
            <a:avLst/>
          </a:prstGeom>
        </p:spPr>
        <p:txBody>
          <a:bodyPr lIns="86630" tIns="43315" rIns="86630" bIns="43315">
            <a:normAutofit/>
          </a:bodyPr>
          <a:lstStyle/>
          <a:p>
            <a:endParaRPr lang="en-US"/>
          </a:p>
        </p:txBody>
      </p:sp>
      <p:sp>
        <p:nvSpPr>
          <p:cNvPr id="4" name="Slide Number Placeholder 3"/>
          <p:cNvSpPr>
            <a:spLocks noGrp="1"/>
          </p:cNvSpPr>
          <p:nvPr>
            <p:ph type="sldNum" sz="quarter" idx="10"/>
          </p:nvPr>
        </p:nvSpPr>
        <p:spPr>
          <a:xfrm>
            <a:off x="3885206" y="8685210"/>
            <a:ext cx="2971304" cy="457276"/>
          </a:xfrm>
          <a:prstGeom prst="rect">
            <a:avLst/>
          </a:prstGeom>
        </p:spPr>
        <p:txBody>
          <a:bodyPr lIns="86630" tIns="43315" rIns="86630" bIns="43315"/>
          <a:lstStyle/>
          <a:p>
            <a:pPr>
              <a:defRPr/>
            </a:pPr>
            <a:fld id="{40F64717-A5A5-4C4E-9291-2F18B7410B06}" type="slidenum">
              <a:rPr lang="en-US" smtClean="0"/>
              <a:pPr>
                <a:defRPr/>
              </a:pPr>
              <a:t>62</a:t>
            </a:fld>
            <a:endParaRPr lang="en-US"/>
          </a:p>
        </p:txBody>
      </p:sp>
    </p:spTree>
    <p:extLst>
      <p:ext uri="{BB962C8B-B14F-4D97-AF65-F5344CB8AC3E}">
        <p14:creationId xmlns:p14="http://schemas.microsoft.com/office/powerpoint/2010/main" val="1742030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a:xfrm>
            <a:off x="685800" y="4344120"/>
            <a:ext cx="5486400" cy="4113967"/>
          </a:xfrm>
          <a:prstGeom prst="rect">
            <a:avLst/>
          </a:prstGeom>
        </p:spPr>
        <p:txBody>
          <a:bodyPr lIns="86630" tIns="43315" rIns="86630" bIns="43315"/>
          <a:lstStyle/>
          <a:p>
            <a:endParaRPr lang="en-US"/>
          </a:p>
        </p:txBody>
      </p:sp>
    </p:spTree>
    <p:extLst>
      <p:ext uri="{BB962C8B-B14F-4D97-AF65-F5344CB8AC3E}">
        <p14:creationId xmlns:p14="http://schemas.microsoft.com/office/powerpoint/2010/main" val="191274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4"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6FA721E2-1DC1-4E8F-B6C1-4E2A9759678D}"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7142D0FF-28DA-4C73-BF5F-423BAD45C139}"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CF7E37EE-5478-4A3C-9752-18944DF43D5E}"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2488" y="1362075"/>
            <a:ext cx="3871912"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5069C6A7-D06C-4975-B69B-6E2D89BA8AAE}"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454ABA64-6EE5-4C31-8331-7CC8CEE2D99E}"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p>
            <a:r>
              <a:rPr lang="en-US"/>
              <a:t>Click to edit Master title style</a:t>
            </a:r>
          </a:p>
        </p:txBody>
      </p:sp>
      <p:sp>
        <p:nvSpPr>
          <p:cNvPr id="3"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C0DBF591-A7E5-40FB-B180-76ABF36D6FA3}"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F9852D90-7953-4C6D-B4C9-CEC3ABF777D2}"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6AB5DE4E-3B4F-4E92-A21D-BBD0DF700A9B}"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C52E6B48-E6B6-4EF7-9E54-55DE399DCC03}"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6A781EEA-0EE7-455B-84E0-A1D5385EF66E}"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DE6D7CDF-11A6-4581-B2F6-AFA3C9339151}"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p>
            <a:r>
              <a:rPr lang="en-US"/>
              <a:t>Click to edit Master title style</a:t>
            </a:r>
          </a:p>
        </p:txBody>
      </p:sp>
      <p:sp>
        <p:nvSpPr>
          <p:cNvPr id="3" name="Content Placeholder 2"/>
          <p:cNvSpPr>
            <a:spLocks noGrp="1"/>
          </p:cNvSpPr>
          <p:nvPr>
            <p:ph sz="half" idx="1"/>
          </p:nvPr>
        </p:nvSpPr>
        <p:spPr>
          <a:xfrm>
            <a:off x="638175" y="1362075"/>
            <a:ext cx="3871913" cy="4972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2488" y="1362075"/>
            <a:ext cx="3871912" cy="2409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2488" y="3924300"/>
            <a:ext cx="3871912" cy="2409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476C40C2-5008-4721-AB4B-59993B87C66E}"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p>
            <a:r>
              <a:rPr lang="en-US"/>
              <a:t>Click to edit Master title style</a:t>
            </a:r>
          </a:p>
        </p:txBody>
      </p:sp>
      <p:sp>
        <p:nvSpPr>
          <p:cNvPr id="3" name="Text Placeholder 2"/>
          <p:cNvSpPr>
            <a:spLocks noGrp="1"/>
          </p:cNvSpPr>
          <p:nvPr>
            <p:ph type="body" sz="half" idx="1"/>
          </p:nvPr>
        </p:nvSpPr>
        <p:spPr>
          <a:xfrm>
            <a:off x="638175" y="1362075"/>
            <a:ext cx="3871913" cy="4972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2488" y="1362075"/>
            <a:ext cx="3871912" cy="4972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xfrm>
            <a:off x="8618538" y="6596063"/>
            <a:ext cx="492125" cy="228600"/>
          </a:xfrm>
          <a:prstGeom prst="rect">
            <a:avLst/>
          </a:prstGeom>
          <a:ln/>
        </p:spPr>
        <p:txBody>
          <a:bodyPr/>
          <a:lstStyle>
            <a:lvl1pPr>
              <a:defRPr/>
            </a:lvl1pPr>
          </a:lstStyle>
          <a:p>
            <a:pPr>
              <a:defRPr/>
            </a:pPr>
            <a:fld id="{3F903C22-4C3E-4B43-ABAD-83C5D58BF2FD}"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74650" y="371475"/>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eaLnBrk="0" hangingPunct="0">
              <a:defRPr/>
            </a:pPr>
            <a:endParaRPr lang="en-US" b="0">
              <a:latin typeface="Times New Roman" pitchFamily="18" charset="0"/>
              <a:ea typeface="+mn-ea"/>
              <a:cs typeface="+mn-cs"/>
            </a:endParaRPr>
          </a:p>
        </p:txBody>
      </p:sp>
      <p:sp>
        <p:nvSpPr>
          <p:cNvPr id="7" name="Text Box 5"/>
          <p:cNvSpPr txBox="1">
            <a:spLocks noChangeArrowheads="1"/>
          </p:cNvSpPr>
          <p:nvPr/>
        </p:nvSpPr>
        <p:spPr bwMode="auto">
          <a:xfrm>
            <a:off x="7897813" y="-26988"/>
            <a:ext cx="1309687" cy="274638"/>
          </a:xfrm>
          <a:prstGeom prst="rect">
            <a:avLst/>
          </a:prstGeom>
          <a:noFill/>
          <a:ln w="25400">
            <a:noFill/>
            <a:miter lim="800000"/>
            <a:headEnd/>
            <a:tailEnd/>
          </a:ln>
          <a:effectLst/>
        </p:spPr>
        <p:txBody>
          <a:bodyPr>
            <a:spAutoFit/>
          </a:bodyPr>
          <a:lstStyle/>
          <a:p>
            <a:pPr eaLnBrk="0" hangingPunct="0">
              <a:defRPr/>
            </a:pPr>
            <a:r>
              <a:rPr lang="en-US" sz="1200" dirty="0">
                <a:solidFill>
                  <a:schemeClr val="bg1"/>
                </a:solidFill>
                <a:latin typeface="Times New Roman" pitchFamily="18" charset="0"/>
                <a:ea typeface="+mn-ea"/>
                <a:cs typeface="+mn-cs"/>
              </a:rPr>
              <a:t>Carnegie Mellon</a:t>
            </a:r>
          </a:p>
        </p:txBody>
      </p:sp>
      <p:sp>
        <p:nvSpPr>
          <p:cNvPr id="8" name="Rectangle 7"/>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dirty="0"/>
          </a:p>
        </p:txBody>
      </p:sp>
      <p:sp>
        <p:nvSpPr>
          <p:cNvPr id="9" name="TextBox 8"/>
          <p:cNvSpPr txBox="1"/>
          <p:nvPr userDrawn="1"/>
        </p:nvSpPr>
        <p:spPr>
          <a:xfrm>
            <a:off x="-16031" y="6629400"/>
            <a:ext cx="4649342" cy="246221"/>
          </a:xfrm>
          <a:prstGeom prst="rect">
            <a:avLst/>
          </a:prstGeom>
          <a:noFill/>
        </p:spPr>
        <p:txBody>
          <a:bodyPr wrap="none" rtlCol="0">
            <a:spAutoFit/>
          </a:bodyPr>
          <a:lstStyle/>
          <a:p>
            <a:r>
              <a:rPr lang="en-US" sz="1000" b="0" i="0" dirty="0">
                <a:latin typeface="Calibri" pitchFamily="34" charset="0"/>
              </a:rPr>
              <a:t>Bryant</a:t>
            </a:r>
            <a:r>
              <a:rPr lang="en-US" sz="1000" b="0" i="0" baseline="0" dirty="0">
                <a:latin typeface="Calibri" pitchFamily="34" charset="0"/>
              </a:rPr>
              <a:t> and </a:t>
            </a:r>
            <a:r>
              <a:rPr lang="en-US" sz="1000" b="0" i="0" baseline="0" dirty="0" err="1">
                <a:latin typeface="Calibri" pitchFamily="34" charset="0"/>
              </a:rPr>
              <a:t>O’Hallaron</a:t>
            </a:r>
            <a:r>
              <a:rPr lang="en-US" sz="1000" b="0" i="0" baseline="0" dirty="0">
                <a:latin typeface="Calibri" pitchFamily="34" charset="0"/>
              </a:rPr>
              <a:t>, Computer Systems: A Programmer’s Perspective, Third Edition</a:t>
            </a:r>
            <a:endParaRPr lang="en-US" sz="1000" b="0" i="0"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ransition/>
  <p:hf hdr="0" ftr="0" dt="0"/>
  <p:txStyles>
    <p:titleStyle>
      <a:lvl1pPr marL="119063" indent="-119063" algn="l" rtl="0" fontAlgn="base">
        <a:spcBef>
          <a:spcPct val="0"/>
        </a:spcBef>
        <a:spcAft>
          <a:spcPct val="0"/>
        </a:spcAft>
        <a:defRPr sz="3600" b="1">
          <a:solidFill>
            <a:schemeClr val="tx1"/>
          </a:solidFill>
          <a:latin typeface="Calibri" pitchFamily="34" charset="0"/>
          <a:ea typeface="ＭＳ Ｐゴシック" pitchFamily="-96" charset="-128"/>
          <a:cs typeface="ＭＳ Ｐゴシック" pitchFamily="-96" charset="-128"/>
        </a:defRPr>
      </a:lvl1pPr>
      <a:lvl2pPr marL="119063" indent="-119063" algn="l" rtl="0" fontAlgn="base">
        <a:spcBef>
          <a:spcPct val="0"/>
        </a:spcBef>
        <a:spcAft>
          <a:spcPct val="0"/>
        </a:spcAft>
        <a:defRPr sz="3600" b="1">
          <a:solidFill>
            <a:schemeClr val="tx1"/>
          </a:solidFill>
          <a:latin typeface="Calibri" pitchFamily="-96" charset="0"/>
          <a:ea typeface="ＭＳ Ｐゴシック" pitchFamily="-96" charset="-128"/>
          <a:cs typeface="ＭＳ Ｐゴシック" pitchFamily="-96" charset="-128"/>
        </a:defRPr>
      </a:lvl2pPr>
      <a:lvl3pPr marL="119063" indent="-119063" algn="l" rtl="0" fontAlgn="base">
        <a:spcBef>
          <a:spcPct val="0"/>
        </a:spcBef>
        <a:spcAft>
          <a:spcPct val="0"/>
        </a:spcAft>
        <a:defRPr sz="3600" b="1">
          <a:solidFill>
            <a:schemeClr val="tx1"/>
          </a:solidFill>
          <a:latin typeface="Calibri" pitchFamily="-96" charset="0"/>
          <a:ea typeface="ＭＳ Ｐゴシック" pitchFamily="-96" charset="-128"/>
          <a:cs typeface="ＭＳ Ｐゴシック" pitchFamily="-96" charset="-128"/>
        </a:defRPr>
      </a:lvl3pPr>
      <a:lvl4pPr marL="119063" indent="-119063" algn="l" rtl="0" fontAlgn="base">
        <a:spcBef>
          <a:spcPct val="0"/>
        </a:spcBef>
        <a:spcAft>
          <a:spcPct val="0"/>
        </a:spcAft>
        <a:defRPr sz="3600" b="1">
          <a:solidFill>
            <a:schemeClr val="tx1"/>
          </a:solidFill>
          <a:latin typeface="Calibri" pitchFamily="-96" charset="0"/>
          <a:ea typeface="ＭＳ Ｐゴシック" pitchFamily="-96" charset="-128"/>
          <a:cs typeface="ＭＳ Ｐゴシック" pitchFamily="-96" charset="-128"/>
        </a:defRPr>
      </a:lvl4pPr>
      <a:lvl5pPr marL="119063" indent="-119063" algn="l" rtl="0" fontAlgn="base">
        <a:spcBef>
          <a:spcPct val="0"/>
        </a:spcBef>
        <a:spcAft>
          <a:spcPct val="0"/>
        </a:spcAft>
        <a:defRPr sz="3600" b="1">
          <a:solidFill>
            <a:schemeClr val="tx1"/>
          </a:solidFill>
          <a:latin typeface="Calibri" pitchFamily="-96" charset="0"/>
          <a:ea typeface="ＭＳ Ｐゴシック" pitchFamily="-96" charset="-128"/>
          <a:cs typeface="ＭＳ Ｐゴシック" pitchFamily="-96" charset="-128"/>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fontAlgn="base">
        <a:spcBef>
          <a:spcPct val="20000"/>
        </a:spcBef>
        <a:spcAft>
          <a:spcPct val="0"/>
        </a:spcAft>
        <a:buClr>
          <a:srgbClr val="990000"/>
        </a:buClr>
        <a:buSzPct val="60000"/>
        <a:buFont typeface="Wingdings 2" pitchFamily="-96" charset="2"/>
        <a:buChar char="¢"/>
        <a:defRPr sz="2400" b="1">
          <a:solidFill>
            <a:schemeClr val="tx1"/>
          </a:solidFill>
          <a:latin typeface="Calibri" pitchFamily="34" charset="0"/>
          <a:ea typeface="ＭＳ Ｐゴシック" pitchFamily="-96" charset="-128"/>
          <a:cs typeface="ＭＳ Ｐゴシック" pitchFamily="-96" charset="-128"/>
        </a:defRPr>
      </a:lvl1pPr>
      <a:lvl2pPr marL="742950" indent="-285750" algn="l" rtl="0" fontAlgn="base">
        <a:spcBef>
          <a:spcPct val="20000"/>
        </a:spcBef>
        <a:spcAft>
          <a:spcPct val="0"/>
        </a:spcAft>
        <a:buClr>
          <a:srgbClr val="990000"/>
        </a:buClr>
        <a:buSzPct val="110000"/>
        <a:buFont typeface="Wingdings" pitchFamily="-96" charset="2"/>
        <a:buChar char="§"/>
        <a:defRPr sz="2000">
          <a:solidFill>
            <a:schemeClr val="tx1"/>
          </a:solidFill>
          <a:latin typeface="Calibri" pitchFamily="34" charset="0"/>
          <a:ea typeface="ＭＳ Ｐゴシック" pitchFamily="-96" charset="-128"/>
        </a:defRPr>
      </a:lvl2pPr>
      <a:lvl3pPr marL="1143000" indent="-228600" algn="l" rtl="0" fontAlgn="base">
        <a:spcBef>
          <a:spcPct val="20000"/>
        </a:spcBef>
        <a:spcAft>
          <a:spcPct val="0"/>
        </a:spcAft>
        <a:buSzPct val="80000"/>
        <a:buFont typeface="Wingdings" pitchFamily="-96" charset="2"/>
        <a:buChar char="§"/>
        <a:defRPr sz="2000">
          <a:solidFill>
            <a:schemeClr val="tx1"/>
          </a:solidFill>
          <a:latin typeface="Calibri" pitchFamily="34" charset="0"/>
          <a:ea typeface="ＭＳ Ｐゴシック" pitchFamily="-96" charset="-128"/>
        </a:defRPr>
      </a:lvl3pPr>
      <a:lvl4pPr marL="1600200" indent="-228600" algn="l" rtl="0" fontAlgn="base">
        <a:spcBef>
          <a:spcPct val="20000"/>
        </a:spcBef>
        <a:spcAft>
          <a:spcPct val="0"/>
        </a:spcAft>
        <a:buChar char="–"/>
        <a:defRPr sz="2000">
          <a:solidFill>
            <a:schemeClr val="tx1"/>
          </a:solidFill>
          <a:latin typeface="Calibri" pitchFamily="34" charset="0"/>
          <a:ea typeface="ＭＳ Ｐゴシック" pitchFamily="-96" charset="-128"/>
        </a:defRPr>
      </a:lvl4pPr>
      <a:lvl5pPr marL="2057400" indent="-228600" algn="l" rtl="0" fontAlgn="base">
        <a:spcBef>
          <a:spcPct val="20000"/>
        </a:spcBef>
        <a:spcAft>
          <a:spcPct val="0"/>
        </a:spcAft>
        <a:buChar char="»"/>
        <a:defRPr sz="2000">
          <a:solidFill>
            <a:schemeClr val="tx1"/>
          </a:solidFill>
          <a:latin typeface="Calibri" pitchFamily="34" charset="0"/>
          <a:ea typeface="ＭＳ Ｐゴシック" pitchFamily="-96" charset="-128"/>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ctrTitle"/>
          </p:nvPr>
        </p:nvSpPr>
        <p:spPr>
          <a:xfrm>
            <a:off x="685800" y="1784350"/>
            <a:ext cx="7772400" cy="2406650"/>
          </a:xfrm>
        </p:spPr>
        <p:txBody>
          <a:bodyPr/>
          <a:lstStyle/>
          <a:p>
            <a:pPr marL="0" indent="0"/>
            <a:r>
              <a:rPr lang="en-US" dirty="0"/>
              <a:t>The Memory Hierarchy </a:t>
            </a:r>
            <a:r>
              <a:rPr lang="en-US" dirty="0">
                <a:latin typeface="Calibri" pitchFamily="-96" charset="0"/>
              </a:rPr>
              <a:t>:</a:t>
            </a:r>
            <a:br>
              <a:rPr lang="en-US" dirty="0">
                <a:latin typeface="Calibri" pitchFamily="-96" charset="0"/>
              </a:rPr>
            </a:br>
            <a:r>
              <a:rPr lang="en-US" dirty="0">
                <a:latin typeface="Calibri" pitchFamily="-96" charset="0"/>
              </a:rPr>
              <a:t>Memory Hierarchy - Cache</a:t>
            </a:r>
            <a:br>
              <a:rPr lang="en-US" dirty="0">
                <a:latin typeface="Calibri" pitchFamily="-96" charset="0"/>
              </a:rPr>
            </a:br>
            <a:br>
              <a:rPr lang="en-US" dirty="0">
                <a:latin typeface="Calibri" pitchFamily="-96" charset="0"/>
              </a:rPr>
            </a:br>
            <a:endParaRPr lang="en-US" sz="2000" b="0" dirty="0">
              <a:latin typeface="Calibri" pitchFamily="-96" charset="0"/>
            </a:endParaRPr>
          </a:p>
        </p:txBody>
      </p:sp>
      <p:sp>
        <p:nvSpPr>
          <p:cNvPr id="2" name="Subtitle 1"/>
          <p:cNvSpPr>
            <a:spLocks noGrp="1"/>
          </p:cNvSpPr>
          <p:nvPr>
            <p:ph type="subTitle" idx="1"/>
          </p:nvPr>
        </p:nvSpPr>
        <p:spPr/>
        <p:txBody>
          <a:bodyPr/>
          <a:lstStyle/>
          <a:p>
            <a:endParaRPr lang="tr-T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bwMode="auto">
          <a:xfrm>
            <a:off x="76201" y="3224042"/>
            <a:ext cx="8893175" cy="422079"/>
          </a:xfrm>
          <a:prstGeom prst="rect">
            <a:avLst/>
          </a:prstGeom>
          <a:solidFill>
            <a:srgbClr val="E6E6E6"/>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100" dirty="0">
              <a:solidFill>
                <a:srgbClr val="22228B"/>
              </a:solidFill>
              <a:latin typeface="Calibri" pitchFamily="34" charset="0"/>
            </a:endParaRPr>
          </a:p>
        </p:txBody>
      </p:sp>
      <p:sp>
        <p:nvSpPr>
          <p:cNvPr id="195587" name="Rectangle 3"/>
          <p:cNvSpPr>
            <a:spLocks noChangeArrowheads="1"/>
          </p:cNvSpPr>
          <p:nvPr/>
        </p:nvSpPr>
        <p:spPr bwMode="auto">
          <a:xfrm>
            <a:off x="76201" y="3224042"/>
            <a:ext cx="8893175" cy="1113107"/>
          </a:xfrm>
          <a:prstGeom prst="rect">
            <a:avLst/>
          </a:prstGeom>
          <a:noFill/>
          <a:ln w="28575" cmpd="sng">
            <a:solidFill>
              <a:schemeClr val="tx1"/>
            </a:solidFill>
            <a:miter lim="800000"/>
            <a:headEnd/>
            <a:tailEnd/>
          </a:ln>
          <a:effectLst/>
        </p:spPr>
        <p:txBody>
          <a:bodyPr wrap="square" lIns="90468" tIns="44441" rIns="90468" bIns="44441">
            <a:prstTxWarp prst="textNoShape">
              <a:avLst/>
            </a:prstTxWarp>
            <a:spAutoFit/>
          </a:bodyPr>
          <a:lstStyle/>
          <a:p>
            <a:pPr defTabSz="857076"/>
            <a:r>
              <a:rPr lang="en-US" sz="1200" dirty="0">
                <a:solidFill>
                  <a:srgbClr val="000000"/>
                </a:solidFill>
              </a:rPr>
              <a:t>Metric	1980	1985	1990	1995	2000	2005	2010	2020	</a:t>
            </a:r>
            <a:r>
              <a:rPr lang="en-US" sz="1200" i="1" dirty="0">
                <a:solidFill>
                  <a:srgbClr val="000000"/>
                </a:solidFill>
              </a:rPr>
              <a:t>2020:1980</a:t>
            </a:r>
          </a:p>
          <a:p>
            <a:pPr defTabSz="857076"/>
            <a:endParaRPr lang="en-US" sz="1050" dirty="0">
              <a:solidFill>
                <a:srgbClr val="22228B"/>
              </a:solidFill>
            </a:endParaRPr>
          </a:p>
          <a:p>
            <a:pPr defTabSz="857076"/>
            <a:endParaRPr lang="en-US" sz="1100" dirty="0">
              <a:solidFill>
                <a:srgbClr val="22228B"/>
              </a:solidFill>
            </a:endParaRPr>
          </a:p>
          <a:p>
            <a:pPr defTabSz="857076"/>
            <a:r>
              <a:rPr lang="en-US" sz="1100" dirty="0">
                <a:solidFill>
                  <a:srgbClr val="22228B"/>
                </a:solidFill>
              </a:rPr>
              <a:t>$/MB	8,000	880	100	30	1	0.1	0.06	0.001	8,000,000</a:t>
            </a:r>
            <a:endParaRPr lang="en-US" sz="1100" i="1" dirty="0">
              <a:solidFill>
                <a:srgbClr val="22228B"/>
              </a:solidFill>
            </a:endParaRPr>
          </a:p>
          <a:p>
            <a:pPr defTabSz="857076"/>
            <a:r>
              <a:rPr lang="en-US" sz="1100" dirty="0">
                <a:solidFill>
                  <a:srgbClr val="22228B"/>
                </a:solidFill>
              </a:rPr>
              <a:t>access (ns)	375	200	100	70	60	50	40	10	</a:t>
            </a:r>
            <a:r>
              <a:rPr lang="en-US" sz="1100" i="1" dirty="0">
                <a:solidFill>
                  <a:srgbClr val="22228B"/>
                </a:solidFill>
              </a:rPr>
              <a:t>37.5</a:t>
            </a:r>
            <a:endParaRPr lang="en-US" sz="1100" dirty="0">
              <a:solidFill>
                <a:srgbClr val="22228B"/>
              </a:solidFill>
            </a:endParaRPr>
          </a:p>
          <a:p>
            <a:pPr defTabSz="857076"/>
            <a:r>
              <a:rPr lang="en-US" sz="1100" dirty="0">
                <a:solidFill>
                  <a:srgbClr val="22228B"/>
                </a:solidFill>
              </a:rPr>
              <a:t>typical size (MB) 0.064	0.256	4	16	64	2,000	8,000	8,000	</a:t>
            </a:r>
            <a:r>
              <a:rPr lang="en-US" sz="1100" i="1" dirty="0">
                <a:solidFill>
                  <a:srgbClr val="22228B"/>
                </a:solidFill>
              </a:rPr>
              <a:t>125,000</a:t>
            </a:r>
            <a:r>
              <a:rPr lang="en-US" sz="1100" dirty="0">
                <a:solidFill>
                  <a:srgbClr val="22228B"/>
                </a:solidFill>
              </a:rPr>
              <a:t> </a:t>
            </a:r>
          </a:p>
        </p:txBody>
      </p:sp>
      <p:sp>
        <p:nvSpPr>
          <p:cNvPr id="18" name="Rectangle 17"/>
          <p:cNvSpPr/>
          <p:nvPr/>
        </p:nvSpPr>
        <p:spPr bwMode="auto">
          <a:xfrm>
            <a:off x="76201" y="5140854"/>
            <a:ext cx="8893175" cy="422079"/>
          </a:xfrm>
          <a:prstGeom prst="rect">
            <a:avLst/>
          </a:prstGeom>
          <a:solidFill>
            <a:srgbClr val="E2E2E2"/>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100" dirty="0">
              <a:solidFill>
                <a:srgbClr val="22228B"/>
              </a:solidFill>
              <a:latin typeface="Calibri" pitchFamily="34" charset="0"/>
            </a:endParaRPr>
          </a:p>
        </p:txBody>
      </p:sp>
      <p:sp>
        <p:nvSpPr>
          <p:cNvPr id="16" name="Rectangle 15"/>
          <p:cNvSpPr/>
          <p:nvPr/>
        </p:nvSpPr>
        <p:spPr bwMode="auto">
          <a:xfrm>
            <a:off x="98426" y="1396091"/>
            <a:ext cx="8893175" cy="422079"/>
          </a:xfrm>
          <a:prstGeom prst="rect">
            <a:avLst/>
          </a:prstGeom>
          <a:solidFill>
            <a:srgbClr val="E6E6E6"/>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100" dirty="0">
              <a:solidFill>
                <a:srgbClr val="000000"/>
              </a:solidFill>
              <a:latin typeface="Calibri" pitchFamily="34" charset="0"/>
            </a:endParaRPr>
          </a:p>
        </p:txBody>
      </p:sp>
      <p:sp>
        <p:nvSpPr>
          <p:cNvPr id="195586" name="Rectangle 2"/>
          <p:cNvSpPr>
            <a:spLocks noGrp="1" noChangeArrowheads="1"/>
          </p:cNvSpPr>
          <p:nvPr>
            <p:ph type="title"/>
          </p:nvPr>
        </p:nvSpPr>
        <p:spPr/>
        <p:txBody>
          <a:bodyPr/>
          <a:lstStyle/>
          <a:p>
            <a:r>
              <a:rPr lang="en-US" dirty="0"/>
              <a:t>Storage Trends</a:t>
            </a:r>
          </a:p>
        </p:txBody>
      </p:sp>
      <p:sp>
        <p:nvSpPr>
          <p:cNvPr id="195589" name="Rectangle 5"/>
          <p:cNvSpPr>
            <a:spLocks noChangeArrowheads="1"/>
          </p:cNvSpPr>
          <p:nvPr/>
        </p:nvSpPr>
        <p:spPr bwMode="auto">
          <a:xfrm>
            <a:off x="0" y="2919383"/>
            <a:ext cx="528952" cy="259027"/>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1100" dirty="0">
                <a:solidFill>
                  <a:srgbClr val="FF0000"/>
                </a:solidFill>
              </a:rPr>
              <a:t>DRAM</a:t>
            </a:r>
          </a:p>
        </p:txBody>
      </p:sp>
      <p:sp>
        <p:nvSpPr>
          <p:cNvPr id="195592" name="Rectangle 8"/>
          <p:cNvSpPr>
            <a:spLocks noChangeArrowheads="1"/>
          </p:cNvSpPr>
          <p:nvPr/>
        </p:nvSpPr>
        <p:spPr bwMode="auto">
          <a:xfrm>
            <a:off x="22226" y="1058070"/>
            <a:ext cx="616115" cy="305814"/>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1402" dirty="0">
                <a:solidFill>
                  <a:srgbClr val="FF0000"/>
                </a:solidFill>
              </a:rPr>
              <a:t>SRAM</a:t>
            </a:r>
          </a:p>
        </p:txBody>
      </p:sp>
      <p:sp>
        <p:nvSpPr>
          <p:cNvPr id="195593" name="Rectangle 9"/>
          <p:cNvSpPr>
            <a:spLocks noChangeArrowheads="1"/>
          </p:cNvSpPr>
          <p:nvPr/>
        </p:nvSpPr>
        <p:spPr bwMode="auto">
          <a:xfrm>
            <a:off x="76201" y="5140854"/>
            <a:ext cx="8893175" cy="1113107"/>
          </a:xfrm>
          <a:prstGeom prst="rect">
            <a:avLst/>
          </a:prstGeom>
          <a:noFill/>
          <a:ln w="28575" cap="flat" cmpd="sng" algn="ctr">
            <a:solidFill>
              <a:schemeClr val="tx1"/>
            </a:solidFill>
            <a:prstDash val="solid"/>
            <a:miter lim="800000"/>
            <a:headEnd type="none" w="med" len="med"/>
            <a:tailEnd type="none" w="med" len="med"/>
          </a:ln>
          <a:effectLst/>
        </p:spPr>
        <p:txBody>
          <a:bodyPr wrap="square" lIns="90468" tIns="44441" rIns="90468" bIns="44441">
            <a:prstTxWarp prst="textNoShape">
              <a:avLst/>
            </a:prstTxWarp>
            <a:spAutoFit/>
          </a:bodyPr>
          <a:lstStyle/>
          <a:p>
            <a:pPr defTabSz="857076"/>
            <a:r>
              <a:rPr lang="en-US" sz="1200" dirty="0">
                <a:solidFill>
                  <a:srgbClr val="000000"/>
                </a:solidFill>
              </a:rPr>
              <a:t>Metric	1980	1985	1990	1995	2000	2005	2010	2020 	</a:t>
            </a:r>
            <a:r>
              <a:rPr lang="en-US" sz="1200" i="1" dirty="0">
                <a:solidFill>
                  <a:srgbClr val="000000"/>
                </a:solidFill>
              </a:rPr>
              <a:t>2020:1980</a:t>
            </a:r>
          </a:p>
          <a:p>
            <a:pPr defTabSz="857076"/>
            <a:endParaRPr lang="en-US" sz="1050" dirty="0">
              <a:solidFill>
                <a:srgbClr val="22228B"/>
              </a:solidFill>
            </a:endParaRPr>
          </a:p>
          <a:p>
            <a:pPr defTabSz="857076"/>
            <a:endParaRPr lang="en-US" sz="1100" dirty="0">
              <a:solidFill>
                <a:srgbClr val="22228B"/>
              </a:solidFill>
            </a:endParaRPr>
          </a:p>
          <a:p>
            <a:pPr defTabSz="857076"/>
            <a:r>
              <a:rPr lang="en-US" sz="1100" dirty="0">
                <a:solidFill>
                  <a:srgbClr val="22228B"/>
                </a:solidFill>
              </a:rPr>
              <a:t>$/MB	500	100	8	0.30	0.01	0.005	0.0003	0.000015	</a:t>
            </a:r>
            <a:r>
              <a:rPr lang="en-US" sz="1100" i="1" dirty="0">
                <a:solidFill>
                  <a:srgbClr val="22228B"/>
                </a:solidFill>
              </a:rPr>
              <a:t>33,300,000</a:t>
            </a:r>
            <a:endParaRPr lang="en-US" sz="1100" dirty="0">
              <a:solidFill>
                <a:srgbClr val="22228B"/>
              </a:solidFill>
            </a:endParaRPr>
          </a:p>
          <a:p>
            <a:pPr defTabSz="857076"/>
            <a:r>
              <a:rPr lang="en-US" sz="1100" dirty="0">
                <a:solidFill>
                  <a:srgbClr val="22228B"/>
                </a:solidFill>
              </a:rPr>
              <a:t>access (ms)	87	75	28	10	8	</a:t>
            </a:r>
            <a:r>
              <a:rPr lang="en-US" sz="1100" i="1" dirty="0">
                <a:solidFill>
                  <a:srgbClr val="22228B"/>
                </a:solidFill>
              </a:rPr>
              <a:t>4	3	3ms	29</a:t>
            </a:r>
            <a:endParaRPr lang="en-US" sz="1100" dirty="0">
              <a:solidFill>
                <a:srgbClr val="22228B"/>
              </a:solidFill>
            </a:endParaRPr>
          </a:p>
          <a:p>
            <a:pPr defTabSz="857076"/>
            <a:r>
              <a:rPr lang="en-US" sz="1100" dirty="0">
                <a:solidFill>
                  <a:srgbClr val="22228B"/>
                </a:solidFill>
              </a:rPr>
              <a:t>typical size (MB) 1	10	160	1,000	20,000	160,000	1,500,000	4,000,000	</a:t>
            </a:r>
            <a:r>
              <a:rPr lang="en-US" sz="1100" i="1" dirty="0">
                <a:solidFill>
                  <a:srgbClr val="22228B"/>
                </a:solidFill>
              </a:rPr>
              <a:t>4,000,000</a:t>
            </a:r>
          </a:p>
        </p:txBody>
      </p:sp>
      <p:sp>
        <p:nvSpPr>
          <p:cNvPr id="195595" name="Rectangle 11"/>
          <p:cNvSpPr>
            <a:spLocks noChangeArrowheads="1"/>
          </p:cNvSpPr>
          <p:nvPr/>
        </p:nvSpPr>
        <p:spPr bwMode="auto">
          <a:xfrm>
            <a:off x="22226" y="4815567"/>
            <a:ext cx="426359" cy="259027"/>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1100" dirty="0">
                <a:solidFill>
                  <a:srgbClr val="FF0000"/>
                </a:solidFill>
              </a:rPr>
              <a:t>Disk</a:t>
            </a:r>
          </a:p>
        </p:txBody>
      </p:sp>
      <p:sp>
        <p:nvSpPr>
          <p:cNvPr id="195590" name="Rectangle 6"/>
          <p:cNvSpPr>
            <a:spLocks noChangeArrowheads="1"/>
          </p:cNvSpPr>
          <p:nvPr/>
        </p:nvSpPr>
        <p:spPr bwMode="auto">
          <a:xfrm>
            <a:off x="98426" y="1396090"/>
            <a:ext cx="8893175" cy="943830"/>
          </a:xfrm>
          <a:prstGeom prst="rect">
            <a:avLst/>
          </a:prstGeom>
          <a:noFill/>
          <a:ln w="28575" cmpd="sng">
            <a:solidFill>
              <a:schemeClr val="tx1"/>
            </a:solidFill>
            <a:miter lim="800000"/>
            <a:headEnd/>
            <a:tailEnd/>
          </a:ln>
          <a:effectLst/>
        </p:spPr>
        <p:txBody>
          <a:bodyPr wrap="square" lIns="90468" tIns="44441" rIns="90468" bIns="44441">
            <a:prstTxWarp prst="textNoShape">
              <a:avLst/>
            </a:prstTxWarp>
            <a:spAutoFit/>
          </a:bodyPr>
          <a:lstStyle/>
          <a:p>
            <a:pPr defTabSz="857076"/>
            <a:r>
              <a:rPr lang="en-US" sz="1200" dirty="0">
                <a:solidFill>
                  <a:srgbClr val="000000"/>
                </a:solidFill>
              </a:rPr>
              <a:t>Metric	1980	1985	1990	1995	2000	2005	2010	2020	</a:t>
            </a:r>
            <a:r>
              <a:rPr lang="en-US" sz="1200" i="1" dirty="0">
                <a:solidFill>
                  <a:srgbClr val="000000"/>
                </a:solidFill>
              </a:rPr>
              <a:t>2020:1980</a:t>
            </a:r>
          </a:p>
          <a:p>
            <a:pPr defTabSz="857076"/>
            <a:endParaRPr lang="en-US" sz="1050" dirty="0">
              <a:solidFill>
                <a:srgbClr val="22228B"/>
              </a:solidFill>
            </a:endParaRPr>
          </a:p>
          <a:p>
            <a:pPr defTabSz="857076"/>
            <a:endParaRPr lang="en-US" sz="1100" dirty="0">
              <a:solidFill>
                <a:srgbClr val="22228B"/>
              </a:solidFill>
            </a:endParaRPr>
          </a:p>
          <a:p>
            <a:pPr defTabSz="857076"/>
            <a:r>
              <a:rPr lang="en-US" sz="1100" dirty="0">
                <a:solidFill>
                  <a:srgbClr val="22228B"/>
                </a:solidFill>
              </a:rPr>
              <a:t>$/MB	19,200	2,900	320	256	100	75	60	?	&lt;</a:t>
            </a:r>
            <a:r>
              <a:rPr lang="en-US" sz="1100" i="1" dirty="0">
                <a:solidFill>
                  <a:srgbClr val="22228B"/>
                </a:solidFill>
              </a:rPr>
              <a:t>320</a:t>
            </a:r>
            <a:endParaRPr lang="en-US" sz="1100" dirty="0">
              <a:solidFill>
                <a:srgbClr val="22228B"/>
              </a:solidFill>
            </a:endParaRPr>
          </a:p>
          <a:p>
            <a:pPr defTabSz="857076"/>
            <a:r>
              <a:rPr lang="en-US" sz="1100" dirty="0">
                <a:solidFill>
                  <a:srgbClr val="22228B"/>
                </a:solidFill>
              </a:rPr>
              <a:t>access (ns)	300	150	35	15	3	2	1.5	0.4	</a:t>
            </a:r>
            <a:r>
              <a:rPr lang="en-US" sz="1100" i="1" dirty="0">
                <a:solidFill>
                  <a:srgbClr val="22228B"/>
                </a:solidFill>
              </a:rPr>
              <a:t>200</a:t>
            </a:r>
          </a:p>
        </p:txBody>
      </p:sp>
    </p:spTree>
    <p:extLst>
      <p:ext uri="{BB962C8B-B14F-4D97-AF65-F5344CB8AC3E}">
        <p14:creationId xmlns:p14="http://schemas.microsoft.com/office/powerpoint/2010/main" val="415181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bwMode="auto">
          <a:xfrm>
            <a:off x="76200" y="1815262"/>
            <a:ext cx="8826500" cy="395104"/>
          </a:xfrm>
          <a:prstGeom prst="rect">
            <a:avLst/>
          </a:prstGeom>
          <a:solidFill>
            <a:srgbClr val="E0E0E0"/>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dirty="0">
              <a:latin typeface="Calibri" pitchFamily="34" charset="0"/>
            </a:endParaRPr>
          </a:p>
        </p:txBody>
      </p:sp>
      <p:sp>
        <p:nvSpPr>
          <p:cNvPr id="197634" name="Rectangle 2"/>
          <p:cNvSpPr>
            <a:spLocks noGrp="1" noChangeArrowheads="1"/>
          </p:cNvSpPr>
          <p:nvPr>
            <p:ph type="title"/>
          </p:nvPr>
        </p:nvSpPr>
        <p:spPr/>
        <p:txBody>
          <a:bodyPr/>
          <a:lstStyle/>
          <a:p>
            <a:r>
              <a:rPr lang="en-US" dirty="0"/>
              <a:t>CPU Clock Rates</a:t>
            </a:r>
          </a:p>
        </p:txBody>
      </p:sp>
      <p:sp>
        <p:nvSpPr>
          <p:cNvPr id="197635" name="Rectangle 3"/>
          <p:cNvSpPr>
            <a:spLocks noChangeArrowheads="1"/>
          </p:cNvSpPr>
          <p:nvPr/>
        </p:nvSpPr>
        <p:spPr bwMode="auto">
          <a:xfrm>
            <a:off x="76200" y="1815262"/>
            <a:ext cx="8826500" cy="2921294"/>
          </a:xfrm>
          <a:prstGeom prst="rect">
            <a:avLst/>
          </a:prstGeom>
          <a:noFill/>
          <a:ln w="28575" cap="flat" cmpd="sng" algn="ctr">
            <a:solidFill>
              <a:srgbClr val="000000"/>
            </a:solidFill>
            <a:prstDash val="solid"/>
            <a:miter lim="800000"/>
            <a:headEnd type="none" w="med" len="med"/>
            <a:tailEnd type="none" w="med" len="med"/>
          </a:ln>
          <a:effectLst/>
        </p:spPr>
        <p:txBody>
          <a:bodyPr wrap="square" lIns="90468" tIns="44441" rIns="90468" bIns="44441">
            <a:prstTxWarp prst="textNoShape">
              <a:avLst/>
            </a:prstTxWarp>
            <a:spAutoFit/>
          </a:bodyPr>
          <a:lstStyle/>
          <a:p>
            <a:pPr algn="l">
              <a:lnSpc>
                <a:spcPct val="100000"/>
              </a:lnSpc>
            </a:pPr>
            <a:r>
              <a:rPr lang="en-US" sz="1600" dirty="0"/>
              <a:t>	</a:t>
            </a:r>
            <a:r>
              <a:rPr lang="en-US" sz="1200" dirty="0"/>
              <a:t>1980	1990	1995	2000	2003	2005	2010	</a:t>
            </a:r>
            <a:r>
              <a:rPr lang="en-US" sz="1200" i="1" dirty="0"/>
              <a:t>2010:1980</a:t>
            </a:r>
          </a:p>
          <a:p>
            <a:pPr algn="l">
              <a:lnSpc>
                <a:spcPct val="100000"/>
              </a:lnSpc>
            </a:pPr>
            <a:endParaRPr lang="en-US" sz="1200" dirty="0"/>
          </a:p>
          <a:p>
            <a:pPr algn="l">
              <a:lnSpc>
                <a:spcPct val="100000"/>
              </a:lnSpc>
            </a:pPr>
            <a:r>
              <a:rPr lang="en-US" sz="1200" dirty="0"/>
              <a:t>CPU	 8080	386	Pentium	P-III	P-4	Core 2	Core i7		---</a:t>
            </a:r>
          </a:p>
          <a:p>
            <a:pPr algn="l">
              <a:lnSpc>
                <a:spcPct val="100000"/>
              </a:lnSpc>
            </a:pPr>
            <a:endParaRPr lang="en-US" sz="1200" dirty="0"/>
          </a:p>
          <a:p>
            <a:pPr algn="l">
              <a:lnSpc>
                <a:spcPct val="100000"/>
              </a:lnSpc>
            </a:pPr>
            <a:r>
              <a:rPr lang="en-US" sz="1200" dirty="0"/>
              <a:t>Clock </a:t>
            </a:r>
          </a:p>
          <a:p>
            <a:pPr algn="l">
              <a:lnSpc>
                <a:spcPct val="100000"/>
              </a:lnSpc>
            </a:pPr>
            <a:r>
              <a:rPr lang="en-US" sz="1200" dirty="0"/>
              <a:t>rate (MHz)     	1	20	150	600	3300	2000	2500		2500</a:t>
            </a:r>
          </a:p>
          <a:p>
            <a:pPr algn="l">
              <a:lnSpc>
                <a:spcPct val="100000"/>
              </a:lnSpc>
            </a:pPr>
            <a:endParaRPr lang="en-US" sz="1200" dirty="0"/>
          </a:p>
          <a:p>
            <a:pPr algn="l">
              <a:lnSpc>
                <a:spcPct val="100000"/>
              </a:lnSpc>
            </a:pPr>
            <a:r>
              <a:rPr lang="en-US" sz="1200" dirty="0"/>
              <a:t>Cycle </a:t>
            </a:r>
          </a:p>
          <a:p>
            <a:pPr algn="l">
              <a:lnSpc>
                <a:spcPct val="100000"/>
              </a:lnSpc>
            </a:pPr>
            <a:r>
              <a:rPr lang="en-US" sz="1200" dirty="0"/>
              <a:t>time (ns)	1000	50	6	1.6	0.3	0.50	0.4		2500</a:t>
            </a:r>
          </a:p>
          <a:p>
            <a:pPr algn="l">
              <a:lnSpc>
                <a:spcPct val="100000"/>
              </a:lnSpc>
            </a:pPr>
            <a:endParaRPr lang="en-US" sz="1200" dirty="0"/>
          </a:p>
          <a:p>
            <a:pPr algn="l">
              <a:lnSpc>
                <a:spcPct val="100000"/>
              </a:lnSpc>
            </a:pPr>
            <a:r>
              <a:rPr lang="en-US" sz="1200" dirty="0"/>
              <a:t>Cores	    1	1	1	1	1	2	4		4</a:t>
            </a:r>
          </a:p>
          <a:p>
            <a:pPr algn="l">
              <a:lnSpc>
                <a:spcPct val="100000"/>
              </a:lnSpc>
            </a:pPr>
            <a:endParaRPr lang="en-US" sz="1200" dirty="0"/>
          </a:p>
          <a:p>
            <a:pPr algn="l">
              <a:lnSpc>
                <a:spcPct val="100000"/>
              </a:lnSpc>
            </a:pPr>
            <a:r>
              <a:rPr lang="en-US" sz="1200" dirty="0"/>
              <a:t>Effective</a:t>
            </a:r>
          </a:p>
          <a:p>
            <a:pPr algn="l">
              <a:lnSpc>
                <a:spcPct val="100000"/>
              </a:lnSpc>
            </a:pPr>
            <a:r>
              <a:rPr lang="en-US" sz="1200" dirty="0"/>
              <a:t>cycle 	1000	50	6	1.6	0.3	0.25	0.1		10,000</a:t>
            </a:r>
          </a:p>
          <a:p>
            <a:pPr algn="l">
              <a:lnSpc>
                <a:spcPct val="100000"/>
              </a:lnSpc>
            </a:pPr>
            <a:r>
              <a:rPr lang="en-US" sz="1200" dirty="0"/>
              <a:t>time (ns)</a:t>
            </a:r>
            <a:endParaRPr lang="en-US" sz="1400" dirty="0"/>
          </a:p>
        </p:txBody>
      </p:sp>
      <p:sp>
        <p:nvSpPr>
          <p:cNvPr id="7" name="TextBox 6"/>
          <p:cNvSpPr txBox="1"/>
          <p:nvPr/>
        </p:nvSpPr>
        <p:spPr>
          <a:xfrm>
            <a:off x="4020056" y="626571"/>
            <a:ext cx="4896177" cy="832904"/>
          </a:xfrm>
          <a:prstGeom prst="rect">
            <a:avLst/>
          </a:prstGeom>
          <a:noFill/>
        </p:spPr>
        <p:txBody>
          <a:bodyPr wrap="none" lIns="91421" tIns="45710" rIns="91421" bIns="45710" rtlCol="0">
            <a:spAutoFit/>
          </a:bodyPr>
          <a:lstStyle/>
          <a:p>
            <a:r>
              <a:rPr lang="en-US" sz="2403" dirty="0">
                <a:latin typeface="Calibri" pitchFamily="34" charset="0"/>
              </a:rPr>
              <a:t>Inflection point in computer history</a:t>
            </a:r>
          </a:p>
          <a:p>
            <a:r>
              <a:rPr lang="en-US" sz="2403" dirty="0">
                <a:latin typeface="Calibri" pitchFamily="34" charset="0"/>
              </a:rPr>
              <a:t>when designers hit the “Power Wall”</a:t>
            </a:r>
          </a:p>
        </p:txBody>
      </p:sp>
      <p:cxnSp>
        <p:nvCxnSpPr>
          <p:cNvPr id="9" name="Straight Arrow Connector 8"/>
          <p:cNvCxnSpPr/>
          <p:nvPr/>
        </p:nvCxnSpPr>
        <p:spPr bwMode="auto">
          <a:xfrm rot="10800000" flipV="1">
            <a:off x="5029203" y="1268600"/>
            <a:ext cx="457198" cy="332452"/>
          </a:xfrm>
          <a:prstGeom prst="straightConnector1">
            <a:avLst/>
          </a:prstGeom>
          <a:noFill/>
          <a:ln w="25400" cap="flat" cmpd="sng" algn="ctr">
            <a:solidFill>
              <a:schemeClr val="tx1"/>
            </a:solidFill>
            <a:prstDash val="solid"/>
            <a:round/>
            <a:headEnd type="none" w="med" len="med"/>
            <a:tailEnd type="arrow"/>
          </a:ln>
          <a:effectLst/>
        </p:spPr>
      </p:cxnSp>
      <p:sp>
        <p:nvSpPr>
          <p:cNvPr id="14" name="Rectangle 13"/>
          <p:cNvSpPr/>
          <p:nvPr/>
        </p:nvSpPr>
        <p:spPr bwMode="auto">
          <a:xfrm>
            <a:off x="4572000" y="1601053"/>
            <a:ext cx="685801" cy="4722206"/>
          </a:xfrm>
          <a:prstGeom prst="rect">
            <a:avLst/>
          </a:prstGeom>
          <a:noFill/>
          <a:ln w="12700" cap="flat" cmpd="sng" algn="ctr">
            <a:solidFill>
              <a:schemeClr val="tx1"/>
            </a:solidFill>
            <a:prstDash val="dash"/>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Tree>
    <p:extLst>
      <p:ext uri="{BB962C8B-B14F-4D97-AF65-F5344CB8AC3E}">
        <p14:creationId xmlns:p14="http://schemas.microsoft.com/office/powerpoint/2010/main" val="99189968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t>The CPU-Memory Gap</a:t>
            </a:r>
          </a:p>
        </p:txBody>
      </p:sp>
      <p:sp>
        <p:nvSpPr>
          <p:cNvPr id="199684" name="Rectangle 4"/>
          <p:cNvSpPr>
            <a:spLocks noChangeArrowheads="1"/>
          </p:cNvSpPr>
          <p:nvPr/>
        </p:nvSpPr>
        <p:spPr bwMode="auto">
          <a:xfrm>
            <a:off x="404814" y="1144059"/>
            <a:ext cx="8167687" cy="446070"/>
          </a:xfrm>
          <a:prstGeom prst="rect">
            <a:avLst/>
          </a:prstGeom>
          <a:noFill/>
          <a:ln w="19050">
            <a:noFill/>
            <a:miter lim="800000"/>
            <a:headEnd/>
            <a:tailEnd type="none" w="sm" len="sm"/>
          </a:ln>
          <a:effectLst/>
        </p:spPr>
        <p:txBody>
          <a:bodyPr lIns="45710" tIns="45710" rIns="45710" bIns="45710">
            <a:prstTxWarp prst="textNoShape">
              <a:avLst/>
            </a:prstTxWarp>
            <a:spAutoFit/>
          </a:bodyPr>
          <a:lstStyle/>
          <a:p>
            <a:pPr algn="l" eaLnBrk="1" hangingPunct="1">
              <a:lnSpc>
                <a:spcPct val="95000"/>
              </a:lnSpc>
              <a:spcBef>
                <a:spcPct val="50000"/>
              </a:spcBef>
              <a:buClr>
                <a:schemeClr val="hlink"/>
              </a:buClr>
              <a:buFont typeface="Wingdings" charset="2"/>
              <a:buNone/>
            </a:pPr>
            <a:r>
              <a:rPr lang="en-US" sz="2403" dirty="0">
                <a:solidFill>
                  <a:srgbClr val="FF0000"/>
                </a:solidFill>
                <a:effectLst>
                  <a:outerShdw blurRad="38100" dist="38100" dir="2700000" algn="tl">
                    <a:srgbClr val="DDDDDD"/>
                  </a:outerShdw>
                </a:effectLst>
              </a:rPr>
              <a:t>The gap </a:t>
            </a:r>
            <a:r>
              <a:rPr lang="en-US" sz="2403" dirty="0">
                <a:ln>
                  <a:solidFill>
                    <a:srgbClr val="DF9F98"/>
                  </a:solidFill>
                </a:ln>
                <a:solidFill>
                  <a:srgbClr val="FF0000"/>
                </a:solidFill>
                <a:effectLst>
                  <a:outerShdw blurRad="38100" dist="38100" dir="2700000" algn="tl">
                    <a:srgbClr val="DDDDDD"/>
                  </a:outerShdw>
                </a:effectLst>
              </a:rPr>
              <a:t>widens</a:t>
            </a:r>
            <a:r>
              <a:rPr lang="en-US" sz="2403" dirty="0">
                <a:solidFill>
                  <a:srgbClr val="FF0000"/>
                </a:solidFill>
                <a:effectLst>
                  <a:outerShdw blurRad="38100" dist="38100" dir="2700000" algn="tl">
                    <a:srgbClr val="DDDDDD"/>
                  </a:outerShdw>
                </a:effectLst>
              </a:rPr>
              <a:t> between DRAM, disk, and CPU speeds. </a:t>
            </a:r>
          </a:p>
        </p:txBody>
      </p:sp>
      <p:graphicFrame>
        <p:nvGraphicFramePr>
          <p:cNvPr id="7" name="Chart 6"/>
          <p:cNvGraphicFramePr>
            <a:graphicFrameLocks noGrp="1"/>
          </p:cNvGraphicFramePr>
          <p:nvPr/>
        </p:nvGraphicFramePr>
        <p:xfrm>
          <a:off x="357018" y="1677213"/>
          <a:ext cx="8572500" cy="5217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119928" y="1981871"/>
            <a:ext cx="725592"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Disk</a:t>
            </a:r>
          </a:p>
        </p:txBody>
      </p:sp>
      <p:sp>
        <p:nvSpPr>
          <p:cNvPr id="9" name="TextBox 8"/>
          <p:cNvSpPr txBox="1"/>
          <p:nvPr/>
        </p:nvSpPr>
        <p:spPr>
          <a:xfrm>
            <a:off x="4876390" y="4190647"/>
            <a:ext cx="1008112"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DRAM</a:t>
            </a:r>
          </a:p>
        </p:txBody>
      </p:sp>
      <p:sp>
        <p:nvSpPr>
          <p:cNvPr id="10" name="TextBox 9"/>
          <p:cNvSpPr txBox="1"/>
          <p:nvPr/>
        </p:nvSpPr>
        <p:spPr>
          <a:xfrm>
            <a:off x="5028945" y="5637776"/>
            <a:ext cx="714354"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CPU</a:t>
            </a:r>
          </a:p>
        </p:txBody>
      </p:sp>
      <p:sp>
        <p:nvSpPr>
          <p:cNvPr id="11" name="TextBox 10"/>
          <p:cNvSpPr txBox="1"/>
          <p:nvPr/>
        </p:nvSpPr>
        <p:spPr>
          <a:xfrm>
            <a:off x="6004583" y="2819683"/>
            <a:ext cx="671013"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SSD</a:t>
            </a:r>
          </a:p>
        </p:txBody>
      </p:sp>
    </p:spTree>
    <p:extLst>
      <p:ext uri="{BB962C8B-B14F-4D97-AF65-F5344CB8AC3E}">
        <p14:creationId xmlns:p14="http://schemas.microsoft.com/office/powerpoint/2010/main" val="20768623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Locality to the Rescue!	</a:t>
            </a:r>
            <a:endParaRPr lang="en-US" dirty="0"/>
          </a:p>
        </p:txBody>
      </p:sp>
      <p:sp>
        <p:nvSpPr>
          <p:cNvPr id="3" name="Content Placeholder 2"/>
          <p:cNvSpPr>
            <a:spLocks noGrp="1"/>
          </p:cNvSpPr>
          <p:nvPr>
            <p:ph idx="1"/>
          </p:nvPr>
        </p:nvSpPr>
        <p:spPr/>
        <p:txBody>
          <a:bodyPr/>
          <a:lstStyle/>
          <a:p>
            <a:endParaRPr lang="en-US" dirty="0"/>
          </a:p>
          <a:p>
            <a:pPr>
              <a:buNone/>
            </a:pPr>
            <a:r>
              <a:rPr lang="en-US" dirty="0"/>
              <a:t>The key to bridging this CPU-Memory gap is a fundamental property of computer programs known as </a:t>
            </a:r>
            <a:r>
              <a:rPr lang="en-US" dirty="0">
                <a:solidFill>
                  <a:srgbClr val="FF0000"/>
                </a:solidFill>
              </a:rPr>
              <a:t>locality</a:t>
            </a:r>
          </a:p>
        </p:txBody>
      </p:sp>
    </p:spTree>
    <p:extLst>
      <p:ext uri="{BB962C8B-B14F-4D97-AF65-F5344CB8AC3E}">
        <p14:creationId xmlns:p14="http://schemas.microsoft.com/office/powerpoint/2010/main" val="18645984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9" y="437066"/>
            <a:ext cx="8177382" cy="761647"/>
          </a:xfrm>
        </p:spPr>
        <p:txBody>
          <a:bodyPr/>
          <a:lstStyle/>
          <a:p>
            <a:r>
              <a:rPr lang="en-US" dirty="0"/>
              <a:t>Locality</a:t>
            </a:r>
          </a:p>
        </p:txBody>
      </p:sp>
      <p:sp>
        <p:nvSpPr>
          <p:cNvPr id="3" name="Content Placeholder 2"/>
          <p:cNvSpPr>
            <a:spLocks noGrp="1"/>
          </p:cNvSpPr>
          <p:nvPr>
            <p:ph idx="1"/>
          </p:nvPr>
        </p:nvSpPr>
        <p:spPr/>
        <p:txBody>
          <a:bodyPr/>
          <a:lstStyle/>
          <a:p>
            <a:pPr>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r>
              <a:rPr lang="en-US" dirty="0">
                <a:solidFill>
                  <a:srgbClr val="C00000"/>
                </a:solidFill>
              </a:rPr>
              <a:t>Principle of Locality:</a:t>
            </a:r>
            <a:r>
              <a:rPr lang="en-US" dirty="0"/>
              <a:t> </a:t>
            </a:r>
            <a:r>
              <a:rPr lang="en-GB" dirty="0"/>
              <a:t>Programs tend to use data and instructions with addresses near or equal to those they have used recently</a:t>
            </a:r>
          </a:p>
          <a:p>
            <a:pPr>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endParaRPr lang="en-GB" dirty="0">
              <a:solidFill>
                <a:srgbClr val="C00000"/>
              </a:solidFill>
            </a:endParaRPr>
          </a:p>
          <a:p>
            <a:pPr>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r>
              <a:rPr lang="en-GB" dirty="0">
                <a:solidFill>
                  <a:srgbClr val="C00000"/>
                </a:solidFill>
              </a:rPr>
              <a:t>Temporal locality:  </a:t>
            </a:r>
          </a:p>
          <a:p>
            <a:pPr lvl="1">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r>
              <a:rPr lang="en-GB" dirty="0"/>
              <a:t>Recently referenced items are likely </a:t>
            </a:r>
            <a:br>
              <a:rPr lang="en-GB" dirty="0"/>
            </a:br>
            <a:r>
              <a:rPr lang="en-GB" dirty="0"/>
              <a:t>to be referenced again in the near future</a:t>
            </a:r>
          </a:p>
          <a:p>
            <a:pPr>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endParaRPr lang="en-GB" dirty="0">
              <a:solidFill>
                <a:srgbClr val="C00000"/>
              </a:solidFill>
            </a:endParaRPr>
          </a:p>
          <a:p>
            <a:pPr>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r>
              <a:rPr lang="en-GB" dirty="0">
                <a:solidFill>
                  <a:srgbClr val="C00000"/>
                </a:solidFill>
              </a:rPr>
              <a:t>Spatial locality:  </a:t>
            </a:r>
          </a:p>
          <a:p>
            <a:pPr lvl="1">
              <a:tabLst>
                <a:tab pos="384097" algn="l"/>
                <a:tab pos="911041" algn="l"/>
                <a:tab pos="1825256" algn="l"/>
                <a:tab pos="2739471" algn="l"/>
                <a:tab pos="3653686" algn="l"/>
                <a:tab pos="4567901" algn="l"/>
                <a:tab pos="5482116" algn="l"/>
                <a:tab pos="6396331" algn="l"/>
                <a:tab pos="7310546" algn="l"/>
                <a:tab pos="8224762" algn="l"/>
                <a:tab pos="9138977" algn="l"/>
                <a:tab pos="10053192" algn="l"/>
              </a:tabLst>
              <a:defRPr/>
            </a:pPr>
            <a:r>
              <a:rPr lang="en-GB" dirty="0"/>
              <a:t>Items with nearby addresses tend </a:t>
            </a:r>
            <a:br>
              <a:rPr lang="en-GB" dirty="0"/>
            </a:br>
            <a:r>
              <a:rPr lang="en-GB" dirty="0"/>
              <a:t>to be referenced close together in time</a:t>
            </a:r>
          </a:p>
          <a:p>
            <a:pPr>
              <a:buNone/>
            </a:pPr>
            <a:endParaRPr lang="en-US" dirty="0"/>
          </a:p>
          <a:p>
            <a:endParaRPr lang="en-US" dirty="0"/>
          </a:p>
        </p:txBody>
      </p:sp>
      <p:sp>
        <p:nvSpPr>
          <p:cNvPr id="4" name="Rectangle 3"/>
          <p:cNvSpPr/>
          <p:nvPr/>
        </p:nvSpPr>
        <p:spPr bwMode="auto">
          <a:xfrm>
            <a:off x="6096000" y="3124341"/>
            <a:ext cx="1905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 name="Rectangle 4"/>
          <p:cNvSpPr/>
          <p:nvPr/>
        </p:nvSpPr>
        <p:spPr bwMode="auto">
          <a:xfrm>
            <a:off x="6489700" y="3124341"/>
            <a:ext cx="381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6" name="Freeform 5"/>
          <p:cNvSpPr/>
          <p:nvPr/>
        </p:nvSpPr>
        <p:spPr bwMode="auto">
          <a:xfrm>
            <a:off x="6319056" y="2614789"/>
            <a:ext cx="627844" cy="433388"/>
          </a:xfrm>
          <a:custGeom>
            <a:avLst/>
            <a:gdLst>
              <a:gd name="connsiteX0" fmla="*/ 290847 w 627844"/>
              <a:gd name="connsiteY0" fmla="*/ 433589 h 433589"/>
              <a:gd name="connsiteX1" fmla="*/ 46149 w 627844"/>
              <a:gd name="connsiteY1" fmla="*/ 72980 h 433589"/>
              <a:gd name="connsiteX2" fmla="*/ 567743 w 627844"/>
              <a:gd name="connsiteY2" fmla="*/ 60101 h 433589"/>
              <a:gd name="connsiteX3" fmla="*/ 406757 w 627844"/>
              <a:gd name="connsiteY3" fmla="*/ 433589 h 433589"/>
            </a:gdLst>
            <a:ahLst/>
            <a:cxnLst>
              <a:cxn ang="0">
                <a:pos x="connsiteX0" y="connsiteY0"/>
              </a:cxn>
              <a:cxn ang="0">
                <a:pos x="connsiteX1" y="connsiteY1"/>
              </a:cxn>
              <a:cxn ang="0">
                <a:pos x="connsiteX2" y="connsiteY2"/>
              </a:cxn>
              <a:cxn ang="0">
                <a:pos x="connsiteX3" y="connsiteY3"/>
              </a:cxn>
            </a:cxnLst>
            <a:rect l="l" t="t" r="r" b="b"/>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cap="flat" cmpd="sng" algn="ctr">
            <a:solidFill>
              <a:schemeClr val="tx1"/>
            </a:solidFill>
            <a:prstDash val="solid"/>
            <a:round/>
            <a:headEnd type="none" w="med" len="med"/>
            <a:tailEnd type="arrow"/>
          </a:ln>
          <a:effectLst/>
        </p:spPr>
        <p:txBody>
          <a:bodyPr lIns="91421" tIns="45710" rIns="91421" bIns="45710" rtlCol="0" anchor="ctr"/>
          <a:lstStyle/>
          <a:p>
            <a:pPr algn="ctr"/>
            <a:endParaRPr lang="en-US" sz="2403"/>
          </a:p>
        </p:txBody>
      </p:sp>
      <p:sp>
        <p:nvSpPr>
          <p:cNvPr id="7" name="Rectangle 6"/>
          <p:cNvSpPr/>
          <p:nvPr/>
        </p:nvSpPr>
        <p:spPr bwMode="auto">
          <a:xfrm>
            <a:off x="6102261" y="4616389"/>
            <a:ext cx="1905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8" name="Rectangle 7"/>
          <p:cNvSpPr/>
          <p:nvPr/>
        </p:nvSpPr>
        <p:spPr bwMode="auto">
          <a:xfrm>
            <a:off x="6495962" y="4616389"/>
            <a:ext cx="381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0" name="Rectangle 9"/>
          <p:cNvSpPr/>
          <p:nvPr/>
        </p:nvSpPr>
        <p:spPr bwMode="auto">
          <a:xfrm>
            <a:off x="6870700" y="4616389"/>
            <a:ext cx="381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1" name="Freeform 10"/>
          <p:cNvSpPr/>
          <p:nvPr/>
        </p:nvSpPr>
        <p:spPr bwMode="auto">
          <a:xfrm>
            <a:off x="6416720" y="4186221"/>
            <a:ext cx="841420" cy="359368"/>
          </a:xfrm>
          <a:custGeom>
            <a:avLst/>
            <a:gdLst>
              <a:gd name="connsiteX0" fmla="*/ 200695 w 841420"/>
              <a:gd name="connsiteY0" fmla="*/ 353095 h 359535"/>
              <a:gd name="connsiteX1" fmla="*/ 91225 w 841420"/>
              <a:gd name="connsiteY1" fmla="*/ 56881 h 359535"/>
              <a:gd name="connsiteX2" fmla="*/ 748048 w 841420"/>
              <a:gd name="connsiteY2" fmla="*/ 50442 h 359535"/>
              <a:gd name="connsiteX3" fmla="*/ 651456 w 841420"/>
              <a:gd name="connsiteY3" fmla="*/ 359535 h 359535"/>
            </a:gdLst>
            <a:ahLst/>
            <a:cxnLst>
              <a:cxn ang="0">
                <a:pos x="connsiteX0" y="connsiteY0"/>
              </a:cxn>
              <a:cxn ang="0">
                <a:pos x="connsiteX1" y="connsiteY1"/>
              </a:cxn>
              <a:cxn ang="0">
                <a:pos x="connsiteX2" y="connsiteY2"/>
              </a:cxn>
              <a:cxn ang="0">
                <a:pos x="connsiteX3" y="connsiteY3"/>
              </a:cxn>
            </a:cxnLst>
            <a:rect l="l" t="t" r="r" b="b"/>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cap="flat" cmpd="sng" algn="ctr">
            <a:solidFill>
              <a:schemeClr val="tx1"/>
            </a:solidFill>
            <a:prstDash val="solid"/>
            <a:round/>
            <a:headEnd type="none" w="med" len="med"/>
            <a:tailEnd type="arrow"/>
          </a:ln>
          <a:effectLst/>
        </p:spPr>
        <p:txBody>
          <a:bodyPr lIns="91421" tIns="45710" rIns="91421" bIns="45710" rtlCol="0" anchor="ctr"/>
          <a:lstStyle/>
          <a:p>
            <a:pPr algn="ctr"/>
            <a:endParaRPr lang="en-US" sz="2403"/>
          </a:p>
        </p:txBody>
      </p:sp>
    </p:spTree>
    <p:extLst>
      <p:ext uri="{BB962C8B-B14F-4D97-AF65-F5344CB8AC3E}">
        <p14:creationId xmlns:p14="http://schemas.microsoft.com/office/powerpoint/2010/main" val="6520075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Locality Example</a:t>
            </a:r>
          </a:p>
        </p:txBody>
      </p:sp>
      <p:sp>
        <p:nvSpPr>
          <p:cNvPr id="3" name="Content Placeholder 2"/>
          <p:cNvSpPr>
            <a:spLocks noGrp="1"/>
          </p:cNvSpPr>
          <p:nvPr>
            <p:ph idx="1"/>
          </p:nvPr>
        </p:nvSpPr>
        <p:spPr>
          <a:xfrm>
            <a:off x="396876" y="2946366"/>
            <a:ext cx="5318124" cy="2767574"/>
          </a:xfrm>
        </p:spPr>
        <p:txBody>
          <a:bodyPr/>
          <a:lstStyle/>
          <a:p>
            <a:r>
              <a:rPr lang="en-US" dirty="0"/>
              <a:t>Data references</a:t>
            </a:r>
          </a:p>
          <a:p>
            <a:pPr lvl="1"/>
            <a:r>
              <a:rPr lang="en-US" dirty="0"/>
              <a:t>Reference array elements in succession (stride-1 reference pattern).</a:t>
            </a:r>
          </a:p>
          <a:p>
            <a:pPr lvl="1"/>
            <a:r>
              <a:rPr lang="en-US" dirty="0"/>
              <a:t>Reference variable </a:t>
            </a:r>
            <a:r>
              <a:rPr lang="en-US" dirty="0">
                <a:latin typeface="Courier New"/>
                <a:cs typeface="Courier New"/>
              </a:rPr>
              <a:t>sum</a:t>
            </a:r>
            <a:r>
              <a:rPr lang="en-US" dirty="0"/>
              <a:t> each iteration.</a:t>
            </a:r>
          </a:p>
          <a:p>
            <a:r>
              <a:rPr lang="en-US" dirty="0"/>
              <a:t>Instruction references</a:t>
            </a:r>
          </a:p>
          <a:p>
            <a:pPr lvl="1"/>
            <a:r>
              <a:rPr lang="en-US" dirty="0"/>
              <a:t>Reference instructions in sequence.</a:t>
            </a:r>
          </a:p>
          <a:p>
            <a:pPr lvl="1"/>
            <a:r>
              <a:rPr lang="en-US" dirty="0"/>
              <a:t>Cycle through loop repeatedly. </a:t>
            </a:r>
          </a:p>
          <a:p>
            <a:endParaRPr lang="en-US" dirty="0"/>
          </a:p>
        </p:txBody>
      </p:sp>
      <p:sp>
        <p:nvSpPr>
          <p:cNvPr id="6" name="Rectangle 4"/>
          <p:cNvSpPr>
            <a:spLocks noChangeArrowheads="1"/>
          </p:cNvSpPr>
          <p:nvPr/>
        </p:nvSpPr>
        <p:spPr bwMode="auto">
          <a:xfrm>
            <a:off x="3049588" y="1651825"/>
            <a:ext cx="3044825" cy="1091693"/>
          </a:xfrm>
          <a:prstGeom prst="rect">
            <a:avLst/>
          </a:prstGeom>
          <a:solidFill>
            <a:srgbClr val="F7F5CD"/>
          </a:solidFill>
          <a:ln w="12700" cmpd="sng">
            <a:solidFill>
              <a:schemeClr val="tx1"/>
            </a:solidFill>
            <a:miter lim="800000"/>
            <a:headEnd/>
            <a:tailEnd/>
          </a:ln>
          <a:effectLst/>
        </p:spPr>
        <p:txBody>
          <a:bodyPr lIns="90468" tIns="44441" rIns="90468" bIns="44441">
            <a:prstTxWarp prst="textNoShape">
              <a:avLst/>
            </a:prstTxWarp>
            <a:spAutoFit/>
          </a:bodyPr>
          <a:lstStyle/>
          <a:p>
            <a:pPr>
              <a:tabLst>
                <a:tab pos="457107" algn="l"/>
              </a:tabLst>
            </a:pPr>
            <a:r>
              <a:rPr lang="en-US" sz="1602" dirty="0">
                <a:latin typeface="Courier New" charset="0"/>
              </a:rPr>
              <a:t>sum = 0;</a:t>
            </a:r>
          </a:p>
          <a:p>
            <a:pPr>
              <a:tabLst>
                <a:tab pos="457107" algn="l"/>
              </a:tabLst>
            </a:pPr>
            <a:r>
              <a:rPr lang="en-US" sz="1602" dirty="0">
                <a:latin typeface="Courier New" charset="0"/>
              </a:rPr>
              <a:t>for (</a:t>
            </a:r>
            <a:r>
              <a:rPr lang="en-US" sz="1602" dirty="0" err="1">
                <a:latin typeface="Courier New" charset="0"/>
              </a:rPr>
              <a:t>i</a:t>
            </a:r>
            <a:r>
              <a:rPr lang="en-US" sz="1602" dirty="0">
                <a:latin typeface="Courier New" charset="0"/>
              </a:rPr>
              <a:t> = 0; </a:t>
            </a:r>
            <a:r>
              <a:rPr lang="en-US" sz="1602" dirty="0" err="1">
                <a:latin typeface="Courier New" charset="0"/>
              </a:rPr>
              <a:t>i</a:t>
            </a:r>
            <a:r>
              <a:rPr lang="en-US" sz="1602" dirty="0">
                <a:latin typeface="Courier New" charset="0"/>
              </a:rPr>
              <a:t> &lt; </a:t>
            </a:r>
            <a:r>
              <a:rPr lang="en-US" sz="1602" dirty="0" err="1">
                <a:latin typeface="Courier New" charset="0"/>
              </a:rPr>
              <a:t>n</a:t>
            </a:r>
            <a:r>
              <a:rPr lang="en-US" sz="1602" dirty="0">
                <a:latin typeface="Courier New" charset="0"/>
              </a:rPr>
              <a:t>; </a:t>
            </a:r>
            <a:r>
              <a:rPr lang="en-US" sz="1602" dirty="0" err="1">
                <a:latin typeface="Courier New" charset="0"/>
              </a:rPr>
              <a:t>i</a:t>
            </a:r>
            <a:r>
              <a:rPr lang="en-US" sz="1602" dirty="0">
                <a:latin typeface="Courier New" charset="0"/>
              </a:rPr>
              <a:t>++)</a:t>
            </a:r>
          </a:p>
          <a:p>
            <a:pPr>
              <a:tabLst>
                <a:tab pos="457107" algn="l"/>
              </a:tabLst>
            </a:pPr>
            <a:r>
              <a:rPr lang="en-US" sz="1602" dirty="0">
                <a:latin typeface="Courier New" charset="0"/>
              </a:rPr>
              <a:t>	sum += </a:t>
            </a:r>
            <a:r>
              <a:rPr lang="en-US" sz="1602" dirty="0" err="1">
                <a:latin typeface="Courier New" charset="0"/>
              </a:rPr>
              <a:t>a[i</a:t>
            </a:r>
            <a:r>
              <a:rPr lang="en-US" sz="1602" dirty="0">
                <a:latin typeface="Courier New" charset="0"/>
              </a:rPr>
              <a:t>];</a:t>
            </a:r>
          </a:p>
          <a:p>
            <a:pPr>
              <a:tabLst>
                <a:tab pos="457107" algn="l"/>
              </a:tabLst>
            </a:pPr>
            <a:r>
              <a:rPr lang="en-US" sz="1602" dirty="0">
                <a:latin typeface="Courier New" charset="0"/>
              </a:rPr>
              <a:t>return sum;</a:t>
            </a:r>
          </a:p>
        </p:txBody>
      </p:sp>
      <p:sp>
        <p:nvSpPr>
          <p:cNvPr id="13" name="TextBox 12"/>
          <p:cNvSpPr txBox="1"/>
          <p:nvPr/>
        </p:nvSpPr>
        <p:spPr>
          <a:xfrm>
            <a:off x="5942055" y="3501108"/>
            <a:ext cx="2050421"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Spatial locality</a:t>
            </a:r>
          </a:p>
        </p:txBody>
      </p:sp>
      <p:sp>
        <p:nvSpPr>
          <p:cNvPr id="14" name="TextBox 13"/>
          <p:cNvSpPr txBox="1"/>
          <p:nvPr/>
        </p:nvSpPr>
        <p:spPr>
          <a:xfrm>
            <a:off x="5942055" y="4077974"/>
            <a:ext cx="2371725"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Temporal locality</a:t>
            </a:r>
          </a:p>
        </p:txBody>
      </p:sp>
      <p:sp>
        <p:nvSpPr>
          <p:cNvPr id="15" name="TextBox 14"/>
          <p:cNvSpPr txBox="1"/>
          <p:nvPr/>
        </p:nvSpPr>
        <p:spPr>
          <a:xfrm>
            <a:off x="5960479" y="4769980"/>
            <a:ext cx="2050421"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Spatial locality</a:t>
            </a:r>
          </a:p>
        </p:txBody>
      </p:sp>
      <p:sp>
        <p:nvSpPr>
          <p:cNvPr id="17" name="TextBox 16"/>
          <p:cNvSpPr txBox="1"/>
          <p:nvPr/>
        </p:nvSpPr>
        <p:spPr>
          <a:xfrm>
            <a:off x="5942055" y="5251330"/>
            <a:ext cx="2371725" cy="462610"/>
          </a:xfrm>
          <a:prstGeom prst="rect">
            <a:avLst/>
          </a:prstGeom>
          <a:noFill/>
        </p:spPr>
        <p:txBody>
          <a:bodyPr wrap="none" lIns="91421" tIns="45710" rIns="91421" bIns="45710" rtlCol="0">
            <a:spAutoFit/>
          </a:bodyPr>
          <a:lstStyle/>
          <a:p>
            <a:r>
              <a:rPr lang="en-US" sz="2403" dirty="0">
                <a:solidFill>
                  <a:srgbClr val="FF0000"/>
                </a:solidFill>
                <a:latin typeface="Calibri" pitchFamily="34" charset="0"/>
              </a:rPr>
              <a:t>Temporal locality</a:t>
            </a:r>
          </a:p>
        </p:txBody>
      </p:sp>
    </p:spTree>
    <p:extLst>
      <p:ext uri="{BB962C8B-B14F-4D97-AF65-F5344CB8AC3E}">
        <p14:creationId xmlns:p14="http://schemas.microsoft.com/office/powerpoint/2010/main" val="1651139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1029"/>
          <p:cNvSpPr>
            <a:spLocks noGrp="1" noChangeArrowheads="1"/>
          </p:cNvSpPr>
          <p:nvPr>
            <p:ph type="title"/>
          </p:nvPr>
        </p:nvSpPr>
        <p:spPr>
          <a:xfrm>
            <a:off x="357019" y="437066"/>
            <a:ext cx="8177382" cy="761647"/>
          </a:xfrm>
        </p:spPr>
        <p:txBody>
          <a:bodyPr/>
          <a:lstStyle/>
          <a:p>
            <a:r>
              <a:rPr lang="en-US" dirty="0"/>
              <a:t>Qualitative Estimates of Locality</a:t>
            </a:r>
          </a:p>
        </p:txBody>
      </p:sp>
      <p:sp>
        <p:nvSpPr>
          <p:cNvPr id="132102" name="Rectangle 1030"/>
          <p:cNvSpPr>
            <a:spLocks noGrp="1" noChangeArrowheads="1"/>
          </p:cNvSpPr>
          <p:nvPr>
            <p:ph type="body" idx="1"/>
          </p:nvPr>
        </p:nvSpPr>
        <p:spPr/>
        <p:txBody>
          <a:bodyPr/>
          <a:lstStyle/>
          <a:p>
            <a:r>
              <a:rPr lang="en-US" dirty="0">
                <a:solidFill>
                  <a:srgbClr val="FF0000"/>
                </a:solidFill>
              </a:rPr>
              <a:t>Claim:</a:t>
            </a:r>
            <a:r>
              <a:rPr lang="en-US" dirty="0"/>
              <a:t> Being able to look at code and get a qualitative sense of its locality is a key skill for a professional programmer.</a:t>
            </a:r>
          </a:p>
          <a:p>
            <a:r>
              <a:rPr lang="en-US" dirty="0">
                <a:solidFill>
                  <a:srgbClr val="FF0000"/>
                </a:solidFill>
              </a:rPr>
              <a:t>Question:</a:t>
            </a:r>
            <a:r>
              <a:rPr lang="en-US" dirty="0"/>
              <a:t> Does this function have good locality with respect to array </a:t>
            </a:r>
            <a:r>
              <a:rPr lang="en-US" dirty="0">
                <a:latin typeface="Courier New"/>
                <a:cs typeface="Courier New"/>
              </a:rPr>
              <a:t>a</a:t>
            </a:r>
            <a:r>
              <a:rPr lang="en-US" dirty="0"/>
              <a:t>?</a:t>
            </a:r>
          </a:p>
        </p:txBody>
      </p:sp>
      <p:sp>
        <p:nvSpPr>
          <p:cNvPr id="132100" name="Text Box 1028"/>
          <p:cNvSpPr txBox="1">
            <a:spLocks noChangeArrowheads="1"/>
          </p:cNvSpPr>
          <p:nvPr/>
        </p:nvSpPr>
        <p:spPr bwMode="auto">
          <a:xfrm>
            <a:off x="2120323" y="3645324"/>
            <a:ext cx="4955164" cy="2862302"/>
          </a:xfrm>
          <a:prstGeom prst="rect">
            <a:avLst/>
          </a:prstGeom>
          <a:solidFill>
            <a:srgbClr val="F6F5BD"/>
          </a:solidFill>
          <a:ln w="25400">
            <a:solidFill>
              <a:schemeClr val="tx1"/>
            </a:solidFill>
            <a:miter lim="800000"/>
            <a:headEnd/>
            <a:tailEnd/>
          </a:ln>
          <a:effectLst/>
        </p:spPr>
        <p:txBody>
          <a:bodyPr wrap="none" lIns="91421" tIns="45710" rIns="91421" bIns="45710">
            <a:prstTxWarp prst="textNoShape">
              <a:avLst/>
            </a:prstTxWarp>
            <a:spAutoFit/>
          </a:bodyPr>
          <a:lstStyle/>
          <a:p>
            <a:pPr algn="l">
              <a:lnSpc>
                <a:spcPct val="100000"/>
              </a:lnSpc>
            </a:pPr>
            <a:r>
              <a:rPr lang="en-US" sz="2000" dirty="0" err="1">
                <a:latin typeface="Courier New" charset="0"/>
              </a:rPr>
              <a:t>int</a:t>
            </a:r>
            <a:r>
              <a:rPr lang="en-US" sz="2000" dirty="0">
                <a:latin typeface="Courier New" charset="0"/>
              </a:rPr>
              <a:t> </a:t>
            </a:r>
            <a:r>
              <a:rPr lang="en-US" sz="2000" dirty="0" err="1">
                <a:latin typeface="Courier New" charset="0"/>
              </a:rPr>
              <a:t>sum_array_rows(int</a:t>
            </a:r>
            <a:r>
              <a:rPr lang="en-US" sz="2000" dirty="0">
                <a:latin typeface="Courier New" charset="0"/>
              </a:rPr>
              <a:t> </a:t>
            </a:r>
            <a:r>
              <a:rPr lang="en-US" sz="2000" dirty="0" err="1">
                <a:latin typeface="Courier New" charset="0"/>
              </a:rPr>
              <a:t>a[M][N</a:t>
            </a:r>
            <a:r>
              <a:rPr lang="en-US" sz="2000" dirty="0">
                <a:latin typeface="Courier New" charset="0"/>
              </a:rPr>
              <a:t>])</a:t>
            </a:r>
          </a:p>
          <a:p>
            <a:pPr algn="l">
              <a:lnSpc>
                <a:spcPct val="100000"/>
              </a:lnSpc>
            </a:pPr>
            <a:r>
              <a:rPr lang="en-US" sz="2000" dirty="0">
                <a:latin typeface="Courier New" charset="0"/>
              </a:rPr>
              <a:t>{</a:t>
            </a:r>
          </a:p>
          <a:p>
            <a:pPr algn="l">
              <a:lnSpc>
                <a:spcPct val="100000"/>
              </a:lnSpc>
            </a:pPr>
            <a:r>
              <a:rPr lang="en-US" sz="2000" dirty="0">
                <a:latin typeface="Courier New" charset="0"/>
              </a:rPr>
              <a:t>    </a:t>
            </a:r>
            <a:r>
              <a:rPr lang="en-US" sz="2000" dirty="0" err="1">
                <a:latin typeface="Courier New" charset="0"/>
              </a:rPr>
              <a:t>int</a:t>
            </a:r>
            <a:r>
              <a:rPr lang="en-US" sz="2000" dirty="0">
                <a:latin typeface="Courier New" charset="0"/>
              </a:rPr>
              <a:t> </a:t>
            </a:r>
            <a:r>
              <a:rPr lang="en-US" sz="2000" dirty="0" err="1">
                <a:latin typeface="Courier New" charset="0"/>
              </a:rPr>
              <a:t>i</a:t>
            </a:r>
            <a:r>
              <a:rPr lang="en-US" sz="2000" dirty="0">
                <a:latin typeface="Courier New" charset="0"/>
              </a:rPr>
              <a:t>, </a:t>
            </a:r>
            <a:r>
              <a:rPr lang="en-US" sz="2000" dirty="0" err="1">
                <a:latin typeface="Courier New" charset="0"/>
              </a:rPr>
              <a:t>j</a:t>
            </a:r>
            <a:r>
              <a:rPr lang="en-US" sz="2000" dirty="0">
                <a:latin typeface="Courier New" charset="0"/>
              </a:rPr>
              <a:t>, sum = 0;</a:t>
            </a:r>
          </a:p>
          <a:p>
            <a:pPr algn="l">
              <a:lnSpc>
                <a:spcPct val="100000"/>
              </a:lnSpc>
            </a:pPr>
            <a:endParaRPr lang="en-US" sz="2000" dirty="0">
              <a:latin typeface="Courier New" charset="0"/>
            </a:endParaRPr>
          </a:p>
          <a:p>
            <a:pPr algn="l">
              <a:lnSpc>
                <a:spcPct val="100000"/>
              </a:lnSpc>
            </a:pPr>
            <a:r>
              <a:rPr lang="en-US" sz="2000" dirty="0">
                <a:latin typeface="Courier New" charset="0"/>
              </a:rPr>
              <a:t>    for (</a:t>
            </a:r>
            <a:r>
              <a:rPr lang="en-US" sz="2000" dirty="0" err="1">
                <a:latin typeface="Courier New" charset="0"/>
              </a:rPr>
              <a:t>i</a:t>
            </a:r>
            <a:r>
              <a:rPr lang="en-US" sz="2000" dirty="0">
                <a:latin typeface="Courier New" charset="0"/>
              </a:rPr>
              <a:t> = 0; </a:t>
            </a:r>
            <a:r>
              <a:rPr lang="en-US" sz="2000" dirty="0" err="1">
                <a:latin typeface="Courier New" charset="0"/>
              </a:rPr>
              <a:t>i</a:t>
            </a:r>
            <a:r>
              <a:rPr lang="en-US" sz="2000" dirty="0">
                <a:latin typeface="Courier New" charset="0"/>
              </a:rPr>
              <a:t> &lt; M; </a:t>
            </a:r>
            <a:r>
              <a:rPr lang="en-US" sz="2000" dirty="0" err="1">
                <a:latin typeface="Courier New" charset="0"/>
              </a:rPr>
              <a:t>i</a:t>
            </a:r>
            <a:r>
              <a:rPr lang="en-US" sz="2000" dirty="0">
                <a:latin typeface="Courier New" charset="0"/>
              </a:rPr>
              <a:t>++)</a:t>
            </a:r>
          </a:p>
          <a:p>
            <a:pPr algn="l">
              <a:lnSpc>
                <a:spcPct val="100000"/>
              </a:lnSpc>
            </a:pPr>
            <a:r>
              <a:rPr lang="en-US" sz="2000" dirty="0">
                <a:latin typeface="Courier New" charset="0"/>
              </a:rPr>
              <a:t>        for (</a:t>
            </a:r>
            <a:r>
              <a:rPr lang="en-US" sz="2000" dirty="0" err="1">
                <a:latin typeface="Courier New" charset="0"/>
              </a:rPr>
              <a:t>j</a:t>
            </a:r>
            <a:r>
              <a:rPr lang="en-US" sz="2000" dirty="0">
                <a:latin typeface="Courier New" charset="0"/>
              </a:rPr>
              <a:t> = 0; </a:t>
            </a:r>
            <a:r>
              <a:rPr lang="en-US" sz="2000" dirty="0" err="1">
                <a:latin typeface="Courier New" charset="0"/>
              </a:rPr>
              <a:t>j</a:t>
            </a:r>
            <a:r>
              <a:rPr lang="en-US" sz="2000" dirty="0">
                <a:latin typeface="Courier New" charset="0"/>
              </a:rPr>
              <a:t> &lt; N; </a:t>
            </a:r>
            <a:r>
              <a:rPr lang="en-US" sz="2000" dirty="0" err="1">
                <a:latin typeface="Courier New" charset="0"/>
              </a:rPr>
              <a:t>j</a:t>
            </a:r>
            <a:r>
              <a:rPr lang="en-US" sz="2000" dirty="0">
                <a:latin typeface="Courier New" charset="0"/>
              </a:rPr>
              <a:t>++)</a:t>
            </a:r>
          </a:p>
          <a:p>
            <a:pPr algn="l">
              <a:lnSpc>
                <a:spcPct val="100000"/>
              </a:lnSpc>
            </a:pPr>
            <a:r>
              <a:rPr lang="en-US" sz="2000" dirty="0">
                <a:latin typeface="Courier New" charset="0"/>
              </a:rPr>
              <a:t>            sum += </a:t>
            </a:r>
            <a:r>
              <a:rPr lang="en-US" sz="2000" dirty="0" err="1">
                <a:latin typeface="Courier New" charset="0"/>
              </a:rPr>
              <a:t>a[i][j</a:t>
            </a:r>
            <a:r>
              <a:rPr lang="en-US" sz="2000" dirty="0">
                <a:latin typeface="Courier New" charset="0"/>
              </a:rPr>
              <a:t>];</a:t>
            </a:r>
          </a:p>
          <a:p>
            <a:pPr algn="l">
              <a:lnSpc>
                <a:spcPct val="100000"/>
              </a:lnSpc>
            </a:pPr>
            <a:r>
              <a:rPr lang="en-US" sz="2000" dirty="0">
                <a:latin typeface="Courier New" charset="0"/>
              </a:rPr>
              <a:t>    return sum;</a:t>
            </a:r>
          </a:p>
          <a:p>
            <a:pPr algn="l">
              <a:lnSpc>
                <a:spcPct val="100000"/>
              </a:lnSpc>
            </a:pPr>
            <a:r>
              <a:rPr lang="en-US" sz="2000" dirty="0">
                <a:latin typeface="Courier New" charset="0"/>
              </a:rPr>
              <a:t>}</a:t>
            </a:r>
          </a:p>
        </p:txBody>
      </p:sp>
    </p:spTree>
    <p:extLst>
      <p:ext uri="{BB962C8B-B14F-4D97-AF65-F5344CB8AC3E}">
        <p14:creationId xmlns:p14="http://schemas.microsoft.com/office/powerpoint/2010/main" val="9126293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Rectangle 5"/>
          <p:cNvSpPr>
            <a:spLocks noGrp="1" noChangeArrowheads="1"/>
          </p:cNvSpPr>
          <p:nvPr>
            <p:ph type="title"/>
          </p:nvPr>
        </p:nvSpPr>
        <p:spPr/>
        <p:txBody>
          <a:bodyPr/>
          <a:lstStyle/>
          <a:p>
            <a:r>
              <a:rPr lang="en-US"/>
              <a:t>Locality Example</a:t>
            </a:r>
          </a:p>
        </p:txBody>
      </p:sp>
      <p:sp>
        <p:nvSpPr>
          <p:cNvPr id="133126" name="Rectangle 6"/>
          <p:cNvSpPr>
            <a:spLocks noGrp="1" noChangeArrowheads="1"/>
          </p:cNvSpPr>
          <p:nvPr>
            <p:ph type="body" idx="1"/>
          </p:nvPr>
        </p:nvSpPr>
        <p:spPr/>
        <p:txBody>
          <a:bodyPr/>
          <a:lstStyle/>
          <a:p>
            <a:r>
              <a:rPr lang="en-US" dirty="0">
                <a:solidFill>
                  <a:srgbClr val="FF0000"/>
                </a:solidFill>
              </a:rPr>
              <a:t>Question:</a:t>
            </a:r>
            <a:r>
              <a:rPr lang="en-US" dirty="0"/>
              <a:t> Does this function have good locality with respect to array </a:t>
            </a:r>
            <a:r>
              <a:rPr lang="en-US" b="0" dirty="0">
                <a:latin typeface="Courier New"/>
                <a:cs typeface="Courier New"/>
              </a:rPr>
              <a:t>a</a:t>
            </a:r>
            <a:r>
              <a:rPr lang="en-US" dirty="0"/>
              <a:t>?</a:t>
            </a:r>
          </a:p>
        </p:txBody>
      </p:sp>
      <p:sp>
        <p:nvSpPr>
          <p:cNvPr id="133124" name="Text Box 4"/>
          <p:cNvSpPr txBox="1">
            <a:spLocks noChangeArrowheads="1"/>
          </p:cNvSpPr>
          <p:nvPr/>
        </p:nvSpPr>
        <p:spPr bwMode="auto">
          <a:xfrm>
            <a:off x="1817689" y="2484876"/>
            <a:ext cx="4955164" cy="2862302"/>
          </a:xfrm>
          <a:prstGeom prst="rect">
            <a:avLst/>
          </a:prstGeom>
          <a:solidFill>
            <a:srgbClr val="F6F5BD"/>
          </a:solidFill>
          <a:ln w="25400">
            <a:solidFill>
              <a:schemeClr val="tx1"/>
            </a:solidFill>
            <a:miter lim="800000"/>
            <a:headEnd/>
            <a:tailEnd/>
          </a:ln>
          <a:effectLst/>
        </p:spPr>
        <p:txBody>
          <a:bodyPr wrap="none" lIns="91421" tIns="45710" rIns="91421" bIns="45710">
            <a:prstTxWarp prst="textNoShape">
              <a:avLst/>
            </a:prstTxWarp>
            <a:spAutoFit/>
          </a:bodyPr>
          <a:lstStyle/>
          <a:p>
            <a:pPr algn="l">
              <a:lnSpc>
                <a:spcPct val="100000"/>
              </a:lnSpc>
            </a:pPr>
            <a:r>
              <a:rPr lang="en-US" sz="2000" dirty="0" err="1">
                <a:latin typeface="Courier New" charset="0"/>
              </a:rPr>
              <a:t>int</a:t>
            </a:r>
            <a:r>
              <a:rPr lang="en-US" sz="2000" dirty="0">
                <a:latin typeface="Courier New" charset="0"/>
              </a:rPr>
              <a:t> </a:t>
            </a:r>
            <a:r>
              <a:rPr lang="en-US" sz="2000" dirty="0" err="1">
                <a:latin typeface="Courier New" charset="0"/>
              </a:rPr>
              <a:t>sum_array_cols(int</a:t>
            </a:r>
            <a:r>
              <a:rPr lang="en-US" sz="2000" dirty="0">
                <a:latin typeface="Courier New" charset="0"/>
              </a:rPr>
              <a:t> </a:t>
            </a:r>
            <a:r>
              <a:rPr lang="en-US" sz="2000" dirty="0" err="1">
                <a:latin typeface="Courier New" charset="0"/>
              </a:rPr>
              <a:t>a[M][N</a:t>
            </a:r>
            <a:r>
              <a:rPr lang="en-US" sz="2000" dirty="0">
                <a:latin typeface="Courier New" charset="0"/>
              </a:rPr>
              <a:t>])</a:t>
            </a:r>
          </a:p>
          <a:p>
            <a:pPr algn="l">
              <a:lnSpc>
                <a:spcPct val="100000"/>
              </a:lnSpc>
            </a:pPr>
            <a:r>
              <a:rPr lang="en-US" sz="2000" dirty="0">
                <a:latin typeface="Courier New" charset="0"/>
              </a:rPr>
              <a:t>{</a:t>
            </a:r>
          </a:p>
          <a:p>
            <a:pPr algn="l">
              <a:lnSpc>
                <a:spcPct val="100000"/>
              </a:lnSpc>
            </a:pPr>
            <a:r>
              <a:rPr lang="en-US" sz="2000" dirty="0">
                <a:latin typeface="Courier New" charset="0"/>
              </a:rPr>
              <a:t>    </a:t>
            </a:r>
            <a:r>
              <a:rPr lang="en-US" sz="2000" dirty="0" err="1">
                <a:latin typeface="Courier New" charset="0"/>
              </a:rPr>
              <a:t>int</a:t>
            </a:r>
            <a:r>
              <a:rPr lang="en-US" sz="2000" dirty="0">
                <a:latin typeface="Courier New" charset="0"/>
              </a:rPr>
              <a:t> </a:t>
            </a:r>
            <a:r>
              <a:rPr lang="en-US" sz="2000" dirty="0" err="1">
                <a:latin typeface="Courier New" charset="0"/>
              </a:rPr>
              <a:t>i</a:t>
            </a:r>
            <a:r>
              <a:rPr lang="en-US" sz="2000" dirty="0">
                <a:latin typeface="Courier New" charset="0"/>
              </a:rPr>
              <a:t>, </a:t>
            </a:r>
            <a:r>
              <a:rPr lang="en-US" sz="2000" dirty="0" err="1">
                <a:latin typeface="Courier New" charset="0"/>
              </a:rPr>
              <a:t>j</a:t>
            </a:r>
            <a:r>
              <a:rPr lang="en-US" sz="2000" dirty="0">
                <a:latin typeface="Courier New" charset="0"/>
              </a:rPr>
              <a:t>, sum = 0;</a:t>
            </a:r>
          </a:p>
          <a:p>
            <a:pPr algn="l">
              <a:lnSpc>
                <a:spcPct val="100000"/>
              </a:lnSpc>
            </a:pPr>
            <a:endParaRPr lang="en-US" sz="2000" dirty="0">
              <a:latin typeface="Courier New" charset="0"/>
            </a:endParaRPr>
          </a:p>
          <a:p>
            <a:pPr algn="l">
              <a:lnSpc>
                <a:spcPct val="100000"/>
              </a:lnSpc>
            </a:pPr>
            <a:r>
              <a:rPr lang="en-US" sz="2000" dirty="0">
                <a:latin typeface="Courier New" charset="0"/>
              </a:rPr>
              <a:t>    for (</a:t>
            </a:r>
            <a:r>
              <a:rPr lang="en-US" sz="2000" dirty="0" err="1">
                <a:latin typeface="Courier New" charset="0"/>
              </a:rPr>
              <a:t>j</a:t>
            </a:r>
            <a:r>
              <a:rPr lang="en-US" sz="2000" dirty="0">
                <a:latin typeface="Courier New" charset="0"/>
              </a:rPr>
              <a:t> = 0; </a:t>
            </a:r>
            <a:r>
              <a:rPr lang="en-US" sz="2000" dirty="0" err="1">
                <a:latin typeface="Courier New" charset="0"/>
              </a:rPr>
              <a:t>j</a:t>
            </a:r>
            <a:r>
              <a:rPr lang="en-US" sz="2000" dirty="0">
                <a:latin typeface="Courier New" charset="0"/>
              </a:rPr>
              <a:t> &lt; N; </a:t>
            </a:r>
            <a:r>
              <a:rPr lang="en-US" sz="2000" dirty="0" err="1">
                <a:latin typeface="Courier New" charset="0"/>
              </a:rPr>
              <a:t>j</a:t>
            </a:r>
            <a:r>
              <a:rPr lang="en-US" sz="2000" dirty="0">
                <a:latin typeface="Courier New" charset="0"/>
              </a:rPr>
              <a:t>++)</a:t>
            </a:r>
          </a:p>
          <a:p>
            <a:pPr algn="l">
              <a:lnSpc>
                <a:spcPct val="100000"/>
              </a:lnSpc>
            </a:pPr>
            <a:r>
              <a:rPr lang="en-US" sz="2000" dirty="0">
                <a:latin typeface="Courier New" charset="0"/>
              </a:rPr>
              <a:t>        for (</a:t>
            </a:r>
            <a:r>
              <a:rPr lang="en-US" sz="2000" dirty="0" err="1">
                <a:latin typeface="Courier New" charset="0"/>
              </a:rPr>
              <a:t>i</a:t>
            </a:r>
            <a:r>
              <a:rPr lang="en-US" sz="2000" dirty="0">
                <a:latin typeface="Courier New" charset="0"/>
              </a:rPr>
              <a:t> = 0; </a:t>
            </a:r>
            <a:r>
              <a:rPr lang="en-US" sz="2000" dirty="0" err="1">
                <a:latin typeface="Courier New" charset="0"/>
              </a:rPr>
              <a:t>i</a:t>
            </a:r>
            <a:r>
              <a:rPr lang="en-US" sz="2000" dirty="0">
                <a:latin typeface="Courier New" charset="0"/>
              </a:rPr>
              <a:t> &lt; M; </a:t>
            </a:r>
            <a:r>
              <a:rPr lang="en-US" sz="2000" dirty="0" err="1">
                <a:latin typeface="Courier New" charset="0"/>
              </a:rPr>
              <a:t>i</a:t>
            </a:r>
            <a:r>
              <a:rPr lang="en-US" sz="2000" dirty="0">
                <a:latin typeface="Courier New" charset="0"/>
              </a:rPr>
              <a:t>++)</a:t>
            </a:r>
          </a:p>
          <a:p>
            <a:pPr algn="l">
              <a:lnSpc>
                <a:spcPct val="100000"/>
              </a:lnSpc>
            </a:pPr>
            <a:r>
              <a:rPr lang="en-US" sz="2000" dirty="0">
                <a:latin typeface="Courier New" charset="0"/>
              </a:rPr>
              <a:t>            sum += </a:t>
            </a:r>
            <a:r>
              <a:rPr lang="en-US" sz="2000" dirty="0" err="1">
                <a:latin typeface="Courier New" charset="0"/>
              </a:rPr>
              <a:t>a[i][j</a:t>
            </a:r>
            <a:r>
              <a:rPr lang="en-US" sz="2000" dirty="0">
                <a:latin typeface="Courier New" charset="0"/>
              </a:rPr>
              <a:t>];</a:t>
            </a:r>
          </a:p>
          <a:p>
            <a:pPr algn="l">
              <a:lnSpc>
                <a:spcPct val="100000"/>
              </a:lnSpc>
            </a:pPr>
            <a:r>
              <a:rPr lang="en-US" sz="2000" dirty="0">
                <a:latin typeface="Courier New" charset="0"/>
              </a:rPr>
              <a:t>    return sum;</a:t>
            </a:r>
          </a:p>
          <a:p>
            <a:pPr algn="l">
              <a:lnSpc>
                <a:spcPct val="100000"/>
              </a:lnSpc>
            </a:pPr>
            <a:r>
              <a:rPr lang="en-US" sz="2000" dirty="0">
                <a:latin typeface="Courier New" charset="0"/>
              </a:rPr>
              <a:t>}</a:t>
            </a:r>
          </a:p>
        </p:txBody>
      </p:sp>
    </p:spTree>
    <p:extLst>
      <p:ext uri="{BB962C8B-B14F-4D97-AF65-F5344CB8AC3E}">
        <p14:creationId xmlns:p14="http://schemas.microsoft.com/office/powerpoint/2010/main" val="8202962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1029"/>
          <p:cNvSpPr>
            <a:spLocks noGrp="1" noChangeArrowheads="1"/>
          </p:cNvSpPr>
          <p:nvPr>
            <p:ph type="title"/>
          </p:nvPr>
        </p:nvSpPr>
        <p:spPr/>
        <p:txBody>
          <a:bodyPr/>
          <a:lstStyle/>
          <a:p>
            <a:r>
              <a:rPr lang="en-US"/>
              <a:t>Locality Example</a:t>
            </a:r>
          </a:p>
        </p:txBody>
      </p:sp>
      <p:sp>
        <p:nvSpPr>
          <p:cNvPr id="134150" name="Rectangle 1030"/>
          <p:cNvSpPr>
            <a:spLocks noGrp="1" noChangeArrowheads="1"/>
          </p:cNvSpPr>
          <p:nvPr>
            <p:ph type="body" idx="1"/>
          </p:nvPr>
        </p:nvSpPr>
        <p:spPr/>
        <p:txBody>
          <a:bodyPr/>
          <a:lstStyle/>
          <a:p>
            <a:r>
              <a:rPr lang="en-US" dirty="0">
                <a:solidFill>
                  <a:srgbClr val="FF0000"/>
                </a:solidFill>
              </a:rPr>
              <a:t>Question</a:t>
            </a:r>
            <a:r>
              <a:rPr lang="en-US" dirty="0"/>
              <a:t>: Can you permute the loops so that the function scans the 3-d array </a:t>
            </a:r>
            <a:r>
              <a:rPr lang="en-US" dirty="0">
                <a:solidFill>
                  <a:srgbClr val="FF0000"/>
                </a:solidFill>
                <a:latin typeface="Courier New"/>
                <a:cs typeface="Courier New"/>
              </a:rPr>
              <a:t>a</a:t>
            </a:r>
            <a:r>
              <a:rPr lang="en-US" b="0" dirty="0">
                <a:latin typeface="Courier New"/>
                <a:cs typeface="Courier New"/>
              </a:rPr>
              <a:t> </a:t>
            </a:r>
            <a:r>
              <a:rPr lang="en-US" dirty="0"/>
              <a:t>with a stride-1 reference pattern (and thus has good spatial locality)?</a:t>
            </a:r>
          </a:p>
        </p:txBody>
      </p:sp>
      <p:sp>
        <p:nvSpPr>
          <p:cNvPr id="134148" name="Text Box 1028"/>
          <p:cNvSpPr txBox="1">
            <a:spLocks noChangeArrowheads="1"/>
          </p:cNvSpPr>
          <p:nvPr/>
        </p:nvSpPr>
        <p:spPr bwMode="auto">
          <a:xfrm>
            <a:off x="1941514" y="3033897"/>
            <a:ext cx="5570717" cy="3293189"/>
          </a:xfrm>
          <a:prstGeom prst="rect">
            <a:avLst/>
          </a:prstGeom>
          <a:solidFill>
            <a:srgbClr val="F6F5BD"/>
          </a:solidFill>
          <a:ln w="25400">
            <a:solidFill>
              <a:schemeClr val="tx1"/>
            </a:solidFill>
            <a:miter lim="800000"/>
            <a:headEnd/>
            <a:tailEnd/>
          </a:ln>
          <a:effectLst/>
        </p:spPr>
        <p:txBody>
          <a:bodyPr wrap="none" lIns="91421" tIns="45710" rIns="91421" bIns="45710">
            <a:prstTxWarp prst="textNoShape">
              <a:avLst/>
            </a:prstTxWarp>
            <a:spAutoFit/>
          </a:bodyPr>
          <a:lstStyle/>
          <a:p>
            <a:pPr algn="l">
              <a:lnSpc>
                <a:spcPct val="100000"/>
              </a:lnSpc>
            </a:pPr>
            <a:r>
              <a:rPr lang="en-US" sz="2000" dirty="0" err="1">
                <a:latin typeface="Courier New" charset="0"/>
              </a:rPr>
              <a:t>int</a:t>
            </a:r>
            <a:r>
              <a:rPr lang="en-US" sz="2000" dirty="0">
                <a:latin typeface="Courier New" charset="0"/>
              </a:rPr>
              <a:t> sum_array_3d(int </a:t>
            </a:r>
            <a:r>
              <a:rPr lang="en-US" sz="2000" dirty="0" err="1">
                <a:latin typeface="Courier New" charset="0"/>
              </a:rPr>
              <a:t>a[M][N][N</a:t>
            </a:r>
            <a:r>
              <a:rPr lang="en-US" sz="2000" dirty="0">
                <a:latin typeface="Courier New" charset="0"/>
              </a:rPr>
              <a:t>])</a:t>
            </a:r>
          </a:p>
          <a:p>
            <a:pPr algn="l">
              <a:lnSpc>
                <a:spcPct val="100000"/>
              </a:lnSpc>
            </a:pPr>
            <a:r>
              <a:rPr lang="en-US" sz="2000" dirty="0">
                <a:latin typeface="Courier New" charset="0"/>
              </a:rPr>
              <a:t>{</a:t>
            </a:r>
          </a:p>
          <a:p>
            <a:pPr algn="l">
              <a:lnSpc>
                <a:spcPct val="100000"/>
              </a:lnSpc>
            </a:pPr>
            <a:r>
              <a:rPr lang="en-US" sz="2000" dirty="0">
                <a:latin typeface="Courier New" charset="0"/>
              </a:rPr>
              <a:t>    </a:t>
            </a:r>
            <a:r>
              <a:rPr lang="en-US" sz="2000" dirty="0" err="1">
                <a:latin typeface="Courier New" charset="0"/>
              </a:rPr>
              <a:t>int</a:t>
            </a:r>
            <a:r>
              <a:rPr lang="en-US" sz="2000" dirty="0">
                <a:latin typeface="Courier New" charset="0"/>
              </a:rPr>
              <a:t> </a:t>
            </a:r>
            <a:r>
              <a:rPr lang="en-US" sz="2000" dirty="0" err="1">
                <a:latin typeface="Courier New" charset="0"/>
              </a:rPr>
              <a:t>i</a:t>
            </a:r>
            <a:r>
              <a:rPr lang="en-US" sz="2000" dirty="0">
                <a:latin typeface="Courier New" charset="0"/>
              </a:rPr>
              <a:t>, </a:t>
            </a:r>
            <a:r>
              <a:rPr lang="en-US" sz="2000" dirty="0" err="1">
                <a:latin typeface="Courier New" charset="0"/>
              </a:rPr>
              <a:t>j</a:t>
            </a:r>
            <a:r>
              <a:rPr lang="en-US" sz="2000" dirty="0">
                <a:latin typeface="Courier New" charset="0"/>
              </a:rPr>
              <a:t>, </a:t>
            </a:r>
            <a:r>
              <a:rPr lang="en-US" sz="2000" dirty="0" err="1">
                <a:latin typeface="Courier New" charset="0"/>
              </a:rPr>
              <a:t>k</a:t>
            </a:r>
            <a:r>
              <a:rPr lang="en-US" sz="2000" dirty="0">
                <a:latin typeface="Courier New" charset="0"/>
              </a:rPr>
              <a:t>, sum = 0;</a:t>
            </a:r>
          </a:p>
          <a:p>
            <a:pPr algn="l">
              <a:lnSpc>
                <a:spcPct val="100000"/>
              </a:lnSpc>
            </a:pPr>
            <a:endParaRPr lang="en-US" sz="2000" dirty="0">
              <a:latin typeface="Courier New" charset="0"/>
            </a:endParaRPr>
          </a:p>
          <a:p>
            <a:pPr algn="l">
              <a:lnSpc>
                <a:spcPct val="100000"/>
              </a:lnSpc>
            </a:pPr>
            <a:r>
              <a:rPr lang="en-US" sz="2000" dirty="0">
                <a:latin typeface="Courier New" charset="0"/>
              </a:rPr>
              <a:t>    for (</a:t>
            </a:r>
            <a:r>
              <a:rPr lang="en-US" sz="2000" dirty="0" err="1">
                <a:latin typeface="Courier New" charset="0"/>
              </a:rPr>
              <a:t>i</a:t>
            </a:r>
            <a:r>
              <a:rPr lang="en-US" sz="2000" dirty="0">
                <a:latin typeface="Courier New" charset="0"/>
              </a:rPr>
              <a:t> = 0; </a:t>
            </a:r>
            <a:r>
              <a:rPr lang="en-US" sz="2000" dirty="0" err="1">
                <a:latin typeface="Courier New" charset="0"/>
              </a:rPr>
              <a:t>i</a:t>
            </a:r>
            <a:r>
              <a:rPr lang="en-US" sz="2000" dirty="0">
                <a:latin typeface="Courier New" charset="0"/>
              </a:rPr>
              <a:t> &lt; M; </a:t>
            </a:r>
            <a:r>
              <a:rPr lang="en-US" sz="2000" dirty="0" err="1">
                <a:latin typeface="Courier New" charset="0"/>
              </a:rPr>
              <a:t>i</a:t>
            </a:r>
            <a:r>
              <a:rPr lang="en-US" sz="2000" dirty="0">
                <a:latin typeface="Courier New" charset="0"/>
              </a:rPr>
              <a:t>++)</a:t>
            </a:r>
          </a:p>
          <a:p>
            <a:pPr algn="l">
              <a:lnSpc>
                <a:spcPct val="100000"/>
              </a:lnSpc>
            </a:pPr>
            <a:r>
              <a:rPr lang="en-US" sz="2000" dirty="0">
                <a:latin typeface="Courier New" charset="0"/>
              </a:rPr>
              <a:t>        for (</a:t>
            </a:r>
            <a:r>
              <a:rPr lang="en-US" sz="2000" dirty="0" err="1">
                <a:latin typeface="Courier New" charset="0"/>
              </a:rPr>
              <a:t>j</a:t>
            </a:r>
            <a:r>
              <a:rPr lang="en-US" sz="2000" dirty="0">
                <a:latin typeface="Courier New" charset="0"/>
              </a:rPr>
              <a:t> = 0; </a:t>
            </a:r>
            <a:r>
              <a:rPr lang="en-US" sz="2000" dirty="0" err="1">
                <a:latin typeface="Courier New" charset="0"/>
              </a:rPr>
              <a:t>j</a:t>
            </a:r>
            <a:r>
              <a:rPr lang="en-US" sz="2000" dirty="0">
                <a:latin typeface="Courier New" charset="0"/>
              </a:rPr>
              <a:t> &lt; N; </a:t>
            </a:r>
            <a:r>
              <a:rPr lang="en-US" sz="2000" dirty="0" err="1">
                <a:latin typeface="Courier New" charset="0"/>
              </a:rPr>
              <a:t>j</a:t>
            </a:r>
            <a:r>
              <a:rPr lang="en-US" sz="2000" dirty="0">
                <a:latin typeface="Courier New" charset="0"/>
              </a:rPr>
              <a:t>++)</a:t>
            </a:r>
          </a:p>
          <a:p>
            <a:pPr algn="l">
              <a:lnSpc>
                <a:spcPct val="100000"/>
              </a:lnSpc>
            </a:pPr>
            <a:r>
              <a:rPr lang="en-US" sz="2000" dirty="0">
                <a:latin typeface="Courier New" charset="0"/>
              </a:rPr>
              <a:t>            for (</a:t>
            </a:r>
            <a:r>
              <a:rPr lang="en-US" sz="2000" dirty="0" err="1">
                <a:latin typeface="Courier New" charset="0"/>
              </a:rPr>
              <a:t>k</a:t>
            </a:r>
            <a:r>
              <a:rPr lang="en-US" sz="2000" dirty="0">
                <a:latin typeface="Courier New" charset="0"/>
              </a:rPr>
              <a:t> = 0; </a:t>
            </a:r>
            <a:r>
              <a:rPr lang="en-US" sz="2000" dirty="0" err="1">
                <a:latin typeface="Courier New" charset="0"/>
              </a:rPr>
              <a:t>k</a:t>
            </a:r>
            <a:r>
              <a:rPr lang="en-US" sz="2000" dirty="0">
                <a:latin typeface="Courier New" charset="0"/>
              </a:rPr>
              <a:t> &lt; N; </a:t>
            </a:r>
            <a:r>
              <a:rPr lang="en-US" sz="2000" dirty="0" err="1">
                <a:latin typeface="Courier New" charset="0"/>
              </a:rPr>
              <a:t>k</a:t>
            </a:r>
            <a:r>
              <a:rPr lang="en-US" sz="2000" dirty="0">
                <a:latin typeface="Courier New" charset="0"/>
              </a:rPr>
              <a:t>++)</a:t>
            </a:r>
          </a:p>
          <a:p>
            <a:pPr algn="l">
              <a:lnSpc>
                <a:spcPct val="100000"/>
              </a:lnSpc>
            </a:pPr>
            <a:r>
              <a:rPr lang="en-US" sz="2000" dirty="0">
                <a:latin typeface="Courier New" charset="0"/>
              </a:rPr>
              <a:t>                sum += </a:t>
            </a:r>
            <a:r>
              <a:rPr lang="en-US" sz="2000" dirty="0" err="1">
                <a:latin typeface="Courier New" charset="0"/>
              </a:rPr>
              <a:t>a[k][i][j</a:t>
            </a:r>
            <a:r>
              <a:rPr lang="en-US" sz="2000" dirty="0">
                <a:latin typeface="Courier New" charset="0"/>
              </a:rPr>
              <a:t>];</a:t>
            </a:r>
          </a:p>
          <a:p>
            <a:pPr algn="l">
              <a:lnSpc>
                <a:spcPct val="100000"/>
              </a:lnSpc>
            </a:pPr>
            <a:r>
              <a:rPr lang="en-US" sz="2000" dirty="0">
                <a:latin typeface="Courier New" charset="0"/>
              </a:rPr>
              <a:t>    return sum;</a:t>
            </a:r>
          </a:p>
          <a:p>
            <a:pPr algn="l">
              <a:lnSpc>
                <a:spcPct val="100000"/>
              </a:lnSpc>
            </a:pPr>
            <a:r>
              <a:rPr lang="en-US" sz="2000" dirty="0">
                <a:latin typeface="Courier New" charset="0"/>
              </a:rPr>
              <a:t>}</a:t>
            </a:r>
          </a:p>
        </p:txBody>
      </p:sp>
    </p:spTree>
    <p:extLst>
      <p:ext uri="{BB962C8B-B14F-4D97-AF65-F5344CB8AC3E}">
        <p14:creationId xmlns:p14="http://schemas.microsoft.com/office/powerpoint/2010/main" val="51746854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p:txBody>
          <a:bodyPr/>
          <a:lstStyle/>
          <a:p>
            <a:r>
              <a:rPr lang="en-US"/>
              <a:t>Memory Hierarchies</a:t>
            </a:r>
          </a:p>
        </p:txBody>
      </p:sp>
      <p:sp>
        <p:nvSpPr>
          <p:cNvPr id="135173" name="Rectangle 5"/>
          <p:cNvSpPr>
            <a:spLocks noGrp="1" noChangeArrowheads="1"/>
          </p:cNvSpPr>
          <p:nvPr>
            <p:ph type="body" idx="1"/>
          </p:nvPr>
        </p:nvSpPr>
        <p:spPr/>
        <p:txBody>
          <a:bodyPr/>
          <a:lstStyle/>
          <a:p>
            <a:r>
              <a:rPr lang="en-US"/>
              <a:t>Some fundamental and enduring properties of hardware and software:</a:t>
            </a:r>
          </a:p>
          <a:p>
            <a:pPr lvl="1"/>
            <a:r>
              <a:rPr lang="en-US"/>
              <a:t>Fast storage technologies cost more per byte, have less capacity, and require more power (heat!). </a:t>
            </a:r>
          </a:p>
          <a:p>
            <a:pPr lvl="1"/>
            <a:r>
              <a:rPr lang="en-US"/>
              <a:t>The gap between CPU and main memory speed is widening.</a:t>
            </a:r>
          </a:p>
          <a:p>
            <a:pPr lvl="1"/>
            <a:r>
              <a:rPr lang="en-US"/>
              <a:t>Well-written programs tend to exhibit good locality.</a:t>
            </a:r>
          </a:p>
          <a:p>
            <a:pPr lvl="1"/>
            <a:endParaRPr lang="en-US"/>
          </a:p>
          <a:p>
            <a:r>
              <a:rPr lang="en-US"/>
              <a:t>These fundamental properties complement each other beautifully.</a:t>
            </a:r>
          </a:p>
          <a:p>
            <a:endParaRPr lang="en-US"/>
          </a:p>
          <a:p>
            <a:r>
              <a:rPr lang="en-US"/>
              <a:t>They suggest an approach for organizing memory and storage systems known as a </a:t>
            </a:r>
            <a:r>
              <a:rPr lang="en-US">
                <a:solidFill>
                  <a:srgbClr val="FF0000"/>
                </a:solidFill>
              </a:rPr>
              <a:t>memory hierarchy</a:t>
            </a:r>
            <a:r>
              <a:rPr lang="en-US"/>
              <a:t>.</a:t>
            </a:r>
          </a:p>
        </p:txBody>
      </p:sp>
    </p:spTree>
    <p:extLst>
      <p:ext uri="{BB962C8B-B14F-4D97-AF65-F5344CB8AC3E}">
        <p14:creationId xmlns:p14="http://schemas.microsoft.com/office/powerpoint/2010/main" val="7926655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404814" y="249125"/>
            <a:ext cx="8716962" cy="782275"/>
          </a:xfrm>
        </p:spPr>
        <p:txBody>
          <a:bodyPr/>
          <a:lstStyle/>
          <a:p>
            <a:pPr>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a:t>An Example Memory Hierarchy</a:t>
            </a:r>
          </a:p>
        </p:txBody>
      </p:sp>
      <p:sp>
        <p:nvSpPr>
          <p:cNvPr id="35843" name="AutoShape 2"/>
          <p:cNvSpPr>
            <a:spLocks noChangeArrowheads="1"/>
          </p:cNvSpPr>
          <p:nvPr/>
        </p:nvSpPr>
        <p:spPr bwMode="auto">
          <a:xfrm>
            <a:off x="1147763" y="1010771"/>
            <a:ext cx="6242050" cy="5388650"/>
          </a:xfrm>
          <a:prstGeom prst="triangle">
            <a:avLst>
              <a:gd name="adj" fmla="val 50000"/>
            </a:avLst>
          </a:prstGeom>
          <a:gradFill>
            <a:gsLst>
              <a:gs pos="0">
                <a:schemeClr val="accent2">
                  <a:lumMod val="20000"/>
                  <a:lumOff val="80000"/>
                </a:schemeClr>
              </a:gs>
              <a:gs pos="49000">
                <a:schemeClr val="accent2">
                  <a:lumMod val="20000"/>
                  <a:lumOff val="80000"/>
                </a:schemeClr>
              </a:gs>
              <a:gs pos="100000">
                <a:schemeClr val="bg1"/>
              </a:gs>
            </a:gsLst>
            <a:lin ang="5400000" scaled="0"/>
          </a:gradFill>
          <a:ln w="28575">
            <a:solidFill>
              <a:schemeClr val="tx1"/>
            </a:solidFill>
            <a:miter lim="800000"/>
            <a:headEnd/>
            <a:tailEnd/>
          </a:ln>
        </p:spPr>
        <p:txBody>
          <a:bodyPr wrap="none" lIns="91421" tIns="45710" rIns="91421" bIns="45710" anchor="ctr"/>
          <a:lstStyle/>
          <a:p>
            <a:endParaRPr lang="en-US" sz="2403"/>
          </a:p>
        </p:txBody>
      </p:sp>
      <p:sp>
        <p:nvSpPr>
          <p:cNvPr id="35844" name="Text Box 3"/>
          <p:cNvSpPr txBox="1">
            <a:spLocks noChangeArrowheads="1"/>
          </p:cNvSpPr>
          <p:nvPr/>
        </p:nvSpPr>
        <p:spPr bwMode="auto">
          <a:xfrm>
            <a:off x="3784381" y="1568661"/>
            <a:ext cx="960358" cy="336948"/>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Registers</a:t>
            </a:r>
          </a:p>
        </p:txBody>
      </p:sp>
      <p:sp>
        <p:nvSpPr>
          <p:cNvPr id="35845" name="Text Box 4"/>
          <p:cNvSpPr txBox="1">
            <a:spLocks noChangeArrowheads="1"/>
          </p:cNvSpPr>
          <p:nvPr/>
        </p:nvSpPr>
        <p:spPr bwMode="auto">
          <a:xfrm>
            <a:off x="3812501" y="2044742"/>
            <a:ext cx="904111" cy="577661"/>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L1 cache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 (SRAM)</a:t>
            </a:r>
          </a:p>
        </p:txBody>
      </p:sp>
      <p:sp>
        <p:nvSpPr>
          <p:cNvPr id="35846" name="Text Box 5"/>
          <p:cNvSpPr txBox="1">
            <a:spLocks noChangeArrowheads="1"/>
          </p:cNvSpPr>
          <p:nvPr/>
        </p:nvSpPr>
        <p:spPr bwMode="auto">
          <a:xfrm>
            <a:off x="3576913" y="3752509"/>
            <a:ext cx="1391294" cy="578375"/>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Main memory</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(DRAM)</a:t>
            </a:r>
          </a:p>
        </p:txBody>
      </p:sp>
      <p:sp>
        <p:nvSpPr>
          <p:cNvPr id="35847" name="Text Box 6"/>
          <p:cNvSpPr txBox="1">
            <a:spLocks noChangeArrowheads="1"/>
          </p:cNvSpPr>
          <p:nvPr/>
        </p:nvSpPr>
        <p:spPr bwMode="auto">
          <a:xfrm>
            <a:off x="3160582" y="4603551"/>
            <a:ext cx="2207954" cy="577661"/>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Local secondary storage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(local disks)</a:t>
            </a:r>
          </a:p>
        </p:txBody>
      </p:sp>
      <p:sp>
        <p:nvSpPr>
          <p:cNvPr id="35848" name="Line 7"/>
          <p:cNvSpPr>
            <a:spLocks noChangeShapeType="1"/>
          </p:cNvSpPr>
          <p:nvPr/>
        </p:nvSpPr>
        <p:spPr bwMode="auto">
          <a:xfrm>
            <a:off x="3736976" y="1932683"/>
            <a:ext cx="1063625" cy="1586"/>
          </a:xfrm>
          <a:prstGeom prst="line">
            <a:avLst/>
          </a:prstGeom>
          <a:noFill/>
          <a:ln w="25400" cap="flat" cmpd="sng" algn="ctr">
            <a:solidFill>
              <a:schemeClr val="tx1"/>
            </a:solidFill>
            <a:prstDash val="solid"/>
            <a:round/>
            <a:headEnd type="none" w="med" len="med"/>
            <a:tailEnd type="none" w="med" len="med"/>
          </a:ln>
          <a:effectLst/>
        </p:spPr>
        <p:txBody>
          <a:bodyPr lIns="91421" tIns="45710" rIns="91421" bIns="45710"/>
          <a:lstStyle/>
          <a:p>
            <a:endParaRPr lang="en-US" sz="2403"/>
          </a:p>
        </p:txBody>
      </p:sp>
      <p:sp>
        <p:nvSpPr>
          <p:cNvPr id="35850" name="Line 9"/>
          <p:cNvSpPr>
            <a:spLocks noChangeShapeType="1"/>
          </p:cNvSpPr>
          <p:nvPr/>
        </p:nvSpPr>
        <p:spPr bwMode="auto">
          <a:xfrm>
            <a:off x="2992439" y="3634488"/>
            <a:ext cx="2552700" cy="1586"/>
          </a:xfrm>
          <a:prstGeom prst="line">
            <a:avLst/>
          </a:prstGeom>
          <a:noFill/>
          <a:ln w="12600">
            <a:solidFill>
              <a:srgbClr val="000066"/>
            </a:solidFill>
            <a:miter lim="800000"/>
            <a:headEnd/>
            <a:tailEnd/>
          </a:ln>
        </p:spPr>
        <p:txBody>
          <a:bodyPr lIns="91421" tIns="45710" rIns="91421" bIns="45710"/>
          <a:lstStyle/>
          <a:p>
            <a:endParaRPr lang="en-US" sz="2403"/>
          </a:p>
        </p:txBody>
      </p:sp>
      <p:sp>
        <p:nvSpPr>
          <p:cNvPr id="35851" name="Line 10"/>
          <p:cNvSpPr>
            <a:spLocks noChangeShapeType="1"/>
          </p:cNvSpPr>
          <p:nvPr/>
        </p:nvSpPr>
        <p:spPr bwMode="auto">
          <a:xfrm>
            <a:off x="441325" y="3943111"/>
            <a:ext cx="1588" cy="2343651"/>
          </a:xfrm>
          <a:prstGeom prst="line">
            <a:avLst/>
          </a:prstGeom>
          <a:noFill/>
          <a:ln w="38160">
            <a:solidFill>
              <a:srgbClr val="000066"/>
            </a:solidFill>
            <a:miter lim="800000"/>
            <a:headEnd/>
            <a:tailEnd type="triangle" w="med" len="med"/>
          </a:ln>
        </p:spPr>
        <p:txBody>
          <a:bodyPr lIns="91421" tIns="45710" rIns="91421" bIns="45710"/>
          <a:lstStyle/>
          <a:p>
            <a:endParaRPr lang="en-US" sz="2403"/>
          </a:p>
        </p:txBody>
      </p:sp>
      <p:sp>
        <p:nvSpPr>
          <p:cNvPr id="35852" name="Text Box 11"/>
          <p:cNvSpPr txBox="1">
            <a:spLocks noChangeArrowheads="1"/>
          </p:cNvSpPr>
          <p:nvPr/>
        </p:nvSpPr>
        <p:spPr bwMode="auto">
          <a:xfrm>
            <a:off x="455668" y="3829132"/>
            <a:ext cx="915933" cy="1059159"/>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Larger,  </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slower, </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cheaper </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per byte</a:t>
            </a:r>
          </a:p>
        </p:txBody>
      </p:sp>
      <p:sp>
        <p:nvSpPr>
          <p:cNvPr id="35854" name="Text Box 13"/>
          <p:cNvSpPr txBox="1">
            <a:spLocks noChangeArrowheads="1"/>
          </p:cNvSpPr>
          <p:nvPr/>
        </p:nvSpPr>
        <p:spPr bwMode="auto">
          <a:xfrm>
            <a:off x="2267837" y="5561612"/>
            <a:ext cx="3993442" cy="576814"/>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Remote secondary storage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(tapes, distributed file systems, Web servers)</a:t>
            </a:r>
          </a:p>
        </p:txBody>
      </p:sp>
      <p:sp>
        <p:nvSpPr>
          <p:cNvPr id="35878" name="Text Box 16"/>
          <p:cNvSpPr txBox="1">
            <a:spLocks noChangeArrowheads="1"/>
          </p:cNvSpPr>
          <p:nvPr/>
        </p:nvSpPr>
        <p:spPr bwMode="auto">
          <a:xfrm>
            <a:off x="6858000" y="4647635"/>
            <a:ext cx="2062162" cy="728299"/>
          </a:xfrm>
          <a:prstGeom prst="rect">
            <a:avLst/>
          </a:prstGeom>
          <a:noFill/>
          <a:ln w="9525">
            <a:noFill/>
            <a:round/>
            <a:headEnd/>
            <a:tailEnd/>
          </a:ln>
        </p:spPr>
        <p:txBody>
          <a:bodyPr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402" dirty="0">
                <a:solidFill>
                  <a:srgbClr val="C00000"/>
                </a:solidFill>
                <a:latin typeface="Calibri" pitchFamily="34" charset="0"/>
              </a:rPr>
              <a:t>Local disks hold files retrieved from disks on remote network servers</a:t>
            </a:r>
          </a:p>
        </p:txBody>
      </p:sp>
      <p:sp>
        <p:nvSpPr>
          <p:cNvPr id="35876" name="Text Box 19"/>
          <p:cNvSpPr txBox="1">
            <a:spLocks noChangeArrowheads="1"/>
          </p:cNvSpPr>
          <p:nvPr/>
        </p:nvSpPr>
        <p:spPr bwMode="auto">
          <a:xfrm>
            <a:off x="6376988" y="3962153"/>
            <a:ext cx="2744787" cy="517262"/>
          </a:xfrm>
          <a:prstGeom prst="rect">
            <a:avLst/>
          </a:prstGeom>
          <a:noFill/>
          <a:ln w="9525">
            <a:noFill/>
            <a:round/>
            <a:headEnd/>
            <a:tailEnd/>
          </a:ln>
        </p:spPr>
        <p:txBody>
          <a:bodyPr wrap="squar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402" dirty="0">
                <a:solidFill>
                  <a:srgbClr val="C00000"/>
                </a:solidFill>
                <a:latin typeface="Calibri" pitchFamily="34" charset="0"/>
              </a:rPr>
              <a:t>Main memory holds disk blocks retrieved from local disks</a:t>
            </a:r>
          </a:p>
        </p:txBody>
      </p:sp>
      <p:sp>
        <p:nvSpPr>
          <p:cNvPr id="35857" name="Line 20"/>
          <p:cNvSpPr>
            <a:spLocks noChangeShapeType="1"/>
          </p:cNvSpPr>
          <p:nvPr/>
        </p:nvSpPr>
        <p:spPr bwMode="auto">
          <a:xfrm>
            <a:off x="1760182" y="5336291"/>
            <a:ext cx="5029200" cy="1587"/>
          </a:xfrm>
          <a:prstGeom prst="line">
            <a:avLst/>
          </a:prstGeom>
          <a:noFill/>
          <a:ln w="25400" cap="flat" cmpd="sng" algn="ctr">
            <a:solidFill>
              <a:schemeClr val="tx1"/>
            </a:solidFill>
            <a:prstDash val="solid"/>
            <a:round/>
            <a:headEnd type="none" w="med" len="med"/>
            <a:tailEnd type="none" w="med" len="med"/>
          </a:ln>
          <a:effectLst/>
        </p:spPr>
        <p:txBody>
          <a:bodyPr lIns="91421" tIns="45710" rIns="91421" bIns="45710"/>
          <a:lstStyle/>
          <a:p>
            <a:endParaRPr lang="en-US" sz="2403"/>
          </a:p>
        </p:txBody>
      </p:sp>
      <p:sp>
        <p:nvSpPr>
          <p:cNvPr id="35858" name="Text Box 21"/>
          <p:cNvSpPr txBox="1">
            <a:spLocks noChangeArrowheads="1"/>
          </p:cNvSpPr>
          <p:nvPr/>
        </p:nvSpPr>
        <p:spPr bwMode="auto">
          <a:xfrm>
            <a:off x="3806091" y="2895426"/>
            <a:ext cx="916935" cy="577661"/>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L2 cache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(SRAM)</a:t>
            </a:r>
          </a:p>
        </p:txBody>
      </p:sp>
      <p:sp>
        <p:nvSpPr>
          <p:cNvPr id="35873" name="Text Box 23"/>
          <p:cNvSpPr txBox="1">
            <a:spLocks noChangeArrowheads="1"/>
          </p:cNvSpPr>
          <p:nvPr/>
        </p:nvSpPr>
        <p:spPr bwMode="auto">
          <a:xfrm>
            <a:off x="5334000" y="2256789"/>
            <a:ext cx="2838450" cy="517262"/>
          </a:xfrm>
          <a:prstGeom prst="rect">
            <a:avLst/>
          </a:prstGeom>
          <a:noFill/>
          <a:ln w="9525">
            <a:noFill/>
            <a:round/>
            <a:headEnd/>
            <a:tailEnd/>
          </a:ln>
        </p:spPr>
        <p:txBody>
          <a:bodyPr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402" dirty="0">
                <a:solidFill>
                  <a:srgbClr val="C00000"/>
                </a:solidFill>
                <a:latin typeface="Calibri" pitchFamily="34" charset="0"/>
              </a:rPr>
              <a:t>L1 cache holds cache lines retrieved from L2 cache</a:t>
            </a:r>
          </a:p>
        </p:txBody>
      </p:sp>
      <p:sp>
        <p:nvSpPr>
          <p:cNvPr id="35860" name="Text Box 25"/>
          <p:cNvSpPr txBox="1">
            <a:spLocks noChangeArrowheads="1"/>
          </p:cNvSpPr>
          <p:nvPr/>
        </p:nvSpPr>
        <p:spPr bwMode="auto">
          <a:xfrm>
            <a:off x="4876801" y="1448719"/>
            <a:ext cx="2919412" cy="517262"/>
          </a:xfrm>
          <a:prstGeom prst="rect">
            <a:avLst/>
          </a:prstGeom>
          <a:noFill/>
          <a:ln w="9525">
            <a:noFill/>
            <a:round/>
            <a:headEnd/>
            <a:tailEnd/>
          </a:ln>
        </p:spPr>
        <p:txBody>
          <a:bodyPr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402" dirty="0">
                <a:solidFill>
                  <a:srgbClr val="C00000"/>
                </a:solidFill>
                <a:latin typeface="Calibri" pitchFamily="34" charset="0"/>
              </a:rPr>
              <a:t>CPU registers hold words retrieved from L1 cache</a:t>
            </a:r>
          </a:p>
        </p:txBody>
      </p:sp>
      <p:sp>
        <p:nvSpPr>
          <p:cNvPr id="35871" name="Text Box 28"/>
          <p:cNvSpPr txBox="1">
            <a:spLocks noChangeArrowheads="1"/>
          </p:cNvSpPr>
          <p:nvPr/>
        </p:nvSpPr>
        <p:spPr bwMode="auto">
          <a:xfrm>
            <a:off x="5867401" y="3124341"/>
            <a:ext cx="2628900" cy="517262"/>
          </a:xfrm>
          <a:prstGeom prst="rect">
            <a:avLst/>
          </a:prstGeom>
          <a:noFill/>
          <a:ln w="9525">
            <a:noFill/>
            <a:round/>
            <a:headEnd/>
            <a:tailEnd/>
          </a:ln>
        </p:spPr>
        <p:txBody>
          <a:bodyPr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402" dirty="0">
                <a:solidFill>
                  <a:srgbClr val="C00000"/>
                </a:solidFill>
                <a:latin typeface="Calibri" pitchFamily="34" charset="0"/>
              </a:rPr>
              <a:t>L2 cache holds cache lines retrieved from main memory</a:t>
            </a:r>
          </a:p>
        </p:txBody>
      </p:sp>
      <p:sp>
        <p:nvSpPr>
          <p:cNvPr id="35863" name="Text Box 30"/>
          <p:cNvSpPr txBox="1">
            <a:spLocks noChangeArrowheads="1"/>
          </p:cNvSpPr>
          <p:nvPr/>
        </p:nvSpPr>
        <p:spPr bwMode="auto">
          <a:xfrm>
            <a:off x="3530600" y="1332886"/>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L0:</a:t>
            </a:r>
          </a:p>
        </p:txBody>
      </p:sp>
      <p:sp>
        <p:nvSpPr>
          <p:cNvPr id="35864" name="Text Box 31"/>
          <p:cNvSpPr txBox="1">
            <a:spLocks noChangeArrowheads="1"/>
          </p:cNvSpPr>
          <p:nvPr/>
        </p:nvSpPr>
        <p:spPr bwMode="auto">
          <a:xfrm>
            <a:off x="3152776" y="2042169"/>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L1:</a:t>
            </a:r>
          </a:p>
        </p:txBody>
      </p:sp>
      <p:sp>
        <p:nvSpPr>
          <p:cNvPr id="35865" name="Text Box 32"/>
          <p:cNvSpPr txBox="1">
            <a:spLocks noChangeArrowheads="1"/>
          </p:cNvSpPr>
          <p:nvPr/>
        </p:nvSpPr>
        <p:spPr bwMode="auto">
          <a:xfrm>
            <a:off x="2714626" y="2738759"/>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L2:</a:t>
            </a:r>
          </a:p>
        </p:txBody>
      </p:sp>
      <p:sp>
        <p:nvSpPr>
          <p:cNvPr id="35866" name="Text Box 33"/>
          <p:cNvSpPr txBox="1">
            <a:spLocks noChangeArrowheads="1"/>
          </p:cNvSpPr>
          <p:nvPr/>
        </p:nvSpPr>
        <p:spPr bwMode="auto">
          <a:xfrm>
            <a:off x="2241551" y="3541662"/>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L3:</a:t>
            </a:r>
          </a:p>
        </p:txBody>
      </p:sp>
      <p:sp>
        <p:nvSpPr>
          <p:cNvPr id="35867" name="Text Box 34"/>
          <p:cNvSpPr txBox="1">
            <a:spLocks noChangeArrowheads="1"/>
          </p:cNvSpPr>
          <p:nvPr/>
        </p:nvSpPr>
        <p:spPr bwMode="auto">
          <a:xfrm>
            <a:off x="1639888" y="4606380"/>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L4:</a:t>
            </a:r>
          </a:p>
        </p:txBody>
      </p:sp>
      <p:sp>
        <p:nvSpPr>
          <p:cNvPr id="35868" name="Text Box 35"/>
          <p:cNvSpPr txBox="1">
            <a:spLocks noChangeArrowheads="1"/>
          </p:cNvSpPr>
          <p:nvPr/>
        </p:nvSpPr>
        <p:spPr bwMode="auto">
          <a:xfrm>
            <a:off x="1000126" y="5702835"/>
            <a:ext cx="428620" cy="33564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482"/>
                </a:solidFill>
                <a:latin typeface="Calibri" pitchFamily="34" charset="0"/>
              </a:rPr>
              <a:t>L5:</a:t>
            </a:r>
          </a:p>
        </p:txBody>
      </p:sp>
      <p:sp>
        <p:nvSpPr>
          <p:cNvPr id="35869" name="Text Box 36"/>
          <p:cNvSpPr txBox="1">
            <a:spLocks noChangeArrowheads="1"/>
          </p:cNvSpPr>
          <p:nvPr/>
        </p:nvSpPr>
        <p:spPr bwMode="auto">
          <a:xfrm>
            <a:off x="457200" y="2312984"/>
            <a:ext cx="894132" cy="1059159"/>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Smaller,</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faster,</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costlier</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per byte</a:t>
            </a:r>
          </a:p>
        </p:txBody>
      </p:sp>
      <p:sp>
        <p:nvSpPr>
          <p:cNvPr id="35870" name="Line 37"/>
          <p:cNvSpPr>
            <a:spLocks noChangeShapeType="1"/>
          </p:cNvSpPr>
          <p:nvPr/>
        </p:nvSpPr>
        <p:spPr bwMode="auto">
          <a:xfrm flipV="1">
            <a:off x="455614" y="1144060"/>
            <a:ext cx="1587" cy="2156413"/>
          </a:xfrm>
          <a:prstGeom prst="line">
            <a:avLst/>
          </a:prstGeom>
          <a:noFill/>
          <a:ln w="38160">
            <a:solidFill>
              <a:srgbClr val="000066"/>
            </a:solidFill>
            <a:miter lim="800000"/>
            <a:headEnd/>
            <a:tailEnd type="triangle" w="med" len="med"/>
          </a:ln>
        </p:spPr>
        <p:txBody>
          <a:bodyPr lIns="91421" tIns="45710" rIns="91421" bIns="45710"/>
          <a:lstStyle/>
          <a:p>
            <a:endParaRPr lang="en-US" sz="2403"/>
          </a:p>
        </p:txBody>
      </p:sp>
      <p:cxnSp>
        <p:nvCxnSpPr>
          <p:cNvPr id="40" name="Straight Connector 39"/>
          <p:cNvCxnSpPr/>
          <p:nvPr/>
        </p:nvCxnSpPr>
        <p:spPr bwMode="auto">
          <a:xfrm>
            <a:off x="2267306" y="4463334"/>
            <a:ext cx="4006851" cy="1587"/>
          </a:xfrm>
          <a:prstGeom prst="line">
            <a:avLst/>
          </a:prstGeom>
          <a:noFill/>
          <a:ln w="2540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2756078" y="3634487"/>
            <a:ext cx="3017520" cy="1587"/>
          </a:xfrm>
          <a:prstGeom prst="line">
            <a:avLst/>
          </a:prstGeom>
          <a:noFill/>
          <a:ln w="25400"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3263722" y="2741931"/>
            <a:ext cx="2011680" cy="1587"/>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56926759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8" name="Rectangle 6"/>
          <p:cNvSpPr>
            <a:spLocks noGrp="1" noChangeArrowheads="1"/>
          </p:cNvSpPr>
          <p:nvPr>
            <p:ph type="title"/>
          </p:nvPr>
        </p:nvSpPr>
        <p:spPr/>
        <p:txBody>
          <a:bodyPr/>
          <a:lstStyle/>
          <a:p>
            <a:r>
              <a:rPr lang="en-US" dirty="0"/>
              <a:t>Caches</a:t>
            </a:r>
          </a:p>
        </p:txBody>
      </p:sp>
      <p:sp>
        <p:nvSpPr>
          <p:cNvPr id="136199" name="Rectangle 7"/>
          <p:cNvSpPr>
            <a:spLocks noGrp="1" noChangeArrowheads="1"/>
          </p:cNvSpPr>
          <p:nvPr>
            <p:ph type="body" idx="1"/>
          </p:nvPr>
        </p:nvSpPr>
        <p:spPr>
          <a:xfrm>
            <a:off x="396875" y="1363033"/>
            <a:ext cx="8442325" cy="4969745"/>
          </a:xfrm>
        </p:spPr>
        <p:txBody>
          <a:bodyPr>
            <a:normAutofit fontScale="92500"/>
          </a:bodyPr>
          <a:lstStyle/>
          <a:p>
            <a:pPr>
              <a:lnSpc>
                <a:spcPct val="110000"/>
              </a:lnSpc>
            </a:pPr>
            <a:r>
              <a:rPr lang="en-US" i="1" dirty="0">
                <a:solidFill>
                  <a:srgbClr val="FF0000"/>
                </a:solidFill>
              </a:rPr>
              <a:t>Cache:</a:t>
            </a:r>
            <a:r>
              <a:rPr lang="en-US" i="1" dirty="0"/>
              <a:t> </a:t>
            </a:r>
            <a:r>
              <a:rPr lang="en-US" dirty="0"/>
              <a:t>A smaller, faster storage device that acts as a staging area for a subset of the data in a larger, slower device.</a:t>
            </a:r>
          </a:p>
          <a:p>
            <a:pPr>
              <a:lnSpc>
                <a:spcPct val="110000"/>
              </a:lnSpc>
            </a:pPr>
            <a:r>
              <a:rPr lang="en-US" dirty="0"/>
              <a:t>Fundamental idea of a memory hierarchy:</a:t>
            </a:r>
          </a:p>
          <a:p>
            <a:pPr lvl="1">
              <a:lnSpc>
                <a:spcPct val="110000"/>
              </a:lnSpc>
            </a:pPr>
            <a:r>
              <a:rPr lang="en-US" dirty="0"/>
              <a:t>For each </a:t>
            </a:r>
            <a:r>
              <a:rPr lang="en-US" dirty="0" err="1"/>
              <a:t>k</a:t>
            </a:r>
            <a:r>
              <a:rPr lang="en-US" dirty="0"/>
              <a:t>, the faster, smaller device at level </a:t>
            </a:r>
            <a:r>
              <a:rPr lang="en-US" dirty="0" err="1"/>
              <a:t>k</a:t>
            </a:r>
            <a:r>
              <a:rPr lang="en-US" dirty="0"/>
              <a:t> serves as a cache for the larger, slower device at level k+1.</a:t>
            </a:r>
          </a:p>
          <a:p>
            <a:pPr>
              <a:lnSpc>
                <a:spcPct val="110000"/>
              </a:lnSpc>
            </a:pPr>
            <a:r>
              <a:rPr lang="en-US" dirty="0"/>
              <a:t>Why do memory hierarchies work?</a:t>
            </a:r>
          </a:p>
          <a:p>
            <a:pPr lvl="1">
              <a:lnSpc>
                <a:spcPct val="110000"/>
              </a:lnSpc>
            </a:pPr>
            <a:r>
              <a:rPr lang="en-US" dirty="0"/>
              <a:t>Because of locality, programs tend to access the data at level </a:t>
            </a:r>
            <a:r>
              <a:rPr lang="en-US" dirty="0" err="1"/>
              <a:t>k</a:t>
            </a:r>
            <a:r>
              <a:rPr lang="en-US" dirty="0"/>
              <a:t> more often than they access the data at level k+1. </a:t>
            </a:r>
          </a:p>
          <a:p>
            <a:pPr lvl="1">
              <a:lnSpc>
                <a:spcPct val="110000"/>
              </a:lnSpc>
            </a:pPr>
            <a:r>
              <a:rPr lang="en-US" dirty="0"/>
              <a:t>Thus, the storage at level k+1 can be slower, and thus larger and cheaper per bit.</a:t>
            </a:r>
          </a:p>
          <a:p>
            <a:pPr>
              <a:lnSpc>
                <a:spcPct val="110000"/>
              </a:lnSpc>
            </a:pPr>
            <a:r>
              <a:rPr lang="en-US" i="1" dirty="0">
                <a:solidFill>
                  <a:srgbClr val="FF0000"/>
                </a:solidFill>
              </a:rPr>
              <a:t>Big Idea:  </a:t>
            </a:r>
            <a:r>
              <a:rPr lang="en-US" dirty="0"/>
              <a:t>The memory hierarchy creates a large pool of storage that costs as much as the cheap storage near the bottom, but that serves data to programs at the rate of the fast storage near the top.</a:t>
            </a:r>
          </a:p>
          <a:p>
            <a:pPr lvl="1">
              <a:lnSpc>
                <a:spcPct val="110000"/>
              </a:lnSpc>
            </a:pPr>
            <a:endParaRPr lang="en-US" dirty="0"/>
          </a:p>
          <a:p>
            <a:pPr>
              <a:lnSpc>
                <a:spcPct val="110000"/>
              </a:lnSpc>
            </a:pPr>
            <a:endParaRPr lang="en-US" dirty="0"/>
          </a:p>
        </p:txBody>
      </p:sp>
    </p:spTree>
    <p:extLst>
      <p:ext uri="{BB962C8B-B14F-4D97-AF65-F5344CB8AC3E}">
        <p14:creationId xmlns:p14="http://schemas.microsoft.com/office/powerpoint/2010/main" val="94364200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Up-Down Arrow 34"/>
          <p:cNvSpPr/>
          <p:nvPr/>
        </p:nvSpPr>
        <p:spPr bwMode="auto">
          <a:xfrm>
            <a:off x="3352799" y="2895848"/>
            <a:ext cx="685801" cy="1370964"/>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algn="ctr"/>
            <a:endParaRPr lang="en-US" sz="2403" dirty="0">
              <a:latin typeface="Calibri" pitchFamily="34" charset="0"/>
            </a:endParaRPr>
          </a:p>
        </p:txBody>
      </p:sp>
      <p:sp>
        <p:nvSpPr>
          <p:cNvPr id="2" name="Title 1"/>
          <p:cNvSpPr>
            <a:spLocks noGrp="1"/>
          </p:cNvSpPr>
          <p:nvPr>
            <p:ph type="title"/>
          </p:nvPr>
        </p:nvSpPr>
        <p:spPr/>
        <p:txBody>
          <a:bodyPr/>
          <a:lstStyle/>
          <a:p>
            <a:r>
              <a:rPr lang="en-US" dirty="0"/>
              <a:t>General Cache Concepts</a:t>
            </a:r>
          </a:p>
        </p:txBody>
      </p:sp>
      <p:sp>
        <p:nvSpPr>
          <p:cNvPr id="3" name="Rectangle 2"/>
          <p:cNvSpPr/>
          <p:nvPr/>
        </p:nvSpPr>
        <p:spPr bwMode="auto">
          <a:xfrm>
            <a:off x="1905000" y="4266812"/>
            <a:ext cx="3581400" cy="2056446"/>
          </a:xfrm>
          <a:prstGeom prst="rect">
            <a:avLst/>
          </a:prstGeom>
          <a:solidFill>
            <a:srgbClr val="DEDFF5"/>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4" name="Rectangle 3"/>
          <p:cNvSpPr/>
          <p:nvPr/>
        </p:nvSpPr>
        <p:spPr bwMode="auto">
          <a:xfrm>
            <a:off x="1905000" y="2272928"/>
            <a:ext cx="3581400" cy="609317"/>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 name="Rectangle 4"/>
          <p:cNvSpPr/>
          <p:nvPr/>
        </p:nvSpPr>
        <p:spPr bwMode="auto">
          <a:xfrm>
            <a:off x="20574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0</a:t>
            </a:r>
          </a:p>
        </p:txBody>
      </p:sp>
      <p:sp>
        <p:nvSpPr>
          <p:cNvPr id="6" name="Rectangle 5"/>
          <p:cNvSpPr/>
          <p:nvPr/>
        </p:nvSpPr>
        <p:spPr bwMode="auto">
          <a:xfrm>
            <a:off x="28956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a:t>
            </a:r>
          </a:p>
        </p:txBody>
      </p:sp>
      <p:sp>
        <p:nvSpPr>
          <p:cNvPr id="7" name="Rectangle 6"/>
          <p:cNvSpPr/>
          <p:nvPr/>
        </p:nvSpPr>
        <p:spPr bwMode="auto">
          <a:xfrm>
            <a:off x="37338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2</a:t>
            </a:r>
          </a:p>
        </p:txBody>
      </p:sp>
      <p:sp>
        <p:nvSpPr>
          <p:cNvPr id="8" name="Rectangle 7"/>
          <p:cNvSpPr/>
          <p:nvPr/>
        </p:nvSpPr>
        <p:spPr bwMode="auto">
          <a:xfrm>
            <a:off x="45720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9" name="Rectangle 8"/>
          <p:cNvSpPr/>
          <p:nvPr/>
        </p:nvSpPr>
        <p:spPr bwMode="auto">
          <a:xfrm>
            <a:off x="20574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10" name="Rectangle 9"/>
          <p:cNvSpPr/>
          <p:nvPr/>
        </p:nvSpPr>
        <p:spPr bwMode="auto">
          <a:xfrm>
            <a:off x="28956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5</a:t>
            </a:r>
          </a:p>
        </p:txBody>
      </p:sp>
      <p:sp>
        <p:nvSpPr>
          <p:cNvPr id="11" name="Rectangle 10"/>
          <p:cNvSpPr/>
          <p:nvPr/>
        </p:nvSpPr>
        <p:spPr bwMode="auto">
          <a:xfrm>
            <a:off x="37338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6</a:t>
            </a:r>
          </a:p>
        </p:txBody>
      </p:sp>
      <p:sp>
        <p:nvSpPr>
          <p:cNvPr id="12" name="Rectangle 11"/>
          <p:cNvSpPr/>
          <p:nvPr/>
        </p:nvSpPr>
        <p:spPr bwMode="auto">
          <a:xfrm>
            <a:off x="45720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7</a:t>
            </a:r>
          </a:p>
        </p:txBody>
      </p:sp>
      <p:sp>
        <p:nvSpPr>
          <p:cNvPr id="13" name="Rectangle 12"/>
          <p:cNvSpPr/>
          <p:nvPr/>
        </p:nvSpPr>
        <p:spPr bwMode="auto">
          <a:xfrm>
            <a:off x="20574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14" name="Rectangle 13"/>
          <p:cNvSpPr/>
          <p:nvPr/>
        </p:nvSpPr>
        <p:spPr bwMode="auto">
          <a:xfrm>
            <a:off x="28956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15" name="Rectangle 14"/>
          <p:cNvSpPr/>
          <p:nvPr/>
        </p:nvSpPr>
        <p:spPr bwMode="auto">
          <a:xfrm>
            <a:off x="37338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
        <p:nvSpPr>
          <p:cNvPr id="16" name="Rectangle 15"/>
          <p:cNvSpPr/>
          <p:nvPr/>
        </p:nvSpPr>
        <p:spPr bwMode="auto">
          <a:xfrm>
            <a:off x="45720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11</a:t>
            </a:r>
          </a:p>
        </p:txBody>
      </p:sp>
      <p:sp>
        <p:nvSpPr>
          <p:cNvPr id="17" name="Rectangle 16"/>
          <p:cNvSpPr/>
          <p:nvPr/>
        </p:nvSpPr>
        <p:spPr bwMode="auto">
          <a:xfrm>
            <a:off x="20574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18" name="Rectangle 17"/>
          <p:cNvSpPr/>
          <p:nvPr/>
        </p:nvSpPr>
        <p:spPr bwMode="auto">
          <a:xfrm>
            <a:off x="28956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13</a:t>
            </a:r>
          </a:p>
        </p:txBody>
      </p:sp>
      <p:sp>
        <p:nvSpPr>
          <p:cNvPr id="19" name="Rectangle 18"/>
          <p:cNvSpPr/>
          <p:nvPr/>
        </p:nvSpPr>
        <p:spPr bwMode="auto">
          <a:xfrm>
            <a:off x="37338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0" name="Rectangle 19"/>
          <p:cNvSpPr/>
          <p:nvPr/>
        </p:nvSpPr>
        <p:spPr bwMode="auto">
          <a:xfrm>
            <a:off x="45720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15</a:t>
            </a:r>
          </a:p>
        </p:txBody>
      </p:sp>
      <p:cxnSp>
        <p:nvCxnSpPr>
          <p:cNvPr id="22" name="Straight Connector 21"/>
          <p:cNvCxnSpPr/>
          <p:nvPr/>
        </p:nvCxnSpPr>
        <p:spPr bwMode="auto">
          <a:xfrm>
            <a:off x="2286001" y="6094764"/>
            <a:ext cx="3048000" cy="1476"/>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27" name="Rectangle 26"/>
          <p:cNvSpPr/>
          <p:nvPr/>
        </p:nvSpPr>
        <p:spPr bwMode="auto">
          <a:xfrm>
            <a:off x="28956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28" name="Rectangle 27"/>
          <p:cNvSpPr/>
          <p:nvPr/>
        </p:nvSpPr>
        <p:spPr bwMode="auto">
          <a:xfrm>
            <a:off x="37338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9" name="Rectangle 28"/>
          <p:cNvSpPr/>
          <p:nvPr/>
        </p:nvSpPr>
        <p:spPr bwMode="auto">
          <a:xfrm>
            <a:off x="45720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30" name="TextBox 29"/>
          <p:cNvSpPr txBox="1"/>
          <p:nvPr/>
        </p:nvSpPr>
        <p:spPr>
          <a:xfrm>
            <a:off x="882158" y="2349092"/>
            <a:ext cx="950324" cy="462610"/>
          </a:xfrm>
          <a:prstGeom prst="rect">
            <a:avLst/>
          </a:prstGeom>
          <a:noFill/>
        </p:spPr>
        <p:txBody>
          <a:bodyPr wrap="none" lIns="91421" tIns="45710" rIns="91421" bIns="45710" rtlCol="0">
            <a:spAutoFit/>
          </a:bodyPr>
          <a:lstStyle/>
          <a:p>
            <a:r>
              <a:rPr lang="en-US" sz="2403" dirty="0">
                <a:latin typeface="Calibri" pitchFamily="34" charset="0"/>
              </a:rPr>
              <a:t>Cache</a:t>
            </a:r>
          </a:p>
        </p:txBody>
      </p:sp>
      <p:sp>
        <p:nvSpPr>
          <p:cNvPr id="31" name="TextBox 30"/>
          <p:cNvSpPr txBox="1"/>
          <p:nvPr/>
        </p:nvSpPr>
        <p:spPr>
          <a:xfrm>
            <a:off x="587958" y="4342977"/>
            <a:ext cx="1282221" cy="462610"/>
          </a:xfrm>
          <a:prstGeom prst="rect">
            <a:avLst/>
          </a:prstGeom>
          <a:noFill/>
        </p:spPr>
        <p:txBody>
          <a:bodyPr wrap="none" lIns="91421" tIns="45710" rIns="91421" bIns="45710" rtlCol="0">
            <a:spAutoFit/>
          </a:bodyPr>
          <a:lstStyle/>
          <a:p>
            <a:r>
              <a:rPr lang="en-US" sz="2403" dirty="0">
                <a:latin typeface="Calibri" pitchFamily="34" charset="0"/>
              </a:rPr>
              <a:t>Memory</a:t>
            </a:r>
          </a:p>
        </p:txBody>
      </p:sp>
      <p:sp>
        <p:nvSpPr>
          <p:cNvPr id="32" name="Text Box 19"/>
          <p:cNvSpPr txBox="1">
            <a:spLocks noChangeArrowheads="1"/>
          </p:cNvSpPr>
          <p:nvPr/>
        </p:nvSpPr>
        <p:spPr bwMode="auto">
          <a:xfrm>
            <a:off x="5635242" y="4146986"/>
            <a:ext cx="3199956" cy="576814"/>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Larger, slower, cheaper memory</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viewed as partitioned into “blocks”</a:t>
            </a:r>
          </a:p>
        </p:txBody>
      </p:sp>
      <p:sp>
        <p:nvSpPr>
          <p:cNvPr id="33" name="Text Box 22"/>
          <p:cNvSpPr txBox="1">
            <a:spLocks noChangeArrowheads="1"/>
          </p:cNvSpPr>
          <p:nvPr/>
        </p:nvSpPr>
        <p:spPr bwMode="auto">
          <a:xfrm>
            <a:off x="3942801" y="3233009"/>
            <a:ext cx="2839000" cy="576814"/>
          </a:xfrm>
          <a:prstGeom prst="rect">
            <a:avLst/>
          </a:prstGeom>
          <a:noFill/>
          <a:ln w="9525">
            <a:noFill/>
            <a:round/>
            <a:headEnd/>
            <a:tailEnd/>
          </a:ln>
        </p:spPr>
        <p:txBody>
          <a:bodyPr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Data is copied in block-sized transfer units</a:t>
            </a:r>
          </a:p>
        </p:txBody>
      </p:sp>
      <p:sp>
        <p:nvSpPr>
          <p:cNvPr id="34" name="Text Box 29"/>
          <p:cNvSpPr txBox="1">
            <a:spLocks noChangeArrowheads="1"/>
          </p:cNvSpPr>
          <p:nvPr/>
        </p:nvSpPr>
        <p:spPr bwMode="auto">
          <a:xfrm>
            <a:off x="5562600" y="2166897"/>
            <a:ext cx="2930908" cy="817988"/>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Smaller, faster, more expensive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memory caches a  subset of</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alibri" pitchFamily="34" charset="0"/>
              </a:rPr>
              <a:t>the blocks</a:t>
            </a:r>
          </a:p>
        </p:txBody>
      </p:sp>
      <p:sp>
        <p:nvSpPr>
          <p:cNvPr id="37" name="Rectangle 36"/>
          <p:cNvSpPr/>
          <p:nvPr/>
        </p:nvSpPr>
        <p:spPr bwMode="auto">
          <a:xfrm>
            <a:off x="2057400" y="4799964"/>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38" name="Rectangle 37"/>
          <p:cNvSpPr/>
          <p:nvPr/>
        </p:nvSpPr>
        <p:spPr bwMode="auto">
          <a:xfrm>
            <a:off x="2590801" y="3429000"/>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39" name="Rectangle 38"/>
          <p:cNvSpPr/>
          <p:nvPr/>
        </p:nvSpPr>
        <p:spPr bwMode="auto">
          <a:xfrm>
            <a:off x="2057400" y="2425256"/>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40" name="Rectangle 39"/>
          <p:cNvSpPr/>
          <p:nvPr/>
        </p:nvSpPr>
        <p:spPr bwMode="auto">
          <a:xfrm>
            <a:off x="3733800" y="5180787"/>
            <a:ext cx="762000"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
        <p:nvSpPr>
          <p:cNvPr id="41" name="Rectangle 40"/>
          <p:cNvSpPr/>
          <p:nvPr/>
        </p:nvSpPr>
        <p:spPr bwMode="auto">
          <a:xfrm>
            <a:off x="2590801" y="3429000"/>
            <a:ext cx="762000"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
        <p:nvSpPr>
          <p:cNvPr id="42" name="Rectangle 41"/>
          <p:cNvSpPr/>
          <p:nvPr/>
        </p:nvSpPr>
        <p:spPr bwMode="auto">
          <a:xfrm>
            <a:off x="3733800" y="2425256"/>
            <a:ext cx="762000"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Tree>
    <p:extLst>
      <p:ext uri="{BB962C8B-B14F-4D97-AF65-F5344CB8AC3E}">
        <p14:creationId xmlns:p14="http://schemas.microsoft.com/office/powerpoint/2010/main" val="110484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3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animBg="1"/>
      <p:bldP spid="38" grpId="0" animBg="1"/>
      <p:bldP spid="38" grpId="1" animBg="1"/>
      <p:bldP spid="39" grpId="0" animBg="1"/>
      <p:bldP spid="40" grpId="0" animBg="1"/>
      <p:bldP spid="41" grpId="0" animBg="1"/>
      <p:bldP spid="41" grpId="1" animBg="1"/>
      <p:bldP spid="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799" y="1296389"/>
            <a:ext cx="685801" cy="990141"/>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algn="ctr"/>
            <a:endParaRPr lang="en-US" sz="2403" dirty="0">
              <a:latin typeface="Calibri" pitchFamily="34" charset="0"/>
            </a:endParaRPr>
          </a:p>
        </p:txBody>
      </p:sp>
      <p:sp>
        <p:nvSpPr>
          <p:cNvPr id="35" name="Up-Down Arrow 34"/>
          <p:cNvSpPr/>
          <p:nvPr/>
        </p:nvSpPr>
        <p:spPr bwMode="auto">
          <a:xfrm>
            <a:off x="3352799" y="2895848"/>
            <a:ext cx="685801" cy="1370964"/>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algn="ctr"/>
            <a:endParaRPr lang="en-US" sz="2403" dirty="0">
              <a:latin typeface="Calibri" pitchFamily="34" charset="0"/>
            </a:endParaRPr>
          </a:p>
        </p:txBody>
      </p:sp>
      <p:sp>
        <p:nvSpPr>
          <p:cNvPr id="2" name="Title 1"/>
          <p:cNvSpPr>
            <a:spLocks noGrp="1"/>
          </p:cNvSpPr>
          <p:nvPr>
            <p:ph type="title"/>
          </p:nvPr>
        </p:nvSpPr>
        <p:spPr/>
        <p:txBody>
          <a:bodyPr/>
          <a:lstStyle/>
          <a:p>
            <a:r>
              <a:rPr lang="en-US" dirty="0"/>
              <a:t>General Cache Concepts: Hit</a:t>
            </a:r>
          </a:p>
        </p:txBody>
      </p:sp>
      <p:sp>
        <p:nvSpPr>
          <p:cNvPr id="3" name="Rectangle 2"/>
          <p:cNvSpPr/>
          <p:nvPr/>
        </p:nvSpPr>
        <p:spPr bwMode="auto">
          <a:xfrm>
            <a:off x="1905000" y="4266812"/>
            <a:ext cx="3581400" cy="2056446"/>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4" name="Rectangle 3"/>
          <p:cNvSpPr/>
          <p:nvPr/>
        </p:nvSpPr>
        <p:spPr bwMode="auto">
          <a:xfrm>
            <a:off x="1905000" y="2272928"/>
            <a:ext cx="3581400" cy="609317"/>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 name="Rectangle 4"/>
          <p:cNvSpPr/>
          <p:nvPr/>
        </p:nvSpPr>
        <p:spPr bwMode="auto">
          <a:xfrm>
            <a:off x="20574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0</a:t>
            </a:r>
          </a:p>
        </p:txBody>
      </p:sp>
      <p:sp>
        <p:nvSpPr>
          <p:cNvPr id="6" name="Rectangle 5"/>
          <p:cNvSpPr/>
          <p:nvPr/>
        </p:nvSpPr>
        <p:spPr bwMode="auto">
          <a:xfrm>
            <a:off x="28956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a:t>
            </a:r>
          </a:p>
        </p:txBody>
      </p:sp>
      <p:sp>
        <p:nvSpPr>
          <p:cNvPr id="7" name="Rectangle 6"/>
          <p:cNvSpPr/>
          <p:nvPr/>
        </p:nvSpPr>
        <p:spPr bwMode="auto">
          <a:xfrm>
            <a:off x="37338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2</a:t>
            </a:r>
          </a:p>
        </p:txBody>
      </p:sp>
      <p:sp>
        <p:nvSpPr>
          <p:cNvPr id="8" name="Rectangle 7"/>
          <p:cNvSpPr/>
          <p:nvPr/>
        </p:nvSpPr>
        <p:spPr bwMode="auto">
          <a:xfrm>
            <a:off x="45720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9" name="Rectangle 8"/>
          <p:cNvSpPr/>
          <p:nvPr/>
        </p:nvSpPr>
        <p:spPr bwMode="auto">
          <a:xfrm>
            <a:off x="20574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10" name="Rectangle 9"/>
          <p:cNvSpPr/>
          <p:nvPr/>
        </p:nvSpPr>
        <p:spPr bwMode="auto">
          <a:xfrm>
            <a:off x="28956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5</a:t>
            </a:r>
          </a:p>
        </p:txBody>
      </p:sp>
      <p:sp>
        <p:nvSpPr>
          <p:cNvPr id="11" name="Rectangle 10"/>
          <p:cNvSpPr/>
          <p:nvPr/>
        </p:nvSpPr>
        <p:spPr bwMode="auto">
          <a:xfrm>
            <a:off x="37338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6</a:t>
            </a:r>
          </a:p>
        </p:txBody>
      </p:sp>
      <p:sp>
        <p:nvSpPr>
          <p:cNvPr id="12" name="Rectangle 11"/>
          <p:cNvSpPr/>
          <p:nvPr/>
        </p:nvSpPr>
        <p:spPr bwMode="auto">
          <a:xfrm>
            <a:off x="45720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7</a:t>
            </a:r>
          </a:p>
        </p:txBody>
      </p:sp>
      <p:sp>
        <p:nvSpPr>
          <p:cNvPr id="13" name="Rectangle 12"/>
          <p:cNvSpPr/>
          <p:nvPr/>
        </p:nvSpPr>
        <p:spPr bwMode="auto">
          <a:xfrm>
            <a:off x="20574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14" name="Rectangle 13"/>
          <p:cNvSpPr/>
          <p:nvPr/>
        </p:nvSpPr>
        <p:spPr bwMode="auto">
          <a:xfrm>
            <a:off x="28956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15" name="Rectangle 14"/>
          <p:cNvSpPr/>
          <p:nvPr/>
        </p:nvSpPr>
        <p:spPr bwMode="auto">
          <a:xfrm>
            <a:off x="37338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
        <p:nvSpPr>
          <p:cNvPr id="16" name="Rectangle 15"/>
          <p:cNvSpPr/>
          <p:nvPr/>
        </p:nvSpPr>
        <p:spPr bwMode="auto">
          <a:xfrm>
            <a:off x="45720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11</a:t>
            </a:r>
          </a:p>
        </p:txBody>
      </p:sp>
      <p:sp>
        <p:nvSpPr>
          <p:cNvPr id="17" name="Rectangle 16"/>
          <p:cNvSpPr/>
          <p:nvPr/>
        </p:nvSpPr>
        <p:spPr bwMode="auto">
          <a:xfrm>
            <a:off x="20574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18" name="Rectangle 17"/>
          <p:cNvSpPr/>
          <p:nvPr/>
        </p:nvSpPr>
        <p:spPr bwMode="auto">
          <a:xfrm>
            <a:off x="28956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13</a:t>
            </a:r>
          </a:p>
        </p:txBody>
      </p:sp>
      <p:sp>
        <p:nvSpPr>
          <p:cNvPr id="19" name="Rectangle 18"/>
          <p:cNvSpPr/>
          <p:nvPr/>
        </p:nvSpPr>
        <p:spPr bwMode="auto">
          <a:xfrm>
            <a:off x="37338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0" name="Rectangle 19"/>
          <p:cNvSpPr/>
          <p:nvPr/>
        </p:nvSpPr>
        <p:spPr bwMode="auto">
          <a:xfrm>
            <a:off x="45720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15</a:t>
            </a:r>
          </a:p>
        </p:txBody>
      </p:sp>
      <p:cxnSp>
        <p:nvCxnSpPr>
          <p:cNvPr id="22" name="Straight Connector 21"/>
          <p:cNvCxnSpPr/>
          <p:nvPr/>
        </p:nvCxnSpPr>
        <p:spPr bwMode="auto">
          <a:xfrm>
            <a:off x="2286001" y="6094764"/>
            <a:ext cx="3048000" cy="1476"/>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27" name="Rectangle 26"/>
          <p:cNvSpPr/>
          <p:nvPr/>
        </p:nvSpPr>
        <p:spPr bwMode="auto">
          <a:xfrm>
            <a:off x="28956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28" name="Rectangle 27"/>
          <p:cNvSpPr/>
          <p:nvPr/>
        </p:nvSpPr>
        <p:spPr bwMode="auto">
          <a:xfrm>
            <a:off x="37338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9" name="Rectangle 28"/>
          <p:cNvSpPr/>
          <p:nvPr/>
        </p:nvSpPr>
        <p:spPr bwMode="auto">
          <a:xfrm>
            <a:off x="45720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30" name="TextBox 29"/>
          <p:cNvSpPr txBox="1"/>
          <p:nvPr/>
        </p:nvSpPr>
        <p:spPr>
          <a:xfrm>
            <a:off x="882158" y="2349092"/>
            <a:ext cx="950324" cy="462610"/>
          </a:xfrm>
          <a:prstGeom prst="rect">
            <a:avLst/>
          </a:prstGeom>
          <a:noFill/>
        </p:spPr>
        <p:txBody>
          <a:bodyPr wrap="none" lIns="91421" tIns="45710" rIns="91421" bIns="45710" rtlCol="0">
            <a:spAutoFit/>
          </a:bodyPr>
          <a:lstStyle/>
          <a:p>
            <a:r>
              <a:rPr lang="en-US" sz="2403" dirty="0">
                <a:latin typeface="Calibri" pitchFamily="34" charset="0"/>
              </a:rPr>
              <a:t>Cache</a:t>
            </a:r>
          </a:p>
        </p:txBody>
      </p:sp>
      <p:sp>
        <p:nvSpPr>
          <p:cNvPr id="31" name="TextBox 30"/>
          <p:cNvSpPr txBox="1"/>
          <p:nvPr/>
        </p:nvSpPr>
        <p:spPr>
          <a:xfrm>
            <a:off x="587958" y="4342977"/>
            <a:ext cx="1282221" cy="462610"/>
          </a:xfrm>
          <a:prstGeom prst="rect">
            <a:avLst/>
          </a:prstGeom>
          <a:noFill/>
        </p:spPr>
        <p:txBody>
          <a:bodyPr wrap="none" lIns="91421" tIns="45710" rIns="91421" bIns="45710" rtlCol="0">
            <a:spAutoFit/>
          </a:bodyPr>
          <a:lstStyle/>
          <a:p>
            <a:r>
              <a:rPr lang="en-US" sz="2403" dirty="0">
                <a:latin typeface="Calibri" pitchFamily="34" charset="0"/>
              </a:rPr>
              <a:t>Memory</a:t>
            </a:r>
          </a:p>
        </p:txBody>
      </p:sp>
      <p:sp>
        <p:nvSpPr>
          <p:cNvPr id="44" name="Text Box 29"/>
          <p:cNvSpPr txBox="1">
            <a:spLocks noChangeArrowheads="1"/>
          </p:cNvSpPr>
          <p:nvPr/>
        </p:nvSpPr>
        <p:spPr bwMode="auto">
          <a:xfrm>
            <a:off x="5882044" y="1580935"/>
            <a:ext cx="2902337" cy="397562"/>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Data in block b is needed</a:t>
            </a:r>
          </a:p>
        </p:txBody>
      </p:sp>
      <p:sp>
        <p:nvSpPr>
          <p:cNvPr id="46" name="Rectangle 45"/>
          <p:cNvSpPr/>
          <p:nvPr/>
        </p:nvSpPr>
        <p:spPr>
          <a:xfrm>
            <a:off x="3994796" y="1620356"/>
            <a:ext cx="1189182" cy="339199"/>
          </a:xfrm>
          <a:prstGeom prst="rect">
            <a:avLst/>
          </a:prstGeom>
        </p:spPr>
        <p:txBody>
          <a:bodyPr wrap="none" lIns="91421" tIns="45710" rIns="91421" bIns="45710">
            <a:spAutoFit/>
          </a:bodyPr>
          <a:lstStyle/>
          <a:p>
            <a:pPr algn="ctr"/>
            <a:r>
              <a:rPr lang="en-US" sz="1602" dirty="0">
                <a:latin typeface="Calibri" pitchFamily="34" charset="0"/>
              </a:rPr>
              <a:t>Request: 14</a:t>
            </a:r>
          </a:p>
        </p:txBody>
      </p:sp>
      <p:sp>
        <p:nvSpPr>
          <p:cNvPr id="47" name="Rectangle 46"/>
          <p:cNvSpPr/>
          <p:nvPr/>
        </p:nvSpPr>
        <p:spPr bwMode="auto">
          <a:xfrm>
            <a:off x="3733800" y="2425987"/>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48" name="Text Box 29"/>
          <p:cNvSpPr txBox="1">
            <a:spLocks noChangeArrowheads="1"/>
          </p:cNvSpPr>
          <p:nvPr/>
        </p:nvSpPr>
        <p:spPr bwMode="auto">
          <a:xfrm>
            <a:off x="5900928" y="2209281"/>
            <a:ext cx="2225004" cy="69960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Block b is in cache: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solidFill>
                  <a:srgbClr val="C00000"/>
                </a:solidFill>
                <a:latin typeface="Calibri" pitchFamily="34" charset="0"/>
              </a:rPr>
              <a:t>Hit!</a:t>
            </a:r>
          </a:p>
        </p:txBody>
      </p:sp>
    </p:spTree>
    <p:extLst>
      <p:ext uri="{BB962C8B-B14F-4D97-AF65-F5344CB8AC3E}">
        <p14:creationId xmlns:p14="http://schemas.microsoft.com/office/powerpoint/2010/main" val="13381143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7" grpId="0" animBg="1"/>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799" y="1296389"/>
            <a:ext cx="685801" cy="990141"/>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algn="ctr"/>
            <a:endParaRPr lang="en-US" sz="2403" dirty="0">
              <a:latin typeface="Calibri" pitchFamily="34" charset="0"/>
            </a:endParaRPr>
          </a:p>
        </p:txBody>
      </p:sp>
      <p:sp>
        <p:nvSpPr>
          <p:cNvPr id="35" name="Up-Down Arrow 34"/>
          <p:cNvSpPr/>
          <p:nvPr/>
        </p:nvSpPr>
        <p:spPr bwMode="auto">
          <a:xfrm>
            <a:off x="3352799" y="2895848"/>
            <a:ext cx="685801" cy="1370964"/>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algn="ctr"/>
            <a:endParaRPr lang="en-US" sz="2403" dirty="0">
              <a:latin typeface="Calibri" pitchFamily="34" charset="0"/>
            </a:endParaRPr>
          </a:p>
        </p:txBody>
      </p:sp>
      <p:sp>
        <p:nvSpPr>
          <p:cNvPr id="2" name="Title 1"/>
          <p:cNvSpPr>
            <a:spLocks noGrp="1"/>
          </p:cNvSpPr>
          <p:nvPr>
            <p:ph type="title"/>
          </p:nvPr>
        </p:nvSpPr>
        <p:spPr/>
        <p:txBody>
          <a:bodyPr/>
          <a:lstStyle/>
          <a:p>
            <a:r>
              <a:rPr lang="en-US" dirty="0"/>
              <a:t>General Cache Concepts: Miss</a:t>
            </a:r>
          </a:p>
        </p:txBody>
      </p:sp>
      <p:sp>
        <p:nvSpPr>
          <p:cNvPr id="3" name="Rectangle 2"/>
          <p:cNvSpPr/>
          <p:nvPr/>
        </p:nvSpPr>
        <p:spPr bwMode="auto">
          <a:xfrm>
            <a:off x="1905000" y="4266812"/>
            <a:ext cx="3581400" cy="2056446"/>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4" name="Rectangle 3"/>
          <p:cNvSpPr/>
          <p:nvPr/>
        </p:nvSpPr>
        <p:spPr bwMode="auto">
          <a:xfrm>
            <a:off x="1905000" y="2272928"/>
            <a:ext cx="3581400" cy="609317"/>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 name="Rectangle 4"/>
          <p:cNvSpPr/>
          <p:nvPr/>
        </p:nvSpPr>
        <p:spPr bwMode="auto">
          <a:xfrm>
            <a:off x="20574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0</a:t>
            </a:r>
          </a:p>
        </p:txBody>
      </p:sp>
      <p:sp>
        <p:nvSpPr>
          <p:cNvPr id="6" name="Rectangle 5"/>
          <p:cNvSpPr/>
          <p:nvPr/>
        </p:nvSpPr>
        <p:spPr bwMode="auto">
          <a:xfrm>
            <a:off x="28956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a:t>
            </a:r>
          </a:p>
        </p:txBody>
      </p:sp>
      <p:sp>
        <p:nvSpPr>
          <p:cNvPr id="7" name="Rectangle 6"/>
          <p:cNvSpPr/>
          <p:nvPr/>
        </p:nvSpPr>
        <p:spPr bwMode="auto">
          <a:xfrm>
            <a:off x="37338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2</a:t>
            </a:r>
          </a:p>
        </p:txBody>
      </p:sp>
      <p:sp>
        <p:nvSpPr>
          <p:cNvPr id="8" name="Rectangle 7"/>
          <p:cNvSpPr/>
          <p:nvPr/>
        </p:nvSpPr>
        <p:spPr bwMode="auto">
          <a:xfrm>
            <a:off x="4572000" y="4419140"/>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9" name="Rectangle 8"/>
          <p:cNvSpPr/>
          <p:nvPr/>
        </p:nvSpPr>
        <p:spPr bwMode="auto">
          <a:xfrm>
            <a:off x="20574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4</a:t>
            </a:r>
          </a:p>
        </p:txBody>
      </p:sp>
      <p:sp>
        <p:nvSpPr>
          <p:cNvPr id="10" name="Rectangle 9"/>
          <p:cNvSpPr/>
          <p:nvPr/>
        </p:nvSpPr>
        <p:spPr bwMode="auto">
          <a:xfrm>
            <a:off x="28956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5</a:t>
            </a:r>
          </a:p>
        </p:txBody>
      </p:sp>
      <p:sp>
        <p:nvSpPr>
          <p:cNvPr id="11" name="Rectangle 10"/>
          <p:cNvSpPr/>
          <p:nvPr/>
        </p:nvSpPr>
        <p:spPr bwMode="auto">
          <a:xfrm>
            <a:off x="37338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6</a:t>
            </a:r>
          </a:p>
        </p:txBody>
      </p:sp>
      <p:sp>
        <p:nvSpPr>
          <p:cNvPr id="12" name="Rectangle 11"/>
          <p:cNvSpPr/>
          <p:nvPr/>
        </p:nvSpPr>
        <p:spPr bwMode="auto">
          <a:xfrm>
            <a:off x="4572000" y="4799964"/>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7</a:t>
            </a:r>
          </a:p>
        </p:txBody>
      </p:sp>
      <p:sp>
        <p:nvSpPr>
          <p:cNvPr id="13" name="Rectangle 12"/>
          <p:cNvSpPr/>
          <p:nvPr/>
        </p:nvSpPr>
        <p:spPr bwMode="auto">
          <a:xfrm>
            <a:off x="20574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14" name="Rectangle 13"/>
          <p:cNvSpPr/>
          <p:nvPr/>
        </p:nvSpPr>
        <p:spPr bwMode="auto">
          <a:xfrm>
            <a:off x="28956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15" name="Rectangle 14"/>
          <p:cNvSpPr/>
          <p:nvPr/>
        </p:nvSpPr>
        <p:spPr bwMode="auto">
          <a:xfrm>
            <a:off x="37338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10</a:t>
            </a:r>
          </a:p>
        </p:txBody>
      </p:sp>
      <p:sp>
        <p:nvSpPr>
          <p:cNvPr id="16" name="Rectangle 15"/>
          <p:cNvSpPr/>
          <p:nvPr/>
        </p:nvSpPr>
        <p:spPr bwMode="auto">
          <a:xfrm>
            <a:off x="4572000" y="5180787"/>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11</a:t>
            </a:r>
          </a:p>
        </p:txBody>
      </p:sp>
      <p:sp>
        <p:nvSpPr>
          <p:cNvPr id="17" name="Rectangle 16"/>
          <p:cNvSpPr/>
          <p:nvPr/>
        </p:nvSpPr>
        <p:spPr bwMode="auto">
          <a:xfrm>
            <a:off x="20574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18" name="Rectangle 17"/>
          <p:cNvSpPr/>
          <p:nvPr/>
        </p:nvSpPr>
        <p:spPr bwMode="auto">
          <a:xfrm>
            <a:off x="28956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13</a:t>
            </a:r>
          </a:p>
        </p:txBody>
      </p:sp>
      <p:sp>
        <p:nvSpPr>
          <p:cNvPr id="19" name="Rectangle 18"/>
          <p:cNvSpPr/>
          <p:nvPr/>
        </p:nvSpPr>
        <p:spPr bwMode="auto">
          <a:xfrm>
            <a:off x="37338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0" name="Rectangle 19"/>
          <p:cNvSpPr/>
          <p:nvPr/>
        </p:nvSpPr>
        <p:spPr bwMode="auto">
          <a:xfrm>
            <a:off x="4572000" y="5561611"/>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15</a:t>
            </a:r>
          </a:p>
        </p:txBody>
      </p:sp>
      <p:cxnSp>
        <p:nvCxnSpPr>
          <p:cNvPr id="22" name="Straight Connector 21"/>
          <p:cNvCxnSpPr/>
          <p:nvPr/>
        </p:nvCxnSpPr>
        <p:spPr bwMode="auto">
          <a:xfrm>
            <a:off x="2286001" y="6094764"/>
            <a:ext cx="3048000" cy="1476"/>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8</a:t>
            </a:r>
          </a:p>
        </p:txBody>
      </p:sp>
      <p:sp>
        <p:nvSpPr>
          <p:cNvPr id="27" name="Rectangle 26"/>
          <p:cNvSpPr/>
          <p:nvPr/>
        </p:nvSpPr>
        <p:spPr bwMode="auto">
          <a:xfrm>
            <a:off x="28956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9</a:t>
            </a:r>
          </a:p>
        </p:txBody>
      </p:sp>
      <p:sp>
        <p:nvSpPr>
          <p:cNvPr id="28" name="Rectangle 27"/>
          <p:cNvSpPr/>
          <p:nvPr/>
        </p:nvSpPr>
        <p:spPr bwMode="auto">
          <a:xfrm>
            <a:off x="37338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14</a:t>
            </a:r>
          </a:p>
        </p:txBody>
      </p:sp>
      <p:sp>
        <p:nvSpPr>
          <p:cNvPr id="29" name="Rectangle 28"/>
          <p:cNvSpPr/>
          <p:nvPr/>
        </p:nvSpPr>
        <p:spPr bwMode="auto">
          <a:xfrm>
            <a:off x="4572000" y="2425256"/>
            <a:ext cx="7620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3</a:t>
            </a:r>
          </a:p>
        </p:txBody>
      </p:sp>
      <p:sp>
        <p:nvSpPr>
          <p:cNvPr id="30" name="TextBox 29"/>
          <p:cNvSpPr txBox="1"/>
          <p:nvPr/>
        </p:nvSpPr>
        <p:spPr>
          <a:xfrm>
            <a:off x="882158" y="2349092"/>
            <a:ext cx="950324" cy="462610"/>
          </a:xfrm>
          <a:prstGeom prst="rect">
            <a:avLst/>
          </a:prstGeom>
          <a:noFill/>
        </p:spPr>
        <p:txBody>
          <a:bodyPr wrap="none" lIns="91421" tIns="45710" rIns="91421" bIns="45710" rtlCol="0">
            <a:spAutoFit/>
          </a:bodyPr>
          <a:lstStyle/>
          <a:p>
            <a:r>
              <a:rPr lang="en-US" sz="2403" dirty="0">
                <a:latin typeface="Calibri" pitchFamily="34" charset="0"/>
              </a:rPr>
              <a:t>Cache</a:t>
            </a:r>
          </a:p>
        </p:txBody>
      </p:sp>
      <p:sp>
        <p:nvSpPr>
          <p:cNvPr id="31" name="TextBox 30"/>
          <p:cNvSpPr txBox="1"/>
          <p:nvPr/>
        </p:nvSpPr>
        <p:spPr>
          <a:xfrm>
            <a:off x="587958" y="4342977"/>
            <a:ext cx="1282221" cy="462610"/>
          </a:xfrm>
          <a:prstGeom prst="rect">
            <a:avLst/>
          </a:prstGeom>
          <a:noFill/>
        </p:spPr>
        <p:txBody>
          <a:bodyPr wrap="none" lIns="91421" tIns="45710" rIns="91421" bIns="45710" rtlCol="0">
            <a:spAutoFit/>
          </a:bodyPr>
          <a:lstStyle/>
          <a:p>
            <a:r>
              <a:rPr lang="en-US" sz="2403" dirty="0">
                <a:latin typeface="Calibri" pitchFamily="34" charset="0"/>
              </a:rPr>
              <a:t>Memory</a:t>
            </a:r>
          </a:p>
        </p:txBody>
      </p:sp>
      <p:sp>
        <p:nvSpPr>
          <p:cNvPr id="44" name="Text Box 29"/>
          <p:cNvSpPr txBox="1">
            <a:spLocks noChangeArrowheads="1"/>
          </p:cNvSpPr>
          <p:nvPr/>
        </p:nvSpPr>
        <p:spPr bwMode="auto">
          <a:xfrm>
            <a:off x="5882044" y="1580935"/>
            <a:ext cx="2902337" cy="397562"/>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Data in block b is needed</a:t>
            </a:r>
          </a:p>
        </p:txBody>
      </p:sp>
      <p:sp>
        <p:nvSpPr>
          <p:cNvPr id="46" name="Rectangle 45"/>
          <p:cNvSpPr/>
          <p:nvPr/>
        </p:nvSpPr>
        <p:spPr>
          <a:xfrm>
            <a:off x="3994796" y="1620356"/>
            <a:ext cx="1189182" cy="339199"/>
          </a:xfrm>
          <a:prstGeom prst="rect">
            <a:avLst/>
          </a:prstGeom>
        </p:spPr>
        <p:txBody>
          <a:bodyPr wrap="none" lIns="91421" tIns="45710" rIns="91421" bIns="45710">
            <a:spAutoFit/>
          </a:bodyPr>
          <a:lstStyle/>
          <a:p>
            <a:pPr algn="ctr"/>
            <a:r>
              <a:rPr lang="en-US" sz="1602" dirty="0">
                <a:latin typeface="Calibri" pitchFamily="34" charset="0"/>
              </a:rPr>
              <a:t>Request: 12</a:t>
            </a:r>
          </a:p>
        </p:txBody>
      </p:sp>
      <p:sp>
        <p:nvSpPr>
          <p:cNvPr id="48" name="Text Box 29"/>
          <p:cNvSpPr txBox="1">
            <a:spLocks noChangeArrowheads="1"/>
          </p:cNvSpPr>
          <p:nvPr/>
        </p:nvSpPr>
        <p:spPr bwMode="auto">
          <a:xfrm>
            <a:off x="5899523" y="2209281"/>
            <a:ext cx="2642992" cy="69960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Block b is not in cache:</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solidFill>
                  <a:srgbClr val="C00000"/>
                </a:solidFill>
                <a:latin typeface="Calibri" pitchFamily="34" charset="0"/>
              </a:rPr>
              <a:t>Miss!</a:t>
            </a:r>
          </a:p>
        </p:txBody>
      </p:sp>
      <p:sp>
        <p:nvSpPr>
          <p:cNvPr id="34" name="Text Box 29"/>
          <p:cNvSpPr txBox="1">
            <a:spLocks noChangeArrowheads="1"/>
          </p:cNvSpPr>
          <p:nvPr/>
        </p:nvSpPr>
        <p:spPr bwMode="auto">
          <a:xfrm>
            <a:off x="5906226" y="3199421"/>
            <a:ext cx="2659922" cy="699603"/>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Block b is fetched from</a:t>
            </a:r>
          </a:p>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3" i="1" dirty="0">
                <a:latin typeface="Calibri" pitchFamily="34" charset="0"/>
              </a:rPr>
              <a:t>memory</a:t>
            </a:r>
          </a:p>
        </p:txBody>
      </p:sp>
      <p:sp>
        <p:nvSpPr>
          <p:cNvPr id="36" name="Rectangle 35"/>
          <p:cNvSpPr/>
          <p:nvPr/>
        </p:nvSpPr>
        <p:spPr>
          <a:xfrm>
            <a:off x="3994795" y="3395262"/>
            <a:ext cx="1189182" cy="339199"/>
          </a:xfrm>
          <a:prstGeom prst="rect">
            <a:avLst/>
          </a:prstGeom>
        </p:spPr>
        <p:txBody>
          <a:bodyPr wrap="none" lIns="91421" tIns="45710" rIns="91421" bIns="45710">
            <a:spAutoFit/>
          </a:bodyPr>
          <a:lstStyle/>
          <a:p>
            <a:pPr algn="ctr"/>
            <a:r>
              <a:rPr lang="en-US" sz="1602" dirty="0">
                <a:latin typeface="Calibri" pitchFamily="34" charset="0"/>
              </a:rPr>
              <a:t>Request: 12</a:t>
            </a:r>
          </a:p>
        </p:txBody>
      </p:sp>
      <p:sp>
        <p:nvSpPr>
          <p:cNvPr id="37" name="Rectangle 36"/>
          <p:cNvSpPr/>
          <p:nvPr/>
        </p:nvSpPr>
        <p:spPr bwMode="auto">
          <a:xfrm>
            <a:off x="2057400" y="5561611"/>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38" name="Rectangle 37"/>
          <p:cNvSpPr/>
          <p:nvPr/>
        </p:nvSpPr>
        <p:spPr bwMode="auto">
          <a:xfrm>
            <a:off x="2590801" y="3429000"/>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39" name="Rectangle 38"/>
          <p:cNvSpPr/>
          <p:nvPr/>
        </p:nvSpPr>
        <p:spPr bwMode="auto">
          <a:xfrm>
            <a:off x="2895600" y="2425987"/>
            <a:ext cx="762000"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2403" dirty="0">
                <a:latin typeface="Calibri" pitchFamily="34" charset="0"/>
              </a:rPr>
              <a:t>12</a:t>
            </a:r>
          </a:p>
        </p:txBody>
      </p:sp>
      <p:sp>
        <p:nvSpPr>
          <p:cNvPr id="42" name="Text Box 29"/>
          <p:cNvSpPr txBox="1">
            <a:spLocks noChangeArrowheads="1"/>
          </p:cNvSpPr>
          <p:nvPr/>
        </p:nvSpPr>
        <p:spPr bwMode="auto">
          <a:xfrm>
            <a:off x="5904047" y="4129979"/>
            <a:ext cx="2941065" cy="1874084"/>
          </a:xfrm>
          <a:prstGeom prst="rect">
            <a:avLst/>
          </a:prstGeom>
          <a:noFill/>
          <a:ln w="9525">
            <a:noFill/>
            <a:round/>
            <a:headEnd/>
            <a:tailEnd/>
          </a:ln>
        </p:spPr>
        <p:txBody>
          <a:bodyPr wrap="none" lIns="89981" tIns="46790" rIns="89981" bIns="46790" anchor="ctr">
            <a:spAutoFit/>
          </a:bodyPr>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800" i="1" dirty="0">
                <a:latin typeface="Calibri" pitchFamily="34" charset="0"/>
              </a:rPr>
              <a:t>Block b is stored in cache</a:t>
            </a:r>
          </a:p>
          <a:p>
            <a:pPr marL="115865" indent="-115865">
              <a:lnSpc>
                <a:spcPct val="98000"/>
              </a:lnSpc>
              <a:buFont typeface="Arial" pitchFamily="34" charset="0"/>
              <a:buChar char="•"/>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0" b="0" dirty="0">
                <a:solidFill>
                  <a:srgbClr val="C00000"/>
                </a:solidFill>
                <a:latin typeface="Calibri" pitchFamily="34" charset="0"/>
              </a:rPr>
              <a:t>Placement policy:</a:t>
            </a:r>
            <a:br>
              <a:rPr lang="en-GB" sz="2000" b="0" dirty="0">
                <a:latin typeface="Calibri" pitchFamily="34" charset="0"/>
              </a:rPr>
            </a:br>
            <a:r>
              <a:rPr lang="en-GB" sz="2000" b="0" dirty="0">
                <a:latin typeface="Calibri" pitchFamily="34" charset="0"/>
              </a:rPr>
              <a:t>determines where b goes</a:t>
            </a:r>
          </a:p>
          <a:p>
            <a:pPr marL="115865" indent="-115865">
              <a:lnSpc>
                <a:spcPct val="98000"/>
              </a:lnSpc>
              <a:buFont typeface="Arial" pitchFamily="34" charset="0"/>
              <a:buChar char="•"/>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000" b="0" dirty="0">
                <a:solidFill>
                  <a:srgbClr val="C00000"/>
                </a:solidFill>
                <a:latin typeface="Calibri" pitchFamily="34" charset="0"/>
              </a:rPr>
              <a:t>Replacement policy:</a:t>
            </a:r>
            <a:br>
              <a:rPr lang="en-GB" sz="2000" b="0" dirty="0">
                <a:solidFill>
                  <a:srgbClr val="C00000"/>
                </a:solidFill>
                <a:latin typeface="Calibri" pitchFamily="34" charset="0"/>
              </a:rPr>
            </a:br>
            <a:r>
              <a:rPr lang="en-GB" sz="2000" b="0" dirty="0">
                <a:latin typeface="Calibri" pitchFamily="34" charset="0"/>
              </a:rPr>
              <a:t>determines which block</a:t>
            </a:r>
            <a:br>
              <a:rPr lang="en-GB" sz="2000" b="0" dirty="0">
                <a:latin typeface="Calibri" pitchFamily="34" charset="0"/>
              </a:rPr>
            </a:br>
            <a:r>
              <a:rPr lang="en-GB" sz="2000" b="0" dirty="0">
                <a:latin typeface="Calibri" pitchFamily="34" charset="0"/>
              </a:rPr>
              <a:t>gets evicted (victim)</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E7A94F96-46A1-419E-BF9C-483D0BA51922}"/>
                  </a:ext>
                </a:extLst>
              </p14:cNvPr>
              <p14:cNvContentPartPr/>
              <p14:nvPr/>
            </p14:nvContentPartPr>
            <p14:xfrm>
              <a:off x="5168880" y="5463720"/>
              <a:ext cx="224280" cy="39240"/>
            </p14:xfrm>
          </p:contentPart>
        </mc:Choice>
        <mc:Fallback xmlns="">
          <p:pic>
            <p:nvPicPr>
              <p:cNvPr id="21" name="Ink 20">
                <a:extLst>
                  <a:ext uri="{FF2B5EF4-FFF2-40B4-BE49-F238E27FC236}">
                    <a16:creationId xmlns:a16="http://schemas.microsoft.com/office/drawing/2014/main" id="{E7A94F96-46A1-419E-BF9C-483D0BA51922}"/>
                  </a:ext>
                </a:extLst>
              </p:cNvPr>
              <p:cNvPicPr/>
              <p:nvPr/>
            </p:nvPicPr>
            <p:blipFill>
              <a:blip r:embed="rId4"/>
              <a:stretch>
                <a:fillRect/>
              </a:stretch>
            </p:blipFill>
            <p:spPr>
              <a:xfrm>
                <a:off x="5159520" y="5454360"/>
                <a:ext cx="243000" cy="57960"/>
              </a:xfrm>
              <a:prstGeom prst="rect">
                <a:avLst/>
              </a:prstGeom>
            </p:spPr>
          </p:pic>
        </mc:Fallback>
      </mc:AlternateContent>
    </p:spTree>
    <p:extLst>
      <p:ext uri="{BB962C8B-B14F-4D97-AF65-F5344CB8AC3E}">
        <p14:creationId xmlns:p14="http://schemas.microsoft.com/office/powerpoint/2010/main" val="8178660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3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2">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8" grpId="0"/>
      <p:bldP spid="34" grpId="0"/>
      <p:bldP spid="36" grpId="0"/>
      <p:bldP spid="37" grpId="0" animBg="1"/>
      <p:bldP spid="38" grpId="0" animBg="1"/>
      <p:bldP spid="38" grpId="1" animBg="1"/>
      <p:bldP spid="39" grpId="0" animBg="1"/>
      <p:bldP spid="42"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Grp="1" noChangeArrowheads="1"/>
          </p:cNvSpPr>
          <p:nvPr>
            <p:ph type="title"/>
          </p:nvPr>
        </p:nvSpPr>
        <p:spPr/>
        <p:txBody>
          <a:bodyPr/>
          <a:lstStyle/>
          <a:p>
            <a:pPr>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dirty="0"/>
              <a:t>Examples of Caching in the Hierarchy</a:t>
            </a:r>
          </a:p>
        </p:txBody>
      </p:sp>
      <p:sp>
        <p:nvSpPr>
          <p:cNvPr id="37893" name="Rectangle 3"/>
          <p:cNvSpPr>
            <a:spLocks noChangeArrowheads="1"/>
          </p:cNvSpPr>
          <p:nvPr/>
        </p:nvSpPr>
        <p:spPr bwMode="auto">
          <a:xfrm>
            <a:off x="7658101" y="2429339"/>
            <a:ext cx="1447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chemeClr val="accent6">
                    <a:lumMod val="75000"/>
                  </a:schemeClr>
                </a:solidFill>
                <a:latin typeface="Calibri" pitchFamily="34" charset="0"/>
              </a:rPr>
              <a:t>Hardware</a:t>
            </a:r>
          </a:p>
        </p:txBody>
      </p:sp>
      <p:sp>
        <p:nvSpPr>
          <p:cNvPr id="37894" name="Rectangle 4"/>
          <p:cNvSpPr>
            <a:spLocks noChangeArrowheads="1"/>
          </p:cNvSpPr>
          <p:nvPr/>
        </p:nvSpPr>
        <p:spPr bwMode="auto">
          <a:xfrm>
            <a:off x="5905500" y="2429339"/>
            <a:ext cx="1752600" cy="585516"/>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0</a:t>
            </a:r>
          </a:p>
        </p:txBody>
      </p:sp>
      <p:sp>
        <p:nvSpPr>
          <p:cNvPr id="37895" name="Rectangle 5"/>
          <p:cNvSpPr>
            <a:spLocks noChangeArrowheads="1"/>
          </p:cNvSpPr>
          <p:nvPr/>
        </p:nvSpPr>
        <p:spPr bwMode="auto">
          <a:xfrm>
            <a:off x="3848100" y="2429339"/>
            <a:ext cx="2057401"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On-Chip TLB</a:t>
            </a:r>
          </a:p>
        </p:txBody>
      </p:sp>
      <p:sp>
        <p:nvSpPr>
          <p:cNvPr id="37896" name="Rectangle 6"/>
          <p:cNvSpPr>
            <a:spLocks noChangeArrowheads="1"/>
          </p:cNvSpPr>
          <p:nvPr/>
        </p:nvSpPr>
        <p:spPr bwMode="auto">
          <a:xfrm>
            <a:off x="1943100" y="2429339"/>
            <a:ext cx="19050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Address translations</a:t>
            </a:r>
          </a:p>
        </p:txBody>
      </p:sp>
      <p:sp>
        <p:nvSpPr>
          <p:cNvPr id="37897" name="Rectangle 7"/>
          <p:cNvSpPr>
            <a:spLocks noChangeArrowheads="1"/>
          </p:cNvSpPr>
          <p:nvPr/>
        </p:nvSpPr>
        <p:spPr bwMode="auto">
          <a:xfrm>
            <a:off x="114300" y="2429339"/>
            <a:ext cx="1828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TLB</a:t>
            </a:r>
          </a:p>
        </p:txBody>
      </p:sp>
      <p:sp>
        <p:nvSpPr>
          <p:cNvPr id="37898" name="Rectangle 8"/>
          <p:cNvSpPr>
            <a:spLocks noChangeArrowheads="1"/>
          </p:cNvSpPr>
          <p:nvPr/>
        </p:nvSpPr>
        <p:spPr bwMode="auto">
          <a:xfrm>
            <a:off x="7658101" y="5337879"/>
            <a:ext cx="1447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Web browser</a:t>
            </a:r>
          </a:p>
        </p:txBody>
      </p:sp>
      <p:sp>
        <p:nvSpPr>
          <p:cNvPr id="37899" name="Rectangle 9"/>
          <p:cNvSpPr>
            <a:spLocks noChangeArrowheads="1"/>
          </p:cNvSpPr>
          <p:nvPr/>
        </p:nvSpPr>
        <p:spPr bwMode="auto">
          <a:xfrm>
            <a:off x="5905500" y="5337879"/>
            <a:ext cx="1752600" cy="585516"/>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10,000,000</a:t>
            </a:r>
          </a:p>
        </p:txBody>
      </p:sp>
      <p:sp>
        <p:nvSpPr>
          <p:cNvPr id="37900" name="Rectangle 10"/>
          <p:cNvSpPr>
            <a:spLocks noChangeArrowheads="1"/>
          </p:cNvSpPr>
          <p:nvPr/>
        </p:nvSpPr>
        <p:spPr bwMode="auto">
          <a:xfrm>
            <a:off x="3848100" y="5337879"/>
            <a:ext cx="2057401"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Local disk</a:t>
            </a:r>
          </a:p>
        </p:txBody>
      </p:sp>
      <p:sp>
        <p:nvSpPr>
          <p:cNvPr id="37901" name="Rectangle 11"/>
          <p:cNvSpPr>
            <a:spLocks noChangeArrowheads="1"/>
          </p:cNvSpPr>
          <p:nvPr/>
        </p:nvSpPr>
        <p:spPr bwMode="auto">
          <a:xfrm>
            <a:off x="1943100" y="5337879"/>
            <a:ext cx="19050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Web pages</a:t>
            </a:r>
          </a:p>
        </p:txBody>
      </p:sp>
      <p:sp>
        <p:nvSpPr>
          <p:cNvPr id="37902" name="Rectangle 12"/>
          <p:cNvSpPr>
            <a:spLocks noChangeArrowheads="1"/>
          </p:cNvSpPr>
          <p:nvPr/>
        </p:nvSpPr>
        <p:spPr bwMode="auto">
          <a:xfrm>
            <a:off x="114300" y="5337879"/>
            <a:ext cx="1828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Browser cache</a:t>
            </a:r>
          </a:p>
        </p:txBody>
      </p:sp>
      <p:sp>
        <p:nvSpPr>
          <p:cNvPr id="37903" name="Rectangle 13"/>
          <p:cNvSpPr>
            <a:spLocks noChangeArrowheads="1"/>
          </p:cNvSpPr>
          <p:nvPr/>
        </p:nvSpPr>
        <p:spPr bwMode="auto">
          <a:xfrm>
            <a:off x="114300" y="5923394"/>
            <a:ext cx="1828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Web cache</a:t>
            </a:r>
          </a:p>
        </p:txBody>
      </p:sp>
      <p:sp>
        <p:nvSpPr>
          <p:cNvPr id="37904" name="Rectangle 14"/>
          <p:cNvSpPr>
            <a:spLocks noChangeArrowheads="1"/>
          </p:cNvSpPr>
          <p:nvPr/>
        </p:nvSpPr>
        <p:spPr bwMode="auto">
          <a:xfrm>
            <a:off x="114300" y="4752362"/>
            <a:ext cx="1828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Network buffer cache</a:t>
            </a:r>
          </a:p>
        </p:txBody>
      </p:sp>
      <p:sp>
        <p:nvSpPr>
          <p:cNvPr id="37905" name="Rectangle 15"/>
          <p:cNvSpPr>
            <a:spLocks noChangeArrowheads="1"/>
          </p:cNvSpPr>
          <p:nvPr/>
        </p:nvSpPr>
        <p:spPr bwMode="auto">
          <a:xfrm>
            <a:off x="114300" y="4028797"/>
            <a:ext cx="18288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Buffer cache</a:t>
            </a:r>
          </a:p>
        </p:txBody>
      </p:sp>
      <p:sp>
        <p:nvSpPr>
          <p:cNvPr id="37906" name="Rectangle 16"/>
          <p:cNvSpPr>
            <a:spLocks noChangeArrowheads="1"/>
          </p:cNvSpPr>
          <p:nvPr/>
        </p:nvSpPr>
        <p:spPr bwMode="auto">
          <a:xfrm>
            <a:off x="114300" y="3690817"/>
            <a:ext cx="1828800" cy="337980"/>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Virtual Memory</a:t>
            </a:r>
          </a:p>
        </p:txBody>
      </p:sp>
      <p:sp>
        <p:nvSpPr>
          <p:cNvPr id="37907" name="Rectangle 17"/>
          <p:cNvSpPr>
            <a:spLocks noChangeArrowheads="1"/>
          </p:cNvSpPr>
          <p:nvPr/>
        </p:nvSpPr>
        <p:spPr bwMode="auto">
          <a:xfrm>
            <a:off x="114300" y="3352835"/>
            <a:ext cx="18288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L2 cache</a:t>
            </a:r>
          </a:p>
        </p:txBody>
      </p:sp>
      <p:sp>
        <p:nvSpPr>
          <p:cNvPr id="37908" name="Rectangle 18"/>
          <p:cNvSpPr>
            <a:spLocks noChangeArrowheads="1"/>
          </p:cNvSpPr>
          <p:nvPr/>
        </p:nvSpPr>
        <p:spPr bwMode="auto">
          <a:xfrm>
            <a:off x="114300" y="3014855"/>
            <a:ext cx="18288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L1 cache</a:t>
            </a:r>
          </a:p>
        </p:txBody>
      </p:sp>
      <p:sp>
        <p:nvSpPr>
          <p:cNvPr id="37909" name="Rectangle 19"/>
          <p:cNvSpPr>
            <a:spLocks noChangeArrowheads="1"/>
          </p:cNvSpPr>
          <p:nvPr/>
        </p:nvSpPr>
        <p:spPr bwMode="auto">
          <a:xfrm>
            <a:off x="114300" y="2078665"/>
            <a:ext cx="1828800" cy="350675"/>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Registers</a:t>
            </a:r>
          </a:p>
        </p:txBody>
      </p:sp>
      <p:sp>
        <p:nvSpPr>
          <p:cNvPr id="37910" name="Rectangle 20"/>
          <p:cNvSpPr>
            <a:spLocks noChangeArrowheads="1"/>
          </p:cNvSpPr>
          <p:nvPr/>
        </p:nvSpPr>
        <p:spPr bwMode="auto">
          <a:xfrm>
            <a:off x="114300" y="1439198"/>
            <a:ext cx="1828800" cy="639466"/>
          </a:xfrm>
          <a:prstGeom prst="rect">
            <a:avLst/>
          </a:prstGeom>
          <a:solidFill>
            <a:srgbClr val="E0E0E0"/>
          </a:solidFill>
          <a:ln w="9525">
            <a:solidFill>
              <a:srgbClr val="000066"/>
            </a:solidFill>
            <a:miter lim="800000"/>
            <a:headEnd/>
            <a:tailEnd/>
          </a:ln>
        </p:spPr>
        <p:txBody>
          <a:bodyPr lIns="89981" tIns="46790" rIns="89981" bIns="46790" anchor="ctr" anchorCtr="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403" dirty="0">
                <a:latin typeface="Calibri" pitchFamily="34" charset="0"/>
              </a:rPr>
              <a:t>Cache Type</a:t>
            </a:r>
          </a:p>
        </p:txBody>
      </p:sp>
      <p:sp>
        <p:nvSpPr>
          <p:cNvPr id="37911" name="Rectangle 21"/>
          <p:cNvSpPr>
            <a:spLocks noChangeArrowheads="1"/>
          </p:cNvSpPr>
          <p:nvPr/>
        </p:nvSpPr>
        <p:spPr bwMode="auto">
          <a:xfrm>
            <a:off x="1943100" y="5923394"/>
            <a:ext cx="19050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Web pages</a:t>
            </a:r>
          </a:p>
        </p:txBody>
      </p:sp>
      <p:sp>
        <p:nvSpPr>
          <p:cNvPr id="37912" name="Rectangle 22"/>
          <p:cNvSpPr>
            <a:spLocks noChangeArrowheads="1"/>
          </p:cNvSpPr>
          <p:nvPr/>
        </p:nvSpPr>
        <p:spPr bwMode="auto">
          <a:xfrm>
            <a:off x="1943100" y="4752362"/>
            <a:ext cx="19050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Parts of files</a:t>
            </a:r>
          </a:p>
        </p:txBody>
      </p:sp>
      <p:sp>
        <p:nvSpPr>
          <p:cNvPr id="37913" name="Rectangle 23"/>
          <p:cNvSpPr>
            <a:spLocks noChangeArrowheads="1"/>
          </p:cNvSpPr>
          <p:nvPr/>
        </p:nvSpPr>
        <p:spPr bwMode="auto">
          <a:xfrm>
            <a:off x="1943100" y="4028797"/>
            <a:ext cx="19050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Parts of files</a:t>
            </a:r>
          </a:p>
        </p:txBody>
      </p:sp>
      <p:sp>
        <p:nvSpPr>
          <p:cNvPr id="37914" name="Rectangle 24"/>
          <p:cNvSpPr>
            <a:spLocks noChangeArrowheads="1"/>
          </p:cNvSpPr>
          <p:nvPr/>
        </p:nvSpPr>
        <p:spPr bwMode="auto">
          <a:xfrm>
            <a:off x="1943100" y="3690817"/>
            <a:ext cx="1905000" cy="337980"/>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4-KB page</a:t>
            </a:r>
          </a:p>
        </p:txBody>
      </p:sp>
      <p:sp>
        <p:nvSpPr>
          <p:cNvPr id="37915" name="Rectangle 25"/>
          <p:cNvSpPr>
            <a:spLocks noChangeArrowheads="1"/>
          </p:cNvSpPr>
          <p:nvPr/>
        </p:nvSpPr>
        <p:spPr bwMode="auto">
          <a:xfrm>
            <a:off x="1943100" y="3352835"/>
            <a:ext cx="19050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64-bytes block</a:t>
            </a:r>
          </a:p>
        </p:txBody>
      </p:sp>
      <p:sp>
        <p:nvSpPr>
          <p:cNvPr id="37916" name="Rectangle 26"/>
          <p:cNvSpPr>
            <a:spLocks noChangeArrowheads="1"/>
          </p:cNvSpPr>
          <p:nvPr/>
        </p:nvSpPr>
        <p:spPr bwMode="auto">
          <a:xfrm>
            <a:off x="1943100" y="3014855"/>
            <a:ext cx="19050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64-bytes block</a:t>
            </a:r>
          </a:p>
        </p:txBody>
      </p:sp>
      <p:sp>
        <p:nvSpPr>
          <p:cNvPr id="37917" name="Rectangle 27"/>
          <p:cNvSpPr>
            <a:spLocks noChangeArrowheads="1"/>
          </p:cNvSpPr>
          <p:nvPr/>
        </p:nvSpPr>
        <p:spPr bwMode="auto">
          <a:xfrm>
            <a:off x="1943100" y="2078665"/>
            <a:ext cx="1905000" cy="350675"/>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4-8 bytes words</a:t>
            </a:r>
          </a:p>
        </p:txBody>
      </p:sp>
      <p:sp>
        <p:nvSpPr>
          <p:cNvPr id="37918" name="Rectangle 28"/>
          <p:cNvSpPr>
            <a:spLocks noChangeArrowheads="1"/>
          </p:cNvSpPr>
          <p:nvPr/>
        </p:nvSpPr>
        <p:spPr bwMode="auto">
          <a:xfrm>
            <a:off x="1943100" y="1439198"/>
            <a:ext cx="1905000" cy="639466"/>
          </a:xfrm>
          <a:prstGeom prst="rect">
            <a:avLst/>
          </a:prstGeom>
          <a:solidFill>
            <a:srgbClr val="E0E0E0"/>
          </a:solidFill>
          <a:ln w="9525">
            <a:solidFill>
              <a:srgbClr val="000066"/>
            </a:solidFill>
            <a:miter lim="800000"/>
            <a:headEnd/>
            <a:tailEnd/>
          </a:ln>
        </p:spPr>
        <p:txBody>
          <a:bodyPr lIns="89981" tIns="46790" rIns="89981" bIns="46790" anchor="ctr" anchorCtr="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403" dirty="0">
                <a:latin typeface="Calibri" pitchFamily="34" charset="0"/>
              </a:rPr>
              <a:t>What is Cached?</a:t>
            </a:r>
          </a:p>
        </p:txBody>
      </p:sp>
      <p:sp>
        <p:nvSpPr>
          <p:cNvPr id="37919" name="Rectangle 29"/>
          <p:cNvSpPr>
            <a:spLocks noChangeArrowheads="1"/>
          </p:cNvSpPr>
          <p:nvPr/>
        </p:nvSpPr>
        <p:spPr bwMode="auto">
          <a:xfrm>
            <a:off x="7658101" y="5923394"/>
            <a:ext cx="1447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Web proxy server</a:t>
            </a:r>
          </a:p>
        </p:txBody>
      </p:sp>
      <p:sp>
        <p:nvSpPr>
          <p:cNvPr id="37920" name="Rectangle 30"/>
          <p:cNvSpPr>
            <a:spLocks noChangeArrowheads="1"/>
          </p:cNvSpPr>
          <p:nvPr/>
        </p:nvSpPr>
        <p:spPr bwMode="auto">
          <a:xfrm>
            <a:off x="5905500" y="5923394"/>
            <a:ext cx="1752600" cy="585516"/>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1,000,000,000</a:t>
            </a:r>
          </a:p>
        </p:txBody>
      </p:sp>
      <p:sp>
        <p:nvSpPr>
          <p:cNvPr id="37921" name="Rectangle 31"/>
          <p:cNvSpPr>
            <a:spLocks noChangeArrowheads="1"/>
          </p:cNvSpPr>
          <p:nvPr/>
        </p:nvSpPr>
        <p:spPr bwMode="auto">
          <a:xfrm>
            <a:off x="3848100" y="5923394"/>
            <a:ext cx="2057401"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Remote server disks</a:t>
            </a:r>
          </a:p>
        </p:txBody>
      </p:sp>
      <p:sp>
        <p:nvSpPr>
          <p:cNvPr id="37922" name="Rectangle 32"/>
          <p:cNvSpPr>
            <a:spLocks noChangeArrowheads="1"/>
          </p:cNvSpPr>
          <p:nvPr/>
        </p:nvSpPr>
        <p:spPr bwMode="auto">
          <a:xfrm>
            <a:off x="7658101" y="4028797"/>
            <a:ext cx="14478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OS</a:t>
            </a:r>
          </a:p>
        </p:txBody>
      </p:sp>
      <p:sp>
        <p:nvSpPr>
          <p:cNvPr id="37923" name="Rectangle 33"/>
          <p:cNvSpPr>
            <a:spLocks noChangeArrowheads="1"/>
          </p:cNvSpPr>
          <p:nvPr/>
        </p:nvSpPr>
        <p:spPr bwMode="auto">
          <a:xfrm>
            <a:off x="5905500" y="4028797"/>
            <a:ext cx="1752600" cy="361782"/>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a:t>
            </a:r>
          </a:p>
        </p:txBody>
      </p:sp>
      <p:sp>
        <p:nvSpPr>
          <p:cNvPr id="37924" name="Rectangle 34"/>
          <p:cNvSpPr>
            <a:spLocks noChangeArrowheads="1"/>
          </p:cNvSpPr>
          <p:nvPr/>
        </p:nvSpPr>
        <p:spPr bwMode="auto">
          <a:xfrm>
            <a:off x="3848100" y="4028797"/>
            <a:ext cx="2057401"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Main memory</a:t>
            </a:r>
          </a:p>
        </p:txBody>
      </p:sp>
      <p:sp>
        <p:nvSpPr>
          <p:cNvPr id="37925" name="Rectangle 35"/>
          <p:cNvSpPr>
            <a:spLocks noChangeArrowheads="1"/>
          </p:cNvSpPr>
          <p:nvPr/>
        </p:nvSpPr>
        <p:spPr bwMode="auto">
          <a:xfrm>
            <a:off x="7658101" y="3014855"/>
            <a:ext cx="14478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Hardware</a:t>
            </a:r>
          </a:p>
        </p:txBody>
      </p:sp>
      <p:sp>
        <p:nvSpPr>
          <p:cNvPr id="37926" name="Rectangle 36"/>
          <p:cNvSpPr>
            <a:spLocks noChangeArrowheads="1"/>
          </p:cNvSpPr>
          <p:nvPr/>
        </p:nvSpPr>
        <p:spPr bwMode="auto">
          <a:xfrm>
            <a:off x="5905500" y="3014855"/>
            <a:ext cx="1752600" cy="337981"/>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a:t>
            </a:r>
          </a:p>
        </p:txBody>
      </p:sp>
      <p:sp>
        <p:nvSpPr>
          <p:cNvPr id="37927" name="Rectangle 37"/>
          <p:cNvSpPr>
            <a:spLocks noChangeArrowheads="1"/>
          </p:cNvSpPr>
          <p:nvPr/>
        </p:nvSpPr>
        <p:spPr bwMode="auto">
          <a:xfrm>
            <a:off x="3848100" y="3014855"/>
            <a:ext cx="2057401"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On-Chip L1</a:t>
            </a:r>
          </a:p>
        </p:txBody>
      </p:sp>
      <p:sp>
        <p:nvSpPr>
          <p:cNvPr id="37928" name="Rectangle 38"/>
          <p:cNvSpPr>
            <a:spLocks noChangeArrowheads="1"/>
          </p:cNvSpPr>
          <p:nvPr/>
        </p:nvSpPr>
        <p:spPr bwMode="auto">
          <a:xfrm>
            <a:off x="7658101" y="3352835"/>
            <a:ext cx="1447800"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Hardware</a:t>
            </a:r>
          </a:p>
        </p:txBody>
      </p:sp>
      <p:sp>
        <p:nvSpPr>
          <p:cNvPr id="37929" name="Rectangle 39"/>
          <p:cNvSpPr>
            <a:spLocks noChangeArrowheads="1"/>
          </p:cNvSpPr>
          <p:nvPr/>
        </p:nvSpPr>
        <p:spPr bwMode="auto">
          <a:xfrm>
            <a:off x="5905500" y="3352835"/>
            <a:ext cx="1752600" cy="337981"/>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a:t>
            </a:r>
          </a:p>
        </p:txBody>
      </p:sp>
      <p:sp>
        <p:nvSpPr>
          <p:cNvPr id="37930" name="Rectangle 40"/>
          <p:cNvSpPr>
            <a:spLocks noChangeArrowheads="1"/>
          </p:cNvSpPr>
          <p:nvPr/>
        </p:nvSpPr>
        <p:spPr bwMode="auto">
          <a:xfrm>
            <a:off x="3848100" y="3352835"/>
            <a:ext cx="2057401" cy="337981"/>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On/Off-Chip L2</a:t>
            </a:r>
          </a:p>
        </p:txBody>
      </p:sp>
      <p:sp>
        <p:nvSpPr>
          <p:cNvPr id="37931" name="Rectangle 41"/>
          <p:cNvSpPr>
            <a:spLocks noChangeArrowheads="1"/>
          </p:cNvSpPr>
          <p:nvPr/>
        </p:nvSpPr>
        <p:spPr bwMode="auto">
          <a:xfrm>
            <a:off x="7658101" y="4752362"/>
            <a:ext cx="1447800"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AFS/NFS client</a:t>
            </a:r>
          </a:p>
        </p:txBody>
      </p:sp>
      <p:sp>
        <p:nvSpPr>
          <p:cNvPr id="37932" name="Rectangle 42"/>
          <p:cNvSpPr>
            <a:spLocks noChangeArrowheads="1"/>
          </p:cNvSpPr>
          <p:nvPr/>
        </p:nvSpPr>
        <p:spPr bwMode="auto">
          <a:xfrm>
            <a:off x="5905500" y="4752362"/>
            <a:ext cx="1752600" cy="585516"/>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10,000,000</a:t>
            </a:r>
          </a:p>
        </p:txBody>
      </p:sp>
      <p:sp>
        <p:nvSpPr>
          <p:cNvPr id="37933" name="Rectangle 43"/>
          <p:cNvSpPr>
            <a:spLocks noChangeArrowheads="1"/>
          </p:cNvSpPr>
          <p:nvPr/>
        </p:nvSpPr>
        <p:spPr bwMode="auto">
          <a:xfrm>
            <a:off x="3848100" y="4752362"/>
            <a:ext cx="2057401" cy="585516"/>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Local disk</a:t>
            </a:r>
          </a:p>
        </p:txBody>
      </p:sp>
      <p:sp>
        <p:nvSpPr>
          <p:cNvPr id="37934" name="Rectangle 44"/>
          <p:cNvSpPr>
            <a:spLocks noChangeArrowheads="1"/>
          </p:cNvSpPr>
          <p:nvPr/>
        </p:nvSpPr>
        <p:spPr bwMode="auto">
          <a:xfrm>
            <a:off x="7658101" y="3690817"/>
            <a:ext cx="1447800" cy="337980"/>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Hardware + OS</a:t>
            </a:r>
          </a:p>
        </p:txBody>
      </p:sp>
      <p:sp>
        <p:nvSpPr>
          <p:cNvPr id="37935" name="Rectangle 45"/>
          <p:cNvSpPr>
            <a:spLocks noChangeArrowheads="1"/>
          </p:cNvSpPr>
          <p:nvPr/>
        </p:nvSpPr>
        <p:spPr bwMode="auto">
          <a:xfrm>
            <a:off x="5905500" y="3690817"/>
            <a:ext cx="1752600" cy="337980"/>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a:t>
            </a:r>
          </a:p>
        </p:txBody>
      </p:sp>
      <p:sp>
        <p:nvSpPr>
          <p:cNvPr id="37936" name="Rectangle 46"/>
          <p:cNvSpPr>
            <a:spLocks noChangeArrowheads="1"/>
          </p:cNvSpPr>
          <p:nvPr/>
        </p:nvSpPr>
        <p:spPr bwMode="auto">
          <a:xfrm>
            <a:off x="3848100" y="3690817"/>
            <a:ext cx="2057401" cy="337980"/>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Main memory</a:t>
            </a:r>
          </a:p>
        </p:txBody>
      </p:sp>
      <p:sp>
        <p:nvSpPr>
          <p:cNvPr id="37937" name="Rectangle 47"/>
          <p:cNvSpPr>
            <a:spLocks noChangeArrowheads="1"/>
          </p:cNvSpPr>
          <p:nvPr/>
        </p:nvSpPr>
        <p:spPr bwMode="auto">
          <a:xfrm>
            <a:off x="7658101" y="2078665"/>
            <a:ext cx="1447800" cy="350675"/>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Compiler</a:t>
            </a:r>
          </a:p>
        </p:txBody>
      </p:sp>
      <p:sp>
        <p:nvSpPr>
          <p:cNvPr id="37938" name="Rectangle 48"/>
          <p:cNvSpPr>
            <a:spLocks noChangeArrowheads="1"/>
          </p:cNvSpPr>
          <p:nvPr/>
        </p:nvSpPr>
        <p:spPr bwMode="auto">
          <a:xfrm>
            <a:off x="5905500" y="2078665"/>
            <a:ext cx="1752600" cy="350675"/>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0</a:t>
            </a:r>
          </a:p>
        </p:txBody>
      </p:sp>
      <p:sp>
        <p:nvSpPr>
          <p:cNvPr id="37939" name="Rectangle 49"/>
          <p:cNvSpPr>
            <a:spLocks noChangeArrowheads="1"/>
          </p:cNvSpPr>
          <p:nvPr/>
        </p:nvSpPr>
        <p:spPr bwMode="auto">
          <a:xfrm>
            <a:off x="3848100" y="2078665"/>
            <a:ext cx="2057401" cy="350675"/>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 CPU core</a:t>
            </a:r>
          </a:p>
        </p:txBody>
      </p:sp>
      <p:sp>
        <p:nvSpPr>
          <p:cNvPr id="37940" name="Rectangle 50"/>
          <p:cNvSpPr>
            <a:spLocks noChangeArrowheads="1"/>
          </p:cNvSpPr>
          <p:nvPr/>
        </p:nvSpPr>
        <p:spPr bwMode="auto">
          <a:xfrm>
            <a:off x="7658101" y="1439198"/>
            <a:ext cx="1447800" cy="639466"/>
          </a:xfrm>
          <a:prstGeom prst="rect">
            <a:avLst/>
          </a:prstGeom>
          <a:solidFill>
            <a:srgbClr val="E0E0E0"/>
          </a:solidFill>
          <a:ln w="9525">
            <a:solidFill>
              <a:srgbClr val="000066"/>
            </a:solidFill>
            <a:miter lim="800000"/>
            <a:headEnd/>
            <a:tailEnd/>
          </a:ln>
        </p:spPr>
        <p:txBody>
          <a:bodyPr lIns="89981" tIns="46790" rIns="89981" bIns="46790" anchor="ctr" anchorCtr="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403" dirty="0">
                <a:latin typeface="Calibri" pitchFamily="34" charset="0"/>
              </a:rPr>
              <a:t>Managed By</a:t>
            </a:r>
          </a:p>
        </p:txBody>
      </p:sp>
      <p:sp>
        <p:nvSpPr>
          <p:cNvPr id="37941" name="Rectangle 51"/>
          <p:cNvSpPr>
            <a:spLocks noChangeArrowheads="1"/>
          </p:cNvSpPr>
          <p:nvPr/>
        </p:nvSpPr>
        <p:spPr bwMode="auto">
          <a:xfrm>
            <a:off x="5905500" y="1439198"/>
            <a:ext cx="1752600" cy="639466"/>
          </a:xfrm>
          <a:prstGeom prst="rect">
            <a:avLst/>
          </a:prstGeom>
          <a:solidFill>
            <a:schemeClr val="bg1">
              <a:lumMod val="85000"/>
            </a:schemeClr>
          </a:solidFill>
          <a:ln w="9525">
            <a:solidFill>
              <a:srgbClr val="000066"/>
            </a:solidFill>
            <a:miter lim="800000"/>
            <a:headEnd/>
            <a:tailEnd/>
          </a:ln>
        </p:spPr>
        <p:txBody>
          <a:bodyPr lIns="89981" tIns="46790" rIns="89981" bIns="46790" anchor="ctr" anchorCtr="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403" dirty="0">
                <a:latin typeface="Calibri" pitchFamily="34" charset="0"/>
              </a:rPr>
              <a:t>Latency (cycles)</a:t>
            </a:r>
          </a:p>
        </p:txBody>
      </p:sp>
      <p:sp>
        <p:nvSpPr>
          <p:cNvPr id="37942" name="Rectangle 52"/>
          <p:cNvSpPr>
            <a:spLocks noChangeArrowheads="1"/>
          </p:cNvSpPr>
          <p:nvPr/>
        </p:nvSpPr>
        <p:spPr bwMode="auto">
          <a:xfrm>
            <a:off x="3848100" y="1439198"/>
            <a:ext cx="2057401" cy="639466"/>
          </a:xfrm>
          <a:prstGeom prst="rect">
            <a:avLst/>
          </a:prstGeom>
          <a:solidFill>
            <a:srgbClr val="E0E0E0"/>
          </a:solidFill>
          <a:ln w="9525">
            <a:solidFill>
              <a:srgbClr val="000066"/>
            </a:solidFill>
            <a:miter lim="800000"/>
            <a:headEnd/>
            <a:tailEnd/>
          </a:ln>
        </p:spPr>
        <p:txBody>
          <a:bodyPr lIns="89981" tIns="46790" rIns="89981" bIns="46790" anchor="ctr" anchorCtr="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2403" dirty="0">
                <a:latin typeface="Calibri" pitchFamily="34" charset="0"/>
              </a:rPr>
              <a:t>Where is it Cached?</a:t>
            </a:r>
          </a:p>
        </p:txBody>
      </p:sp>
      <p:sp>
        <p:nvSpPr>
          <p:cNvPr id="37948" name="Line 58"/>
          <p:cNvSpPr>
            <a:spLocks noChangeShapeType="1"/>
          </p:cNvSpPr>
          <p:nvPr/>
        </p:nvSpPr>
        <p:spPr bwMode="auto">
          <a:xfrm>
            <a:off x="114300" y="1439198"/>
            <a:ext cx="1588" cy="639466"/>
          </a:xfrm>
          <a:prstGeom prst="line">
            <a:avLst/>
          </a:prstGeom>
          <a:noFill/>
          <a:ln w="9525">
            <a:solidFill>
              <a:srgbClr val="000066"/>
            </a:solidFill>
            <a:miter lim="800000"/>
            <a:headEnd/>
            <a:tailEnd/>
          </a:ln>
        </p:spPr>
        <p:txBody>
          <a:bodyPr lIns="91421" tIns="45710" rIns="91421" bIns="45710" anchor="ctr" anchorCtr="0"/>
          <a:lstStyle/>
          <a:p>
            <a:endParaRPr lang="en-US" sz="2403"/>
          </a:p>
        </p:txBody>
      </p:sp>
      <p:sp>
        <p:nvSpPr>
          <p:cNvPr id="55" name="Rectangle 15"/>
          <p:cNvSpPr>
            <a:spLocks noChangeArrowheads="1"/>
          </p:cNvSpPr>
          <p:nvPr/>
        </p:nvSpPr>
        <p:spPr bwMode="auto">
          <a:xfrm>
            <a:off x="114300" y="4390579"/>
            <a:ext cx="18288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Disk cache	</a:t>
            </a:r>
          </a:p>
        </p:txBody>
      </p:sp>
      <p:sp>
        <p:nvSpPr>
          <p:cNvPr id="57" name="Rectangle 23"/>
          <p:cNvSpPr>
            <a:spLocks noChangeArrowheads="1"/>
          </p:cNvSpPr>
          <p:nvPr/>
        </p:nvSpPr>
        <p:spPr bwMode="auto">
          <a:xfrm>
            <a:off x="1943100" y="4390579"/>
            <a:ext cx="19050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Disk sectors</a:t>
            </a:r>
          </a:p>
        </p:txBody>
      </p:sp>
      <p:sp>
        <p:nvSpPr>
          <p:cNvPr id="58" name="Rectangle 34"/>
          <p:cNvSpPr>
            <a:spLocks noChangeArrowheads="1"/>
          </p:cNvSpPr>
          <p:nvPr/>
        </p:nvSpPr>
        <p:spPr bwMode="auto">
          <a:xfrm>
            <a:off x="3848100" y="4390579"/>
            <a:ext cx="2057401"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Disk controller</a:t>
            </a:r>
          </a:p>
        </p:txBody>
      </p:sp>
      <p:sp>
        <p:nvSpPr>
          <p:cNvPr id="59" name="Rectangle 33"/>
          <p:cNvSpPr>
            <a:spLocks noChangeArrowheads="1"/>
          </p:cNvSpPr>
          <p:nvPr/>
        </p:nvSpPr>
        <p:spPr bwMode="auto">
          <a:xfrm>
            <a:off x="5905500" y="4390579"/>
            <a:ext cx="1752600" cy="361782"/>
          </a:xfrm>
          <a:prstGeom prst="rect">
            <a:avLst/>
          </a:prstGeom>
          <a:noFill/>
          <a:ln w="9525">
            <a:solidFill>
              <a:srgbClr val="000066"/>
            </a:solidFill>
            <a:miter lim="800000"/>
            <a:headEnd/>
            <a:tailEnd/>
          </a:ln>
        </p:spPr>
        <p:txBody>
          <a:bodyPr lIns="89981" tIns="46790" rIns="89981" bIns="46790"/>
          <a:lstStyle/>
          <a:p>
            <a:pPr algn="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100,000</a:t>
            </a:r>
          </a:p>
        </p:txBody>
      </p:sp>
      <p:sp>
        <p:nvSpPr>
          <p:cNvPr id="60" name="Rectangle 32"/>
          <p:cNvSpPr>
            <a:spLocks noChangeArrowheads="1"/>
          </p:cNvSpPr>
          <p:nvPr/>
        </p:nvSpPr>
        <p:spPr bwMode="auto">
          <a:xfrm>
            <a:off x="7658101" y="4390579"/>
            <a:ext cx="1447800" cy="361782"/>
          </a:xfrm>
          <a:prstGeom prst="rect">
            <a:avLst/>
          </a:prstGeom>
          <a:noFill/>
          <a:ln w="9525">
            <a:solidFill>
              <a:srgbClr val="000066"/>
            </a:solidFill>
            <a:miter lim="800000"/>
            <a:headEnd/>
            <a:tailEnd/>
          </a:ln>
        </p:spPr>
        <p:txBody>
          <a:bodyPr lIns="89981" tIns="46790" rIns="89981" bIns="46790"/>
          <a:lstStyle/>
          <a:p>
            <a:pPr>
              <a:lnSpc>
                <a:spcPct val="98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solidFill>
                  <a:srgbClr val="000066"/>
                </a:solidFill>
                <a:latin typeface="Calibri" pitchFamily="34" charset="0"/>
              </a:rPr>
              <a:t>Disk firmware</a:t>
            </a:r>
          </a:p>
        </p:txBody>
      </p:sp>
    </p:spTree>
    <p:extLst>
      <p:ext uri="{BB962C8B-B14F-4D97-AF65-F5344CB8AC3E}">
        <p14:creationId xmlns:p14="http://schemas.microsoft.com/office/powerpoint/2010/main" val="96672421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Summary</a:t>
            </a:r>
          </a:p>
        </p:txBody>
      </p:sp>
      <p:sp>
        <p:nvSpPr>
          <p:cNvPr id="146435" name="Rectangle 3"/>
          <p:cNvSpPr>
            <a:spLocks noGrp="1" noChangeArrowheads="1"/>
          </p:cNvSpPr>
          <p:nvPr>
            <p:ph type="body" idx="1"/>
          </p:nvPr>
        </p:nvSpPr>
        <p:spPr/>
        <p:txBody>
          <a:bodyPr/>
          <a:lstStyle/>
          <a:p>
            <a:r>
              <a:rPr lang="en-US" dirty="0"/>
              <a:t>The speed gap between CPU, memory and mass storage continues to widen.</a:t>
            </a:r>
          </a:p>
          <a:p>
            <a:endParaRPr lang="en-US" dirty="0"/>
          </a:p>
          <a:p>
            <a:r>
              <a:rPr lang="en-US" dirty="0"/>
              <a:t>Well-written programs exhibit a property called locality.</a:t>
            </a:r>
          </a:p>
          <a:p>
            <a:endParaRPr lang="en-US" dirty="0"/>
          </a:p>
          <a:p>
            <a:r>
              <a:rPr lang="en-US" dirty="0"/>
              <a:t>Memory hierarchies based on caching close the gap by exploiting locality.</a:t>
            </a:r>
          </a:p>
          <a:p>
            <a:endParaRPr lang="en-US" dirty="0"/>
          </a:p>
          <a:p>
            <a:endParaRPr lang="en-US" dirty="0"/>
          </a:p>
        </p:txBody>
      </p:sp>
    </p:spTree>
    <p:extLst>
      <p:ext uri="{BB962C8B-B14F-4D97-AF65-F5344CB8AC3E}">
        <p14:creationId xmlns:p14="http://schemas.microsoft.com/office/powerpoint/2010/main" val="53389507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a:t>
            </a:r>
          </a:p>
        </p:txBody>
      </p:sp>
      <p:sp>
        <p:nvSpPr>
          <p:cNvPr id="3" name="Content Placeholder 2"/>
          <p:cNvSpPr>
            <a:spLocks noGrp="1"/>
          </p:cNvSpPr>
          <p:nvPr>
            <p:ph idx="1"/>
          </p:nvPr>
        </p:nvSpPr>
        <p:spPr/>
        <p:txBody>
          <a:bodyPr/>
          <a:lstStyle/>
          <a:p>
            <a:r>
              <a:rPr lang="en-US" dirty="0"/>
              <a:t>Cache memory organization and operation</a:t>
            </a:r>
          </a:p>
          <a:p>
            <a:r>
              <a:rPr lang="en-US" dirty="0">
                <a:solidFill>
                  <a:schemeClr val="bg1">
                    <a:lumMod val="75000"/>
                  </a:schemeClr>
                </a:solidFill>
              </a:rPr>
              <a:t>Performance impact of caches</a:t>
            </a:r>
          </a:p>
          <a:p>
            <a:pPr lvl="1"/>
            <a:r>
              <a:rPr lang="en-US" dirty="0">
                <a:solidFill>
                  <a:schemeClr val="bg1">
                    <a:lumMod val="75000"/>
                  </a:schemeClr>
                </a:solidFill>
              </a:rPr>
              <a:t>The memory mountain</a:t>
            </a:r>
          </a:p>
          <a:p>
            <a:pPr lvl="1"/>
            <a:r>
              <a:rPr lang="en-US" dirty="0">
                <a:solidFill>
                  <a:schemeClr val="bg1">
                    <a:lumMod val="75000"/>
                  </a:schemeClr>
                </a:solidFill>
              </a:rPr>
              <a:t>Rearranging loops to improve spatial locality</a:t>
            </a:r>
          </a:p>
          <a:p>
            <a:pPr lvl="1"/>
            <a:r>
              <a:rPr lang="en-US" dirty="0">
                <a:solidFill>
                  <a:schemeClr val="bg1">
                    <a:lumMod val="75000"/>
                  </a:schemeClr>
                </a:solidFill>
              </a:rPr>
              <a:t>Using blocking to improve temporal locality</a:t>
            </a:r>
          </a:p>
          <a:p>
            <a:endParaRPr lang="en-US" dirty="0"/>
          </a:p>
          <a:p>
            <a:pPr>
              <a:buNone/>
            </a:pPr>
            <a:endParaRPr lang="en-US" dirty="0"/>
          </a:p>
        </p:txBody>
      </p:sp>
    </p:spTree>
    <p:extLst>
      <p:ext uri="{BB962C8B-B14F-4D97-AF65-F5344CB8AC3E}">
        <p14:creationId xmlns:p14="http://schemas.microsoft.com/office/powerpoint/2010/main" val="205724691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23" name="Rectangle 31"/>
          <p:cNvSpPr>
            <a:spLocks noGrp="1" noChangeArrowheads="1"/>
          </p:cNvSpPr>
          <p:nvPr>
            <p:ph type="title"/>
          </p:nvPr>
        </p:nvSpPr>
        <p:spPr/>
        <p:txBody>
          <a:bodyPr/>
          <a:lstStyle/>
          <a:p>
            <a:r>
              <a:rPr lang="en-US"/>
              <a:t>Cache Memories</a:t>
            </a:r>
          </a:p>
        </p:txBody>
      </p:sp>
      <p:sp>
        <p:nvSpPr>
          <p:cNvPr id="187424" name="Rectangle 32"/>
          <p:cNvSpPr>
            <a:spLocks noGrp="1" noChangeArrowheads="1"/>
          </p:cNvSpPr>
          <p:nvPr>
            <p:ph type="body" idx="1"/>
          </p:nvPr>
        </p:nvSpPr>
        <p:spPr/>
        <p:txBody>
          <a:bodyPr/>
          <a:lstStyle/>
          <a:p>
            <a:r>
              <a:rPr lang="en-US" dirty="0">
                <a:solidFill>
                  <a:srgbClr val="FF0000"/>
                </a:solidFill>
              </a:rPr>
              <a:t>Cache memories </a:t>
            </a:r>
            <a:r>
              <a:rPr lang="en-US" dirty="0"/>
              <a:t>are small, fast SRAM-based memories managed automatically in hardware. </a:t>
            </a:r>
          </a:p>
          <a:p>
            <a:pPr lvl="1"/>
            <a:r>
              <a:rPr lang="en-US" dirty="0"/>
              <a:t>Hold frequently accessed blocks of main memory</a:t>
            </a:r>
          </a:p>
          <a:p>
            <a:r>
              <a:rPr lang="en-US" dirty="0"/>
              <a:t>CPU looks first for data in caches (e.g., L1, L2, and L3), then in main memory.</a:t>
            </a:r>
          </a:p>
          <a:p>
            <a:r>
              <a:rPr lang="en-US" dirty="0"/>
              <a:t>Typical system structure:</a:t>
            </a:r>
          </a:p>
        </p:txBody>
      </p:sp>
      <p:sp>
        <p:nvSpPr>
          <p:cNvPr id="33" name="Rectangle 146"/>
          <p:cNvSpPr>
            <a:spLocks noChangeAspect="1" noChangeArrowheads="1"/>
          </p:cNvSpPr>
          <p:nvPr/>
        </p:nvSpPr>
        <p:spPr bwMode="auto">
          <a:xfrm>
            <a:off x="7258050" y="5652057"/>
            <a:ext cx="819150" cy="823531"/>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Main</a:t>
            </a:r>
          </a:p>
          <a:p>
            <a:pPr algn="ctr"/>
            <a:r>
              <a:rPr lang="en-US" sz="1602"/>
              <a:t>memory</a:t>
            </a:r>
          </a:p>
        </p:txBody>
      </p:sp>
      <p:sp>
        <p:nvSpPr>
          <p:cNvPr id="34" name="AutoShape 201"/>
          <p:cNvSpPr>
            <a:spLocks noChangeAspect="1" noChangeArrowheads="1"/>
          </p:cNvSpPr>
          <p:nvPr/>
        </p:nvSpPr>
        <p:spPr bwMode="auto">
          <a:xfrm>
            <a:off x="5884863" y="5788518"/>
            <a:ext cx="1344612" cy="480790"/>
          </a:xfrm>
          <a:prstGeom prst="leftRightArrow">
            <a:avLst>
              <a:gd name="adj1" fmla="val 50000"/>
              <a:gd name="adj2" fmla="val 55908"/>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35" name="Rectangle 202"/>
          <p:cNvSpPr>
            <a:spLocks noChangeAspect="1" noChangeArrowheads="1"/>
          </p:cNvSpPr>
          <p:nvPr/>
        </p:nvSpPr>
        <p:spPr bwMode="auto">
          <a:xfrm>
            <a:off x="5060950" y="5817079"/>
            <a:ext cx="819150" cy="520459"/>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I/O</a:t>
            </a:r>
          </a:p>
          <a:p>
            <a:pPr algn="ctr"/>
            <a:r>
              <a:rPr lang="en-US" sz="1602"/>
              <a:t>bridge</a:t>
            </a:r>
          </a:p>
        </p:txBody>
      </p:sp>
      <p:sp>
        <p:nvSpPr>
          <p:cNvPr id="36" name="AutoShape 205"/>
          <p:cNvSpPr>
            <a:spLocks noChangeAspect="1" noChangeArrowheads="1"/>
          </p:cNvSpPr>
          <p:nvPr/>
        </p:nvSpPr>
        <p:spPr bwMode="auto">
          <a:xfrm>
            <a:off x="3748089" y="5788518"/>
            <a:ext cx="1309687" cy="480790"/>
          </a:xfrm>
          <a:prstGeom prst="leftRightArrow">
            <a:avLst>
              <a:gd name="adj1" fmla="val 50000"/>
              <a:gd name="adj2" fmla="val 54455"/>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37" name="Rectangle 206"/>
          <p:cNvSpPr>
            <a:spLocks noChangeAspect="1" noChangeArrowheads="1"/>
          </p:cNvSpPr>
          <p:nvPr/>
        </p:nvSpPr>
        <p:spPr bwMode="auto">
          <a:xfrm>
            <a:off x="1349375" y="5817079"/>
            <a:ext cx="2374900" cy="520459"/>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Bus interface</a:t>
            </a:r>
          </a:p>
        </p:txBody>
      </p:sp>
      <p:sp>
        <p:nvSpPr>
          <p:cNvPr id="38" name="Rectangle 207"/>
          <p:cNvSpPr>
            <a:spLocks noChangeAspect="1" noChangeArrowheads="1"/>
          </p:cNvSpPr>
          <p:nvPr/>
        </p:nvSpPr>
        <p:spPr bwMode="auto">
          <a:xfrm>
            <a:off x="2862263" y="4622246"/>
            <a:ext cx="615950" cy="138048"/>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39" name="Rectangle 208"/>
          <p:cNvSpPr>
            <a:spLocks noChangeAspect="1" noChangeArrowheads="1"/>
          </p:cNvSpPr>
          <p:nvPr/>
        </p:nvSpPr>
        <p:spPr bwMode="auto">
          <a:xfrm>
            <a:off x="2862263" y="4760295"/>
            <a:ext cx="615950" cy="136462"/>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0" name="Rectangle 210"/>
          <p:cNvSpPr>
            <a:spLocks noChangeAspect="1" noChangeArrowheads="1"/>
          </p:cNvSpPr>
          <p:nvPr/>
        </p:nvSpPr>
        <p:spPr bwMode="auto">
          <a:xfrm>
            <a:off x="2862263" y="4896757"/>
            <a:ext cx="615950" cy="138049"/>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1" name="Rectangle 211"/>
          <p:cNvSpPr>
            <a:spLocks noChangeAspect="1" noChangeArrowheads="1"/>
          </p:cNvSpPr>
          <p:nvPr/>
        </p:nvSpPr>
        <p:spPr bwMode="auto">
          <a:xfrm>
            <a:off x="2862263" y="5034805"/>
            <a:ext cx="615950" cy="136462"/>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2" name="Rectangle 212"/>
          <p:cNvSpPr>
            <a:spLocks noChangeAspect="1" noChangeArrowheads="1"/>
          </p:cNvSpPr>
          <p:nvPr/>
        </p:nvSpPr>
        <p:spPr bwMode="auto">
          <a:xfrm>
            <a:off x="2862263" y="5171267"/>
            <a:ext cx="615950" cy="138048"/>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3" name="AutoShape 214"/>
          <p:cNvSpPr>
            <a:spLocks noChangeAspect="1" noChangeArrowheads="1"/>
          </p:cNvSpPr>
          <p:nvPr/>
        </p:nvSpPr>
        <p:spPr bwMode="auto">
          <a:xfrm>
            <a:off x="3559175" y="4622247"/>
            <a:ext cx="400050" cy="342741"/>
          </a:xfrm>
          <a:prstGeom prst="rightArrow">
            <a:avLst>
              <a:gd name="adj1" fmla="val 50000"/>
              <a:gd name="adj2" fmla="val 29167"/>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4" name="AutoShape 215"/>
          <p:cNvSpPr>
            <a:spLocks noChangeAspect="1" noChangeArrowheads="1"/>
          </p:cNvSpPr>
          <p:nvPr/>
        </p:nvSpPr>
        <p:spPr bwMode="auto">
          <a:xfrm flipH="1">
            <a:off x="3478213" y="4964989"/>
            <a:ext cx="400050" cy="344327"/>
          </a:xfrm>
          <a:prstGeom prst="rightArrow">
            <a:avLst>
              <a:gd name="adj1" fmla="val 50000"/>
              <a:gd name="adj2" fmla="val 29032"/>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5" name="Rectangle 220"/>
          <p:cNvSpPr>
            <a:spLocks noChangeAspect="1" noChangeArrowheads="1"/>
          </p:cNvSpPr>
          <p:nvPr/>
        </p:nvSpPr>
        <p:spPr bwMode="auto">
          <a:xfrm>
            <a:off x="3959226" y="4485786"/>
            <a:ext cx="479425" cy="959991"/>
          </a:xfrm>
          <a:prstGeom prst="rect">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ALU</a:t>
            </a:r>
          </a:p>
        </p:txBody>
      </p:sp>
      <p:sp>
        <p:nvSpPr>
          <p:cNvPr id="46" name="Text Box 221"/>
          <p:cNvSpPr txBox="1">
            <a:spLocks noChangeAspect="1" noChangeArrowheads="1"/>
          </p:cNvSpPr>
          <p:nvPr/>
        </p:nvSpPr>
        <p:spPr bwMode="auto">
          <a:xfrm>
            <a:off x="2613826" y="4316185"/>
            <a:ext cx="1146162" cy="339199"/>
          </a:xfrm>
          <a:prstGeom prst="rect">
            <a:avLst/>
          </a:prstGeom>
          <a:noFill/>
          <a:ln w="12700">
            <a:noFill/>
            <a:miter lim="800000"/>
            <a:headEnd/>
            <a:tailEnd/>
          </a:ln>
          <a:effectLst/>
        </p:spPr>
        <p:txBody>
          <a:bodyPr wrap="none" lIns="91421" tIns="45710" rIns="91421" bIns="45710" anchor="ctr">
            <a:prstTxWarp prst="textNoShape">
              <a:avLst/>
            </a:prstTxWarp>
            <a:spAutoFit/>
          </a:bodyPr>
          <a:lstStyle/>
          <a:p>
            <a:pPr algn="ctr"/>
            <a:r>
              <a:rPr lang="en-US" sz="1602"/>
              <a:t>Register file</a:t>
            </a:r>
          </a:p>
        </p:txBody>
      </p:sp>
      <p:sp>
        <p:nvSpPr>
          <p:cNvPr id="47" name="AutoShape 222"/>
          <p:cNvSpPr>
            <a:spLocks noChangeAspect="1" noChangeArrowheads="1"/>
          </p:cNvSpPr>
          <p:nvPr/>
        </p:nvSpPr>
        <p:spPr bwMode="auto">
          <a:xfrm>
            <a:off x="2928939" y="5377547"/>
            <a:ext cx="549275" cy="410972"/>
          </a:xfrm>
          <a:prstGeom prst="upDownArrow">
            <a:avLst>
              <a:gd name="adj1" fmla="val 50000"/>
              <a:gd name="adj2" fmla="val 20000"/>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48" name="Rectangle 223"/>
          <p:cNvSpPr>
            <a:spLocks noChangeAspect="1" noChangeArrowheads="1"/>
          </p:cNvSpPr>
          <p:nvPr/>
        </p:nvSpPr>
        <p:spPr bwMode="auto">
          <a:xfrm>
            <a:off x="1196975" y="4279506"/>
            <a:ext cx="3379788" cy="2196081"/>
          </a:xfrm>
          <a:prstGeom prst="rect">
            <a:avLst/>
          </a:prstGeom>
          <a:noFill/>
          <a:ln w="12700" cap="rnd">
            <a:solidFill>
              <a:schemeClr val="tx1"/>
            </a:solidFill>
            <a:prstDash val="sysDot"/>
            <a:miter lim="800000"/>
            <a:headEnd/>
            <a:tailEnd/>
          </a:ln>
          <a:effectLst/>
        </p:spPr>
        <p:txBody>
          <a:bodyPr wrap="none" lIns="91421" tIns="45710" rIns="91421" bIns="45710" anchor="ctr">
            <a:prstTxWarp prst="textNoShape">
              <a:avLst/>
            </a:prstTxWarp>
          </a:bodyPr>
          <a:lstStyle/>
          <a:p>
            <a:pPr algn="ctr"/>
            <a:endParaRPr lang="en-US" sz="1602"/>
          </a:p>
        </p:txBody>
      </p:sp>
      <p:sp>
        <p:nvSpPr>
          <p:cNvPr id="49" name="Text Box 225"/>
          <p:cNvSpPr txBox="1">
            <a:spLocks noChangeAspect="1" noChangeArrowheads="1"/>
          </p:cNvSpPr>
          <p:nvPr/>
        </p:nvSpPr>
        <p:spPr bwMode="auto">
          <a:xfrm>
            <a:off x="1174349" y="3987724"/>
            <a:ext cx="932665" cy="339199"/>
          </a:xfrm>
          <a:prstGeom prst="rect">
            <a:avLst/>
          </a:prstGeom>
          <a:noFill/>
          <a:ln w="12700">
            <a:noFill/>
            <a:miter lim="800000"/>
            <a:headEnd/>
            <a:tailEnd/>
          </a:ln>
          <a:effectLst/>
        </p:spPr>
        <p:txBody>
          <a:bodyPr wrap="none" lIns="91421" tIns="45710" rIns="91421" bIns="45710" anchor="ctr">
            <a:prstTxWarp prst="textNoShape">
              <a:avLst/>
            </a:prstTxWarp>
            <a:spAutoFit/>
          </a:bodyPr>
          <a:lstStyle/>
          <a:p>
            <a:pPr algn="ctr"/>
            <a:r>
              <a:rPr lang="en-US" sz="1602" dirty="0"/>
              <a:t>CPU chip</a:t>
            </a:r>
          </a:p>
        </p:txBody>
      </p:sp>
      <p:sp>
        <p:nvSpPr>
          <p:cNvPr id="50" name="Text Box 229"/>
          <p:cNvSpPr txBox="1">
            <a:spLocks noChangeAspect="1" noChangeArrowheads="1"/>
          </p:cNvSpPr>
          <p:nvPr/>
        </p:nvSpPr>
        <p:spPr bwMode="auto">
          <a:xfrm>
            <a:off x="4657838" y="5153996"/>
            <a:ext cx="1126899" cy="339199"/>
          </a:xfrm>
          <a:prstGeom prst="rect">
            <a:avLst/>
          </a:prstGeom>
          <a:noFill/>
          <a:ln w="12700">
            <a:noFill/>
            <a:miter lim="800000"/>
            <a:headEnd/>
            <a:tailEnd/>
          </a:ln>
          <a:effectLst/>
        </p:spPr>
        <p:txBody>
          <a:bodyPr wrap="none" lIns="91421" tIns="45710" rIns="91421" bIns="45710" anchor="ctr">
            <a:prstTxWarp prst="textNoShape">
              <a:avLst/>
            </a:prstTxWarp>
            <a:spAutoFit/>
          </a:bodyPr>
          <a:lstStyle/>
          <a:p>
            <a:pPr algn="ctr"/>
            <a:r>
              <a:rPr lang="en-US" sz="1602"/>
              <a:t>System bus</a:t>
            </a:r>
          </a:p>
        </p:txBody>
      </p:sp>
      <p:sp>
        <p:nvSpPr>
          <p:cNvPr id="51" name="Line 230"/>
          <p:cNvSpPr>
            <a:spLocks noChangeAspect="1" noChangeShapeType="1"/>
          </p:cNvSpPr>
          <p:nvPr/>
        </p:nvSpPr>
        <p:spPr bwMode="auto">
          <a:xfrm flipH="1">
            <a:off x="4438651" y="5445776"/>
            <a:ext cx="619125" cy="412559"/>
          </a:xfrm>
          <a:prstGeom prst="line">
            <a:avLst/>
          </a:prstGeom>
          <a:noFill/>
          <a:ln w="127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1602"/>
          </a:p>
        </p:txBody>
      </p:sp>
      <p:sp>
        <p:nvSpPr>
          <p:cNvPr id="52" name="Text Box 231"/>
          <p:cNvSpPr txBox="1">
            <a:spLocks noChangeAspect="1" noChangeArrowheads="1"/>
          </p:cNvSpPr>
          <p:nvPr/>
        </p:nvSpPr>
        <p:spPr bwMode="auto">
          <a:xfrm>
            <a:off x="5976783" y="5153996"/>
            <a:ext cx="1175056" cy="339199"/>
          </a:xfrm>
          <a:prstGeom prst="rect">
            <a:avLst/>
          </a:prstGeom>
          <a:noFill/>
          <a:ln w="12700">
            <a:noFill/>
            <a:miter lim="800000"/>
            <a:headEnd/>
            <a:tailEnd/>
          </a:ln>
          <a:effectLst/>
        </p:spPr>
        <p:txBody>
          <a:bodyPr wrap="none" lIns="91421" tIns="45710" rIns="91421" bIns="45710" anchor="ctr">
            <a:prstTxWarp prst="textNoShape">
              <a:avLst/>
            </a:prstTxWarp>
            <a:spAutoFit/>
          </a:bodyPr>
          <a:lstStyle/>
          <a:p>
            <a:pPr algn="ctr"/>
            <a:r>
              <a:rPr lang="en-US" sz="1602"/>
              <a:t>Memory bus</a:t>
            </a:r>
          </a:p>
        </p:txBody>
      </p:sp>
      <p:sp>
        <p:nvSpPr>
          <p:cNvPr id="53" name="Line 232"/>
          <p:cNvSpPr>
            <a:spLocks noChangeAspect="1" noChangeShapeType="1"/>
          </p:cNvSpPr>
          <p:nvPr/>
        </p:nvSpPr>
        <p:spPr bwMode="auto">
          <a:xfrm>
            <a:off x="6530975" y="5445776"/>
            <a:ext cx="0" cy="412559"/>
          </a:xfrm>
          <a:prstGeom prst="line">
            <a:avLst/>
          </a:prstGeom>
          <a:noFill/>
          <a:ln w="127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1602"/>
          </a:p>
        </p:txBody>
      </p:sp>
      <p:sp>
        <p:nvSpPr>
          <p:cNvPr id="54" name="Rectangle 233"/>
          <p:cNvSpPr>
            <a:spLocks noChangeAspect="1" noChangeArrowheads="1"/>
          </p:cNvSpPr>
          <p:nvPr/>
        </p:nvSpPr>
        <p:spPr bwMode="auto">
          <a:xfrm>
            <a:off x="1349375" y="4719039"/>
            <a:ext cx="1066800" cy="5204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dirty="0"/>
              <a:t>Cache </a:t>
            </a:r>
          </a:p>
          <a:p>
            <a:pPr algn="ctr"/>
            <a:r>
              <a:rPr lang="en-US" sz="1602" dirty="0"/>
              <a:t>memories</a:t>
            </a:r>
          </a:p>
        </p:txBody>
      </p:sp>
      <p:sp>
        <p:nvSpPr>
          <p:cNvPr id="55" name="AutoShape 234"/>
          <p:cNvSpPr>
            <a:spLocks noChangeAspect="1" noChangeArrowheads="1"/>
          </p:cNvSpPr>
          <p:nvPr/>
        </p:nvSpPr>
        <p:spPr bwMode="auto">
          <a:xfrm>
            <a:off x="1577976" y="5239497"/>
            <a:ext cx="549275" cy="549021"/>
          </a:xfrm>
          <a:prstGeom prst="upDownArrow">
            <a:avLst>
              <a:gd name="adj1" fmla="val 50000"/>
              <a:gd name="adj2" fmla="val 20000"/>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
        <p:nvSpPr>
          <p:cNvPr id="56" name="AutoShape 236"/>
          <p:cNvSpPr>
            <a:spLocks noChangeAspect="1" noChangeArrowheads="1"/>
          </p:cNvSpPr>
          <p:nvPr/>
        </p:nvSpPr>
        <p:spPr bwMode="auto">
          <a:xfrm flipH="1">
            <a:off x="2441575" y="4766642"/>
            <a:ext cx="400050" cy="344328"/>
          </a:xfrm>
          <a:prstGeom prst="leftRightArrow">
            <a:avLst>
              <a:gd name="adj1" fmla="val 50000"/>
              <a:gd name="adj2" fmla="val 23226"/>
            </a:avLst>
          </a:prstGeom>
          <a:no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1602"/>
          </a:p>
        </p:txBody>
      </p:sp>
    </p:spTree>
    <p:extLst>
      <p:ext uri="{BB962C8B-B14F-4D97-AF65-F5344CB8AC3E}">
        <p14:creationId xmlns:p14="http://schemas.microsoft.com/office/powerpoint/2010/main" val="185424975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Cache Organization (S, E, B)</a:t>
            </a:r>
            <a:endParaRPr lang="en-US" dirty="0"/>
          </a:p>
        </p:txBody>
      </p:sp>
      <p:sp>
        <p:nvSpPr>
          <p:cNvPr id="8" name="AutoShape 16"/>
          <p:cNvSpPr>
            <a:spLocks/>
          </p:cNvSpPr>
          <p:nvPr/>
        </p:nvSpPr>
        <p:spPr bwMode="auto">
          <a:xfrm rot="5400000">
            <a:off x="4114855" y="-495092"/>
            <a:ext cx="228494" cy="46482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grpSp>
        <p:nvGrpSpPr>
          <p:cNvPr id="3" name="Group 79"/>
          <p:cNvGrpSpPr/>
          <p:nvPr/>
        </p:nvGrpSpPr>
        <p:grpSpPr>
          <a:xfrm>
            <a:off x="1905000" y="2079625"/>
            <a:ext cx="4648200" cy="492256"/>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cxnSp>
        <p:nvCxnSpPr>
          <p:cNvPr id="45" name="Straight Connector 44"/>
          <p:cNvCxnSpPr/>
          <p:nvPr/>
        </p:nvCxnSpPr>
        <p:spPr bwMode="auto">
          <a:xfrm>
            <a:off x="2133601" y="4019010"/>
            <a:ext cx="4267200" cy="11110"/>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1524000" y="2068366"/>
            <a:ext cx="228601" cy="2731598"/>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56" name="TextBox 55"/>
          <p:cNvSpPr txBox="1"/>
          <p:nvPr/>
        </p:nvSpPr>
        <p:spPr>
          <a:xfrm>
            <a:off x="3901999" y="1345601"/>
            <a:ext cx="2116310" cy="400089"/>
          </a:xfrm>
          <a:prstGeom prst="rect">
            <a:avLst/>
          </a:prstGeom>
          <a:noFill/>
        </p:spPr>
        <p:txBody>
          <a:bodyPr wrap="none" lIns="91421" tIns="45710" rIns="91421" bIns="45710" rtlCol="0">
            <a:spAutoFit/>
          </a:bodyPr>
          <a:lstStyle/>
          <a:p>
            <a:r>
              <a:rPr lang="en-US" sz="2000" dirty="0">
                <a:latin typeface="Calibri" pitchFamily="34" charset="0"/>
              </a:rPr>
              <a:t>E = 2</a:t>
            </a:r>
            <a:r>
              <a:rPr lang="en-US" sz="2000" baseline="30000" dirty="0">
                <a:latin typeface="Calibri" pitchFamily="34" charset="0"/>
              </a:rPr>
              <a:t>e</a:t>
            </a:r>
            <a:r>
              <a:rPr lang="en-US" sz="2000" dirty="0">
                <a:latin typeface="Calibri" pitchFamily="34" charset="0"/>
              </a:rPr>
              <a:t> lines per set</a:t>
            </a:r>
          </a:p>
        </p:txBody>
      </p:sp>
      <p:sp>
        <p:nvSpPr>
          <p:cNvPr id="57" name="TextBox 56"/>
          <p:cNvSpPr txBox="1"/>
          <p:nvPr/>
        </p:nvSpPr>
        <p:spPr>
          <a:xfrm>
            <a:off x="425874" y="3244491"/>
            <a:ext cx="1228247" cy="400089"/>
          </a:xfrm>
          <a:prstGeom prst="rect">
            <a:avLst/>
          </a:prstGeom>
          <a:noFill/>
        </p:spPr>
        <p:txBody>
          <a:bodyPr wrap="none" lIns="91421" tIns="45710" rIns="91421" bIns="45710" rtlCol="0">
            <a:spAutoFit/>
          </a:bodyPr>
          <a:lstStyle/>
          <a:p>
            <a:r>
              <a:rPr lang="en-US" sz="2000" dirty="0">
                <a:latin typeface="Calibri" pitchFamily="34" charset="0"/>
              </a:rPr>
              <a:t>S = 2</a:t>
            </a:r>
            <a:r>
              <a:rPr lang="en-US" sz="2000" baseline="30000" dirty="0">
                <a:latin typeface="Calibri" pitchFamily="34" charset="0"/>
              </a:rPr>
              <a:t>s</a:t>
            </a:r>
            <a:r>
              <a:rPr lang="en-US" sz="2000" dirty="0">
                <a:latin typeface="Calibri" pitchFamily="34" charset="0"/>
              </a:rPr>
              <a:t> sets</a:t>
            </a:r>
          </a:p>
        </p:txBody>
      </p:sp>
      <p:cxnSp>
        <p:nvCxnSpPr>
          <p:cNvPr id="59" name="Straight Connector 58"/>
          <p:cNvCxnSpPr/>
          <p:nvPr/>
        </p:nvCxnSpPr>
        <p:spPr bwMode="auto">
          <a:xfrm>
            <a:off x="6553201" y="2078038"/>
            <a:ext cx="609600" cy="1587"/>
          </a:xfrm>
          <a:prstGeom prst="line">
            <a:avLst/>
          </a:prstGeom>
          <a:noFill/>
          <a:ln w="9525" cap="flat" cmpd="sng" algn="ctr">
            <a:solidFill>
              <a:schemeClr val="tx1"/>
            </a:solidFill>
            <a:prstDash val="solid"/>
            <a:round/>
            <a:headEnd type="none" w="med" len="med"/>
            <a:tailEnd type="none" w="med" len="med"/>
          </a:ln>
          <a:effectLst/>
        </p:spPr>
      </p:cxnSp>
      <p:sp>
        <p:nvSpPr>
          <p:cNvPr id="61" name="TextBox 60"/>
          <p:cNvSpPr txBox="1"/>
          <p:nvPr/>
        </p:nvSpPr>
        <p:spPr>
          <a:xfrm>
            <a:off x="7148330" y="1886399"/>
            <a:ext cx="503689" cy="400089"/>
          </a:xfrm>
          <a:prstGeom prst="rect">
            <a:avLst/>
          </a:prstGeom>
          <a:noFill/>
        </p:spPr>
        <p:txBody>
          <a:bodyPr wrap="none" lIns="91421" tIns="45710" rIns="91421" bIns="45710" rtlCol="0">
            <a:spAutoFit/>
          </a:bodyPr>
          <a:lstStyle/>
          <a:p>
            <a:r>
              <a:rPr lang="en-US" sz="2000" dirty="0">
                <a:solidFill>
                  <a:schemeClr val="accent2">
                    <a:lumMod val="60000"/>
                    <a:lumOff val="40000"/>
                  </a:schemeClr>
                </a:solidFill>
                <a:latin typeface="Calibri" pitchFamily="34" charset="0"/>
              </a:rPr>
              <a:t>set</a:t>
            </a:r>
          </a:p>
        </p:txBody>
      </p:sp>
      <p:cxnSp>
        <p:nvCxnSpPr>
          <p:cNvPr id="62" name="Straight Connector 61"/>
          <p:cNvCxnSpPr/>
          <p:nvPr/>
        </p:nvCxnSpPr>
        <p:spPr bwMode="auto">
          <a:xfrm>
            <a:off x="6400800" y="2475889"/>
            <a:ext cx="609600" cy="1587"/>
          </a:xfrm>
          <a:prstGeom prst="line">
            <a:avLst/>
          </a:prstGeom>
          <a:noFill/>
          <a:ln w="9525" cap="flat" cmpd="sng" algn="ctr">
            <a:solidFill>
              <a:schemeClr val="tx1"/>
            </a:solidFill>
            <a:prstDash val="solid"/>
            <a:round/>
            <a:headEnd type="none" w="med" len="med"/>
            <a:tailEnd type="none" w="med" len="med"/>
          </a:ln>
          <a:effectLst/>
        </p:spPr>
      </p:cxnSp>
      <p:sp>
        <p:nvSpPr>
          <p:cNvPr id="63" name="TextBox 62"/>
          <p:cNvSpPr txBox="1"/>
          <p:nvPr/>
        </p:nvSpPr>
        <p:spPr>
          <a:xfrm>
            <a:off x="6967528" y="2278885"/>
            <a:ext cx="577364" cy="400089"/>
          </a:xfrm>
          <a:prstGeom prst="rect">
            <a:avLst/>
          </a:prstGeom>
          <a:noFill/>
        </p:spPr>
        <p:txBody>
          <a:bodyPr wrap="none" lIns="91421" tIns="45710" rIns="91421" bIns="45710" rtlCol="0">
            <a:spAutoFit/>
          </a:bodyPr>
          <a:lstStyle/>
          <a:p>
            <a:r>
              <a:rPr lang="en-US" sz="2000" dirty="0">
                <a:solidFill>
                  <a:schemeClr val="accent2">
                    <a:lumMod val="60000"/>
                    <a:lumOff val="40000"/>
                  </a:schemeClr>
                </a:solidFill>
                <a:latin typeface="Calibri" pitchFamily="34" charset="0"/>
              </a:rPr>
              <a:t>line</a:t>
            </a:r>
          </a:p>
        </p:txBody>
      </p:sp>
      <p:grpSp>
        <p:nvGrpSpPr>
          <p:cNvPr id="4" name="Group 80"/>
          <p:cNvGrpSpPr/>
          <p:nvPr/>
        </p:nvGrpSpPr>
        <p:grpSpPr>
          <a:xfrm>
            <a:off x="1905000" y="2648045"/>
            <a:ext cx="4648200" cy="492256"/>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grpSp>
        <p:nvGrpSpPr>
          <p:cNvPr id="5" name="Group 86"/>
          <p:cNvGrpSpPr/>
          <p:nvPr/>
        </p:nvGrpSpPr>
        <p:grpSpPr>
          <a:xfrm>
            <a:off x="1905000" y="3222094"/>
            <a:ext cx="4648200" cy="492256"/>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grpSp>
        <p:nvGrpSpPr>
          <p:cNvPr id="6" name="Group 92"/>
          <p:cNvGrpSpPr/>
          <p:nvPr/>
        </p:nvGrpSpPr>
        <p:grpSpPr>
          <a:xfrm>
            <a:off x="1905000" y="4288400"/>
            <a:ext cx="4648200" cy="492256"/>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sp>
        <p:nvSpPr>
          <p:cNvPr id="99" name="Trapezoid 98"/>
          <p:cNvSpPr/>
          <p:nvPr/>
        </p:nvSpPr>
        <p:spPr bwMode="auto">
          <a:xfrm>
            <a:off x="2146825" y="4708971"/>
            <a:ext cx="3523449" cy="865512"/>
          </a:xfrm>
          <a:prstGeom prst="trapezoid">
            <a:avLst>
              <a:gd name="adj" fmla="val 135061"/>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64" name="Rectangle 63"/>
          <p:cNvSpPr/>
          <p:nvPr/>
        </p:nvSpPr>
        <p:spPr bwMode="auto">
          <a:xfrm>
            <a:off x="2146825" y="5574483"/>
            <a:ext cx="3523449"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sp>
        <p:nvSpPr>
          <p:cNvPr id="65" name="Rectangle 64"/>
          <p:cNvSpPr/>
          <p:nvPr/>
        </p:nvSpPr>
        <p:spPr bwMode="auto">
          <a:xfrm>
            <a:off x="364506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0</a:t>
            </a:r>
          </a:p>
        </p:txBody>
      </p:sp>
      <p:sp>
        <p:nvSpPr>
          <p:cNvPr id="66" name="Rectangle 65"/>
          <p:cNvSpPr/>
          <p:nvPr/>
        </p:nvSpPr>
        <p:spPr bwMode="auto">
          <a:xfrm>
            <a:off x="3917673"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1</a:t>
            </a:r>
          </a:p>
        </p:txBody>
      </p:sp>
      <p:sp>
        <p:nvSpPr>
          <p:cNvPr id="67" name="Rectangle 66"/>
          <p:cNvSpPr/>
          <p:nvPr/>
        </p:nvSpPr>
        <p:spPr bwMode="auto">
          <a:xfrm>
            <a:off x="417846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2</a:t>
            </a:r>
          </a:p>
        </p:txBody>
      </p:sp>
      <p:sp>
        <p:nvSpPr>
          <p:cNvPr id="68" name="Rectangle 67"/>
          <p:cNvSpPr/>
          <p:nvPr/>
        </p:nvSpPr>
        <p:spPr bwMode="auto">
          <a:xfrm>
            <a:off x="5092869" y="5688730"/>
            <a:ext cx="4572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B-1</a:t>
            </a:r>
          </a:p>
        </p:txBody>
      </p:sp>
      <p:sp>
        <p:nvSpPr>
          <p:cNvPr id="69" name="Rectangle 68"/>
          <p:cNvSpPr/>
          <p:nvPr/>
        </p:nvSpPr>
        <p:spPr bwMode="auto">
          <a:xfrm>
            <a:off x="4451073" y="5688730"/>
            <a:ext cx="6417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cxnSp>
        <p:nvCxnSpPr>
          <p:cNvPr id="70" name="Straight Connector 69"/>
          <p:cNvCxnSpPr/>
          <p:nvPr/>
        </p:nvCxnSpPr>
        <p:spPr bwMode="auto">
          <a:xfrm>
            <a:off x="4585225" y="5840267"/>
            <a:ext cx="457200" cy="1587"/>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2742478" y="5688730"/>
            <a:ext cx="7179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400" dirty="0">
                <a:latin typeface="Calibri" pitchFamily="34" charset="0"/>
              </a:rPr>
              <a:t>tag</a:t>
            </a:r>
          </a:p>
        </p:txBody>
      </p:sp>
      <p:sp>
        <p:nvSpPr>
          <p:cNvPr id="73" name="Rectangle 72"/>
          <p:cNvSpPr/>
          <p:nvPr/>
        </p:nvSpPr>
        <p:spPr bwMode="auto">
          <a:xfrm>
            <a:off x="2273468" y="5701068"/>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v</a:t>
            </a:r>
          </a:p>
        </p:txBody>
      </p:sp>
      <p:sp>
        <p:nvSpPr>
          <p:cNvPr id="77" name="AutoShape 16"/>
          <p:cNvSpPr>
            <a:spLocks/>
          </p:cNvSpPr>
          <p:nvPr/>
        </p:nvSpPr>
        <p:spPr bwMode="auto">
          <a:xfrm rot="16200000" flipV="1">
            <a:off x="4496198" y="5332142"/>
            <a:ext cx="228494" cy="1905000"/>
          </a:xfrm>
          <a:prstGeom prst="leftBrace">
            <a:avLst>
              <a:gd name="adj1" fmla="val 136972"/>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8" name="TextBox 77"/>
          <p:cNvSpPr txBox="1"/>
          <p:nvPr/>
        </p:nvSpPr>
        <p:spPr>
          <a:xfrm>
            <a:off x="4049933" y="6373537"/>
            <a:ext cx="4243816" cy="400089"/>
          </a:xfrm>
          <a:prstGeom prst="rect">
            <a:avLst/>
          </a:prstGeom>
          <a:noFill/>
        </p:spPr>
        <p:txBody>
          <a:bodyPr wrap="none" lIns="91421" tIns="45710" rIns="91421" bIns="45710" rtlCol="0">
            <a:spAutoFit/>
          </a:bodyPr>
          <a:lstStyle/>
          <a:p>
            <a:r>
              <a:rPr lang="en-US" sz="2000" dirty="0">
                <a:latin typeface="Calibri" pitchFamily="34" charset="0"/>
              </a:rPr>
              <a:t>B = 2</a:t>
            </a:r>
            <a:r>
              <a:rPr lang="en-US" sz="2000" baseline="30000" dirty="0">
                <a:latin typeface="Calibri" pitchFamily="34" charset="0"/>
              </a:rPr>
              <a:t>b</a:t>
            </a:r>
            <a:r>
              <a:rPr lang="en-US" sz="2000" dirty="0">
                <a:latin typeface="Calibri" pitchFamily="34" charset="0"/>
              </a:rPr>
              <a:t> bytes per cache block (the data)</a:t>
            </a:r>
          </a:p>
        </p:txBody>
      </p:sp>
      <p:sp>
        <p:nvSpPr>
          <p:cNvPr id="100" name="TextBox 99"/>
          <p:cNvSpPr txBox="1"/>
          <p:nvPr/>
        </p:nvSpPr>
        <p:spPr>
          <a:xfrm>
            <a:off x="6064498" y="5160287"/>
            <a:ext cx="2590414" cy="707866"/>
          </a:xfrm>
          <a:prstGeom prst="rect">
            <a:avLst/>
          </a:prstGeom>
          <a:noFill/>
        </p:spPr>
        <p:txBody>
          <a:bodyPr wrap="none" lIns="91421" tIns="45710" rIns="91421" bIns="45710" rtlCol="0">
            <a:spAutoFit/>
          </a:bodyPr>
          <a:lstStyle/>
          <a:p>
            <a:r>
              <a:rPr lang="en-US" sz="2000" i="1" dirty="0">
                <a:solidFill>
                  <a:srgbClr val="C00000"/>
                </a:solidFill>
                <a:latin typeface="Calibri" pitchFamily="34" charset="0"/>
              </a:rPr>
              <a:t>Cache size:</a:t>
            </a:r>
          </a:p>
          <a:p>
            <a:r>
              <a:rPr lang="en-US" sz="2000" i="1" dirty="0">
                <a:latin typeface="Calibri" pitchFamily="34" charset="0"/>
              </a:rPr>
              <a:t>C = S x E x B data bytes</a:t>
            </a:r>
          </a:p>
        </p:txBody>
      </p:sp>
      <p:sp>
        <p:nvSpPr>
          <p:cNvPr id="53" name="TextBox 52"/>
          <p:cNvSpPr txBox="1"/>
          <p:nvPr/>
        </p:nvSpPr>
        <p:spPr>
          <a:xfrm>
            <a:off x="1635193" y="6126944"/>
            <a:ext cx="1038644" cy="400089"/>
          </a:xfrm>
          <a:prstGeom prst="rect">
            <a:avLst/>
          </a:prstGeom>
          <a:noFill/>
        </p:spPr>
        <p:txBody>
          <a:bodyPr wrap="none" lIns="91421" tIns="45710" rIns="91421" bIns="45710" rtlCol="0">
            <a:spAutoFit/>
          </a:bodyPr>
          <a:lstStyle/>
          <a:p>
            <a:r>
              <a:rPr lang="en-US" sz="2000" dirty="0">
                <a:latin typeface="Calibri" pitchFamily="34" charset="0"/>
              </a:rPr>
              <a:t>valid bit</a:t>
            </a:r>
          </a:p>
        </p:txBody>
      </p:sp>
      <p:cxnSp>
        <p:nvCxnSpPr>
          <p:cNvPr id="55" name="Straight Connector 54"/>
          <p:cNvCxnSpPr/>
          <p:nvPr/>
        </p:nvCxnSpPr>
        <p:spPr bwMode="auto">
          <a:xfrm rot="5400000" flipH="1" flipV="1">
            <a:off x="2413508" y="6157262"/>
            <a:ext cx="304659" cy="1588"/>
          </a:xfrm>
          <a:prstGeom prst="line">
            <a:avLst/>
          </a:prstGeom>
          <a:no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069871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64" grpId="0" animBg="1"/>
      <p:bldP spid="65" grpId="0" animBg="1"/>
      <p:bldP spid="66" grpId="0" animBg="1"/>
      <p:bldP spid="67" grpId="0" animBg="1"/>
      <p:bldP spid="68" grpId="0" animBg="1"/>
      <p:bldP spid="69" grpId="0" animBg="1"/>
      <p:bldP spid="72" grpId="0" animBg="1"/>
      <p:bldP spid="73" grpId="0" animBg="1"/>
      <p:bldP spid="77" grpId="0" animBg="1"/>
      <p:bldP spid="78" grpId="0"/>
      <p:bldP spid="100" grpId="0"/>
      <p:bldP spid="5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Read</a:t>
            </a:r>
          </a:p>
        </p:txBody>
      </p:sp>
      <p:sp>
        <p:nvSpPr>
          <p:cNvPr id="8" name="AutoShape 16"/>
          <p:cNvSpPr>
            <a:spLocks/>
          </p:cNvSpPr>
          <p:nvPr/>
        </p:nvSpPr>
        <p:spPr bwMode="auto">
          <a:xfrm rot="5400000">
            <a:off x="3558289" y="-289658"/>
            <a:ext cx="228494" cy="4237334"/>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grpSp>
        <p:nvGrpSpPr>
          <p:cNvPr id="3" name="Group 79"/>
          <p:cNvGrpSpPr/>
          <p:nvPr/>
        </p:nvGrpSpPr>
        <p:grpSpPr>
          <a:xfrm>
            <a:off x="1553867" y="2079625"/>
            <a:ext cx="4237333" cy="492256"/>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cxnSp>
        <p:nvCxnSpPr>
          <p:cNvPr id="45" name="Straight Connector 44"/>
          <p:cNvCxnSpPr/>
          <p:nvPr/>
        </p:nvCxnSpPr>
        <p:spPr bwMode="auto">
          <a:xfrm>
            <a:off x="1782468" y="4019010"/>
            <a:ext cx="3875673" cy="10091"/>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1172867" y="2068366"/>
            <a:ext cx="228601" cy="2731598"/>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56" name="TextBox 55"/>
          <p:cNvSpPr txBox="1"/>
          <p:nvPr/>
        </p:nvSpPr>
        <p:spPr>
          <a:xfrm>
            <a:off x="3316012" y="1345601"/>
            <a:ext cx="2116310" cy="400089"/>
          </a:xfrm>
          <a:prstGeom prst="rect">
            <a:avLst/>
          </a:prstGeom>
          <a:noFill/>
        </p:spPr>
        <p:txBody>
          <a:bodyPr wrap="none" lIns="91421" tIns="45710" rIns="91421" bIns="45710" rtlCol="0">
            <a:spAutoFit/>
          </a:bodyPr>
          <a:lstStyle/>
          <a:p>
            <a:r>
              <a:rPr lang="en-US" sz="2000" dirty="0">
                <a:latin typeface="Calibri" pitchFamily="34" charset="0"/>
              </a:rPr>
              <a:t>E = 2</a:t>
            </a:r>
            <a:r>
              <a:rPr lang="en-US" sz="2000" baseline="30000" dirty="0">
                <a:latin typeface="Calibri" pitchFamily="34" charset="0"/>
              </a:rPr>
              <a:t>e</a:t>
            </a:r>
            <a:r>
              <a:rPr lang="en-US" sz="2000" dirty="0">
                <a:latin typeface="Calibri" pitchFamily="34" charset="0"/>
              </a:rPr>
              <a:t> lines per set</a:t>
            </a:r>
          </a:p>
        </p:txBody>
      </p:sp>
      <p:sp>
        <p:nvSpPr>
          <p:cNvPr id="57" name="TextBox 56"/>
          <p:cNvSpPr txBox="1"/>
          <p:nvPr/>
        </p:nvSpPr>
        <p:spPr>
          <a:xfrm>
            <a:off x="74741" y="3244491"/>
            <a:ext cx="1228247" cy="400089"/>
          </a:xfrm>
          <a:prstGeom prst="rect">
            <a:avLst/>
          </a:prstGeom>
          <a:noFill/>
        </p:spPr>
        <p:txBody>
          <a:bodyPr wrap="none" lIns="91421" tIns="45710" rIns="91421" bIns="45710" rtlCol="0">
            <a:spAutoFit/>
          </a:bodyPr>
          <a:lstStyle/>
          <a:p>
            <a:r>
              <a:rPr lang="en-US" sz="2000" dirty="0">
                <a:latin typeface="Calibri" pitchFamily="34" charset="0"/>
              </a:rPr>
              <a:t>S = 2</a:t>
            </a:r>
            <a:r>
              <a:rPr lang="en-US" sz="2000" baseline="30000" dirty="0">
                <a:latin typeface="Calibri" pitchFamily="34" charset="0"/>
              </a:rPr>
              <a:t>s</a:t>
            </a:r>
            <a:r>
              <a:rPr lang="en-US" sz="2000" dirty="0">
                <a:latin typeface="Calibri" pitchFamily="34" charset="0"/>
              </a:rPr>
              <a:t> sets</a:t>
            </a:r>
          </a:p>
        </p:txBody>
      </p:sp>
      <p:grpSp>
        <p:nvGrpSpPr>
          <p:cNvPr id="4" name="Group 80"/>
          <p:cNvGrpSpPr/>
          <p:nvPr/>
        </p:nvGrpSpPr>
        <p:grpSpPr>
          <a:xfrm>
            <a:off x="1553867" y="2648045"/>
            <a:ext cx="4237333" cy="492256"/>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5" name="Group 86"/>
          <p:cNvGrpSpPr/>
          <p:nvPr/>
        </p:nvGrpSpPr>
        <p:grpSpPr>
          <a:xfrm>
            <a:off x="1553867" y="3222094"/>
            <a:ext cx="4237333" cy="492256"/>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6" name="Group 92"/>
          <p:cNvGrpSpPr/>
          <p:nvPr/>
        </p:nvGrpSpPr>
        <p:grpSpPr>
          <a:xfrm>
            <a:off x="1553867" y="4288400"/>
            <a:ext cx="4237333" cy="492256"/>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sp>
        <p:nvSpPr>
          <p:cNvPr id="99" name="Trapezoid 98"/>
          <p:cNvSpPr/>
          <p:nvPr/>
        </p:nvSpPr>
        <p:spPr bwMode="auto">
          <a:xfrm>
            <a:off x="1619864" y="4708971"/>
            <a:ext cx="3523449" cy="865512"/>
          </a:xfrm>
          <a:prstGeom prst="trapezoid">
            <a:avLst>
              <a:gd name="adj" fmla="val 141754"/>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64" name="Rectangle 63"/>
          <p:cNvSpPr/>
          <p:nvPr/>
        </p:nvSpPr>
        <p:spPr bwMode="auto">
          <a:xfrm>
            <a:off x="1619864" y="5574483"/>
            <a:ext cx="3523449"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sp>
        <p:nvSpPr>
          <p:cNvPr id="65" name="Rectangle 64"/>
          <p:cNvSpPr/>
          <p:nvPr/>
        </p:nvSpPr>
        <p:spPr bwMode="auto">
          <a:xfrm>
            <a:off x="311810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0</a:t>
            </a:r>
          </a:p>
        </p:txBody>
      </p:sp>
      <p:sp>
        <p:nvSpPr>
          <p:cNvPr id="66" name="Rectangle 65"/>
          <p:cNvSpPr/>
          <p:nvPr/>
        </p:nvSpPr>
        <p:spPr bwMode="auto">
          <a:xfrm>
            <a:off x="3390712"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1</a:t>
            </a:r>
          </a:p>
        </p:txBody>
      </p:sp>
      <p:sp>
        <p:nvSpPr>
          <p:cNvPr id="67" name="Rectangle 66"/>
          <p:cNvSpPr/>
          <p:nvPr/>
        </p:nvSpPr>
        <p:spPr bwMode="auto">
          <a:xfrm>
            <a:off x="3651507"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2</a:t>
            </a:r>
          </a:p>
        </p:txBody>
      </p:sp>
      <p:sp>
        <p:nvSpPr>
          <p:cNvPr id="68" name="Rectangle 67"/>
          <p:cNvSpPr/>
          <p:nvPr/>
        </p:nvSpPr>
        <p:spPr bwMode="auto">
          <a:xfrm>
            <a:off x="4565907" y="5688730"/>
            <a:ext cx="4572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B-1</a:t>
            </a:r>
          </a:p>
        </p:txBody>
      </p:sp>
      <p:sp>
        <p:nvSpPr>
          <p:cNvPr id="69" name="Rectangle 68"/>
          <p:cNvSpPr/>
          <p:nvPr/>
        </p:nvSpPr>
        <p:spPr bwMode="auto">
          <a:xfrm>
            <a:off x="3924112" y="5688730"/>
            <a:ext cx="6417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endParaRPr lang="en-US" sz="1200" dirty="0">
              <a:latin typeface="Calibri" pitchFamily="34" charset="0"/>
            </a:endParaRPr>
          </a:p>
        </p:txBody>
      </p:sp>
      <p:cxnSp>
        <p:nvCxnSpPr>
          <p:cNvPr id="70" name="Straight Connector 69"/>
          <p:cNvCxnSpPr/>
          <p:nvPr/>
        </p:nvCxnSpPr>
        <p:spPr bwMode="auto">
          <a:xfrm>
            <a:off x="4058264" y="5840267"/>
            <a:ext cx="457200" cy="1587"/>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2215517" y="5688730"/>
            <a:ext cx="717995"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tag</a:t>
            </a:r>
          </a:p>
        </p:txBody>
      </p:sp>
      <p:sp>
        <p:nvSpPr>
          <p:cNvPr id="73" name="Rectangle 72"/>
          <p:cNvSpPr/>
          <p:nvPr/>
        </p:nvSpPr>
        <p:spPr bwMode="auto">
          <a:xfrm>
            <a:off x="174650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v</a:t>
            </a:r>
          </a:p>
        </p:txBody>
      </p:sp>
      <p:sp>
        <p:nvSpPr>
          <p:cNvPr id="74" name="TextBox 73"/>
          <p:cNvSpPr txBox="1"/>
          <p:nvPr/>
        </p:nvSpPr>
        <p:spPr>
          <a:xfrm>
            <a:off x="1089262" y="6106427"/>
            <a:ext cx="1038644" cy="400089"/>
          </a:xfrm>
          <a:prstGeom prst="rect">
            <a:avLst/>
          </a:prstGeom>
          <a:noFill/>
        </p:spPr>
        <p:txBody>
          <a:bodyPr wrap="none" lIns="91421" tIns="45710" rIns="91421" bIns="45710" rtlCol="0">
            <a:spAutoFit/>
          </a:bodyPr>
          <a:lstStyle/>
          <a:p>
            <a:r>
              <a:rPr lang="en-US" sz="2000" dirty="0">
                <a:latin typeface="Calibri" pitchFamily="34" charset="0"/>
              </a:rPr>
              <a:t>valid bit</a:t>
            </a:r>
          </a:p>
        </p:txBody>
      </p:sp>
      <p:cxnSp>
        <p:nvCxnSpPr>
          <p:cNvPr id="76" name="Straight Connector 75"/>
          <p:cNvCxnSpPr/>
          <p:nvPr/>
        </p:nvCxnSpPr>
        <p:spPr bwMode="auto">
          <a:xfrm rot="5400000" flipH="1" flipV="1">
            <a:off x="1867577" y="6136745"/>
            <a:ext cx="304659" cy="1588"/>
          </a:xfrm>
          <a:prstGeom prst="line">
            <a:avLst/>
          </a:prstGeom>
          <a:noFill/>
          <a:ln w="9525" cap="flat" cmpd="sng" algn="ctr">
            <a:solidFill>
              <a:schemeClr val="tx1"/>
            </a:solidFill>
            <a:prstDash val="solid"/>
            <a:round/>
            <a:headEnd type="none" w="med" len="med"/>
            <a:tailEnd type="none" w="med" len="med"/>
          </a:ln>
          <a:effectLst/>
        </p:spPr>
      </p:cxnSp>
      <p:sp>
        <p:nvSpPr>
          <p:cNvPr id="77" name="AutoShape 16"/>
          <p:cNvSpPr>
            <a:spLocks/>
          </p:cNvSpPr>
          <p:nvPr/>
        </p:nvSpPr>
        <p:spPr bwMode="auto">
          <a:xfrm rot="16200000" flipV="1">
            <a:off x="3969238" y="5332142"/>
            <a:ext cx="228494" cy="1905000"/>
          </a:xfrm>
          <a:prstGeom prst="leftBrace">
            <a:avLst>
              <a:gd name="adj1" fmla="val 136972"/>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8" name="TextBox 77"/>
          <p:cNvSpPr txBox="1"/>
          <p:nvPr/>
        </p:nvSpPr>
        <p:spPr>
          <a:xfrm>
            <a:off x="3477286" y="6373537"/>
            <a:ext cx="4243816" cy="400089"/>
          </a:xfrm>
          <a:prstGeom prst="rect">
            <a:avLst/>
          </a:prstGeom>
          <a:noFill/>
        </p:spPr>
        <p:txBody>
          <a:bodyPr wrap="none" lIns="91421" tIns="45710" rIns="91421" bIns="45710" rtlCol="0">
            <a:spAutoFit/>
          </a:bodyPr>
          <a:lstStyle/>
          <a:p>
            <a:r>
              <a:rPr lang="en-US" sz="2000" dirty="0">
                <a:latin typeface="Calibri" pitchFamily="34" charset="0"/>
              </a:rPr>
              <a:t>B = 2</a:t>
            </a:r>
            <a:r>
              <a:rPr lang="en-US" sz="2000" baseline="30000" dirty="0">
                <a:latin typeface="Calibri" pitchFamily="34" charset="0"/>
              </a:rPr>
              <a:t>b</a:t>
            </a:r>
            <a:r>
              <a:rPr lang="en-US" sz="2000" dirty="0">
                <a:latin typeface="Calibri" pitchFamily="34" charset="0"/>
              </a:rPr>
              <a:t> bytes per cache block (the data)</a:t>
            </a:r>
          </a:p>
        </p:txBody>
      </p:sp>
      <p:sp>
        <p:nvSpPr>
          <p:cNvPr id="51" name="Rectangle 50"/>
          <p:cNvSpPr/>
          <p:nvPr/>
        </p:nvSpPr>
        <p:spPr bwMode="auto">
          <a:xfrm>
            <a:off x="6337478" y="285361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400" dirty="0">
                <a:latin typeface="Calibri" pitchFamily="34" charset="0"/>
              </a:rPr>
              <a:t>t bits</a:t>
            </a:r>
          </a:p>
        </p:txBody>
      </p:sp>
      <p:sp>
        <p:nvSpPr>
          <p:cNvPr id="52" name="Rectangle 51"/>
          <p:cNvSpPr/>
          <p:nvPr/>
        </p:nvSpPr>
        <p:spPr bwMode="auto">
          <a:xfrm>
            <a:off x="7328078" y="285361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400" dirty="0">
                <a:latin typeface="Calibri" pitchFamily="34" charset="0"/>
              </a:rPr>
              <a:t>s bits</a:t>
            </a:r>
          </a:p>
        </p:txBody>
      </p:sp>
      <p:sp>
        <p:nvSpPr>
          <p:cNvPr id="53" name="Rectangle 52"/>
          <p:cNvSpPr/>
          <p:nvPr/>
        </p:nvSpPr>
        <p:spPr bwMode="auto">
          <a:xfrm>
            <a:off x="8090078" y="2853619"/>
            <a:ext cx="685801"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400" dirty="0">
                <a:solidFill>
                  <a:srgbClr val="000000"/>
                </a:solidFill>
                <a:latin typeface="Calibri" pitchFamily="34" charset="0"/>
              </a:rPr>
              <a:t>b bits</a:t>
            </a:r>
          </a:p>
        </p:txBody>
      </p:sp>
      <p:sp>
        <p:nvSpPr>
          <p:cNvPr id="55" name="TextBox 54"/>
          <p:cNvSpPr txBox="1"/>
          <p:nvPr/>
        </p:nvSpPr>
        <p:spPr>
          <a:xfrm>
            <a:off x="6241736" y="2513815"/>
            <a:ext cx="1997688" cy="400089"/>
          </a:xfrm>
          <a:prstGeom prst="rect">
            <a:avLst/>
          </a:prstGeom>
          <a:noFill/>
        </p:spPr>
        <p:txBody>
          <a:bodyPr wrap="none" lIns="91421" tIns="45710" rIns="91421" bIns="45710" rtlCol="0">
            <a:spAutoFit/>
          </a:bodyPr>
          <a:lstStyle/>
          <a:p>
            <a:r>
              <a:rPr lang="en-US" sz="2000" dirty="0">
                <a:latin typeface="Calibri" pitchFamily="34" charset="0"/>
              </a:rPr>
              <a:t>Address of word:</a:t>
            </a:r>
          </a:p>
        </p:txBody>
      </p:sp>
      <p:sp>
        <p:nvSpPr>
          <p:cNvPr id="58" name="AutoShape 16"/>
          <p:cNvSpPr>
            <a:spLocks/>
          </p:cNvSpPr>
          <p:nvPr/>
        </p:nvSpPr>
        <p:spPr bwMode="auto">
          <a:xfrm rot="16200000" flipV="1">
            <a:off x="6718532" y="2822269"/>
            <a:ext cx="228494" cy="990598"/>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60" name="AutoShape 16"/>
          <p:cNvSpPr>
            <a:spLocks/>
          </p:cNvSpPr>
          <p:nvPr/>
        </p:nvSpPr>
        <p:spPr bwMode="auto">
          <a:xfrm rot="16200000" flipV="1">
            <a:off x="7594832" y="2933755"/>
            <a:ext cx="228494" cy="761998"/>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1" name="AutoShape 16"/>
          <p:cNvSpPr>
            <a:spLocks/>
          </p:cNvSpPr>
          <p:nvPr/>
        </p:nvSpPr>
        <p:spPr bwMode="auto">
          <a:xfrm rot="16200000" flipV="1">
            <a:off x="8280632" y="3009954"/>
            <a:ext cx="228494" cy="609600"/>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5" name="TextBox 74"/>
          <p:cNvSpPr txBox="1"/>
          <p:nvPr/>
        </p:nvSpPr>
        <p:spPr>
          <a:xfrm>
            <a:off x="6591051" y="3365707"/>
            <a:ext cx="518950" cy="400089"/>
          </a:xfrm>
          <a:prstGeom prst="rect">
            <a:avLst/>
          </a:prstGeom>
          <a:noFill/>
        </p:spPr>
        <p:txBody>
          <a:bodyPr wrap="none" lIns="91421" tIns="45710" rIns="91421" bIns="45710" rtlCol="0">
            <a:spAutoFit/>
          </a:bodyPr>
          <a:lstStyle/>
          <a:p>
            <a:r>
              <a:rPr lang="en-US" sz="2000" dirty="0">
                <a:latin typeface="Calibri" pitchFamily="34" charset="0"/>
              </a:rPr>
              <a:t>tag</a:t>
            </a:r>
          </a:p>
        </p:txBody>
      </p:sp>
      <p:sp>
        <p:nvSpPr>
          <p:cNvPr id="80" name="TextBox 79"/>
          <p:cNvSpPr txBox="1"/>
          <p:nvPr/>
        </p:nvSpPr>
        <p:spPr>
          <a:xfrm>
            <a:off x="7329163" y="3364499"/>
            <a:ext cx="767479" cy="707866"/>
          </a:xfrm>
          <a:prstGeom prst="rect">
            <a:avLst/>
          </a:prstGeom>
          <a:noFill/>
        </p:spPr>
        <p:txBody>
          <a:bodyPr wrap="none" lIns="91421" tIns="45710" rIns="91421" bIns="45710" rtlCol="0">
            <a:spAutoFit/>
          </a:bodyPr>
          <a:lstStyle/>
          <a:p>
            <a:pPr algn="ctr"/>
            <a:r>
              <a:rPr lang="en-US" sz="2000" dirty="0">
                <a:latin typeface="Calibri" pitchFamily="34" charset="0"/>
              </a:rPr>
              <a:t>set</a:t>
            </a:r>
          </a:p>
          <a:p>
            <a:pPr algn="ctr"/>
            <a:r>
              <a:rPr lang="en-US" sz="2000" dirty="0">
                <a:latin typeface="Calibri" pitchFamily="34" charset="0"/>
              </a:rPr>
              <a:t>index</a:t>
            </a:r>
          </a:p>
        </p:txBody>
      </p:sp>
      <p:sp>
        <p:nvSpPr>
          <p:cNvPr id="81" name="TextBox 80"/>
          <p:cNvSpPr txBox="1"/>
          <p:nvPr/>
        </p:nvSpPr>
        <p:spPr>
          <a:xfrm>
            <a:off x="8001155" y="3364499"/>
            <a:ext cx="802745" cy="707866"/>
          </a:xfrm>
          <a:prstGeom prst="rect">
            <a:avLst/>
          </a:prstGeom>
          <a:noFill/>
        </p:spPr>
        <p:txBody>
          <a:bodyPr wrap="none" lIns="91421" tIns="45710" rIns="91421" bIns="45710" rtlCol="0">
            <a:spAutoFit/>
          </a:bodyPr>
          <a:lstStyle/>
          <a:p>
            <a:pPr algn="ctr"/>
            <a:r>
              <a:rPr lang="en-US" sz="2000" dirty="0">
                <a:latin typeface="Calibri" pitchFamily="34" charset="0"/>
              </a:rPr>
              <a:t>block</a:t>
            </a:r>
          </a:p>
          <a:p>
            <a:pPr algn="ctr"/>
            <a:r>
              <a:rPr lang="en-US" sz="2000" dirty="0">
                <a:latin typeface="Calibri" pitchFamily="34" charset="0"/>
              </a:rPr>
              <a:t>offset</a:t>
            </a:r>
          </a:p>
        </p:txBody>
      </p:sp>
      <p:cxnSp>
        <p:nvCxnSpPr>
          <p:cNvPr id="93" name="Shape 92"/>
          <p:cNvCxnSpPr>
            <a:stCxn id="80" idx="2"/>
            <a:endCxn id="94" idx="3"/>
          </p:cNvCxnSpPr>
          <p:nvPr/>
        </p:nvCxnSpPr>
        <p:spPr bwMode="auto">
          <a:xfrm rot="5400000">
            <a:off x="6520971" y="3342595"/>
            <a:ext cx="462163" cy="1921703"/>
          </a:xfrm>
          <a:prstGeom prst="bentConnector2">
            <a:avLst/>
          </a:prstGeom>
          <a:noFill/>
          <a:ln w="25400" cap="flat" cmpd="sng" algn="ctr">
            <a:solidFill>
              <a:schemeClr val="accent2">
                <a:lumMod val="75000"/>
              </a:schemeClr>
            </a:solidFill>
            <a:prstDash val="solid"/>
            <a:round/>
            <a:headEnd type="none" w="med" len="med"/>
            <a:tailEnd type="none" w="med" len="med"/>
          </a:ln>
          <a:effectLst/>
        </p:spPr>
      </p:cxnSp>
      <p:cxnSp>
        <p:nvCxnSpPr>
          <p:cNvPr id="102" name="Elbow Connector 101"/>
          <p:cNvCxnSpPr>
            <a:stCxn id="81" idx="2"/>
            <a:endCxn id="67" idx="0"/>
          </p:cNvCxnSpPr>
          <p:nvPr/>
        </p:nvCxnSpPr>
        <p:spPr bwMode="auto">
          <a:xfrm rot="5400000">
            <a:off x="5286987" y="2573188"/>
            <a:ext cx="1616365" cy="4614718"/>
          </a:xfrm>
          <a:prstGeom prst="bentConnector3">
            <a:avLst>
              <a:gd name="adj1" fmla="val 50000"/>
            </a:avLst>
          </a:prstGeom>
          <a:noFill/>
          <a:ln w="25400" cap="flat" cmpd="sng" algn="ctr">
            <a:solidFill>
              <a:schemeClr val="accent2">
                <a:lumMod val="75000"/>
              </a:schemeClr>
            </a:solidFill>
            <a:prstDash val="solid"/>
            <a:round/>
            <a:headEnd type="none" w="med" len="med"/>
            <a:tailEnd type="none" w="med" len="med"/>
          </a:ln>
          <a:effectLst/>
        </p:spPr>
      </p:cxnSp>
      <p:sp>
        <p:nvSpPr>
          <p:cNvPr id="104" name="TextBox 103"/>
          <p:cNvSpPr txBox="1"/>
          <p:nvPr/>
        </p:nvSpPr>
        <p:spPr>
          <a:xfrm>
            <a:off x="6467425" y="5054202"/>
            <a:ext cx="1757046" cy="276979"/>
          </a:xfrm>
          <a:prstGeom prst="rect">
            <a:avLst/>
          </a:prstGeom>
          <a:noFill/>
        </p:spPr>
        <p:txBody>
          <a:bodyPr wrap="none" lIns="91421" tIns="45710" rIns="91421" bIns="45710" rtlCol="0">
            <a:spAutoFit/>
          </a:bodyPr>
          <a:lstStyle/>
          <a:p>
            <a:r>
              <a:rPr lang="en-US" sz="1200" dirty="0">
                <a:solidFill>
                  <a:schemeClr val="accent2">
                    <a:lumMod val="75000"/>
                  </a:schemeClr>
                </a:solidFill>
                <a:latin typeface="Calibri" pitchFamily="34" charset="0"/>
              </a:rPr>
              <a:t>data begins at this offset</a:t>
            </a:r>
          </a:p>
        </p:txBody>
      </p:sp>
      <p:sp>
        <p:nvSpPr>
          <p:cNvPr id="105" name="TextBox 104"/>
          <p:cNvSpPr txBox="1"/>
          <p:nvPr/>
        </p:nvSpPr>
        <p:spPr>
          <a:xfrm>
            <a:off x="6303022" y="533018"/>
            <a:ext cx="2641134" cy="1938972"/>
          </a:xfrm>
          <a:prstGeom prst="rect">
            <a:avLst/>
          </a:prstGeom>
          <a:solidFill>
            <a:schemeClr val="bg2">
              <a:lumMod val="20000"/>
              <a:lumOff val="80000"/>
            </a:schemeClr>
          </a:solidFill>
        </p:spPr>
        <p:txBody>
          <a:bodyPr wrap="none" lIns="91421" tIns="45710" rIns="91421" bIns="45710" rtlCol="0">
            <a:spAutoFit/>
          </a:bodyPr>
          <a:lstStyle/>
          <a:p>
            <a:pPr marL="115865" indent="-115865">
              <a:buFont typeface="Arial" pitchFamily="34" charset="0"/>
              <a:buChar char="•"/>
            </a:pPr>
            <a:r>
              <a:rPr lang="en-US" sz="2000" i="1" dirty="0">
                <a:solidFill>
                  <a:srgbClr val="C00000"/>
                </a:solidFill>
                <a:latin typeface="Calibri" pitchFamily="34" charset="0"/>
              </a:rPr>
              <a:t>Locate set</a:t>
            </a:r>
          </a:p>
          <a:p>
            <a:pPr marL="115865" indent="-115865">
              <a:buFont typeface="Arial" pitchFamily="34" charset="0"/>
              <a:buChar char="•"/>
            </a:pPr>
            <a:r>
              <a:rPr lang="en-US" sz="2000" i="1" dirty="0">
                <a:solidFill>
                  <a:srgbClr val="C00000"/>
                </a:solidFill>
                <a:latin typeface="Calibri" pitchFamily="34" charset="0"/>
              </a:rPr>
              <a:t>Check if any line in set</a:t>
            </a:r>
            <a:br>
              <a:rPr lang="en-US" sz="2000" i="1" dirty="0">
                <a:solidFill>
                  <a:srgbClr val="C00000"/>
                </a:solidFill>
                <a:latin typeface="Calibri" pitchFamily="34" charset="0"/>
              </a:rPr>
            </a:br>
            <a:r>
              <a:rPr lang="en-US" sz="2000" i="1" dirty="0">
                <a:solidFill>
                  <a:srgbClr val="C00000"/>
                </a:solidFill>
                <a:latin typeface="Calibri" pitchFamily="34" charset="0"/>
              </a:rPr>
              <a:t>has matching tag</a:t>
            </a:r>
          </a:p>
          <a:p>
            <a:pPr marL="115865" indent="-115865">
              <a:buFont typeface="Arial" pitchFamily="34" charset="0"/>
              <a:buChar char="•"/>
            </a:pPr>
            <a:r>
              <a:rPr lang="en-US" sz="2000" i="1" dirty="0">
                <a:solidFill>
                  <a:srgbClr val="C00000"/>
                </a:solidFill>
                <a:latin typeface="Calibri" pitchFamily="34" charset="0"/>
              </a:rPr>
              <a:t>Yes + line valid: hit</a:t>
            </a:r>
          </a:p>
          <a:p>
            <a:pPr marL="115865" indent="-115865">
              <a:buFont typeface="Arial" pitchFamily="34" charset="0"/>
              <a:buChar char="•"/>
            </a:pPr>
            <a:r>
              <a:rPr lang="en-US" sz="2000" i="1" dirty="0">
                <a:solidFill>
                  <a:srgbClr val="C00000"/>
                </a:solidFill>
                <a:latin typeface="Calibri" pitchFamily="34" charset="0"/>
              </a:rPr>
              <a:t>Locate data starting</a:t>
            </a:r>
            <a:br>
              <a:rPr lang="en-US" sz="2000" i="1" dirty="0">
                <a:solidFill>
                  <a:srgbClr val="C00000"/>
                </a:solidFill>
                <a:latin typeface="Calibri" pitchFamily="34" charset="0"/>
              </a:rPr>
            </a:br>
            <a:r>
              <a:rPr lang="en-US" sz="2000" i="1" dirty="0">
                <a:solidFill>
                  <a:srgbClr val="C00000"/>
                </a:solidFill>
                <a:latin typeface="Calibri" pitchFamily="34" charset="0"/>
              </a:rPr>
              <a:t>at offset</a:t>
            </a:r>
          </a:p>
        </p:txBody>
      </p:sp>
    </p:spTree>
    <p:extLst>
      <p:ext uri="{BB962C8B-B14F-4D97-AF65-F5344CB8AC3E}">
        <p14:creationId xmlns:p14="http://schemas.microsoft.com/office/powerpoint/2010/main" val="12549337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5">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5">
                                            <p:txEl>
                                              <p:pRg st="3" end="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64" grpId="0" animBg="1"/>
      <p:bldP spid="65" grpId="0" animBg="1"/>
      <p:bldP spid="66" grpId="0" animBg="1"/>
      <p:bldP spid="67" grpId="0" animBg="1"/>
      <p:bldP spid="68" grpId="0" animBg="1"/>
      <p:bldP spid="69" grpId="0" animBg="1"/>
      <p:bldP spid="72" grpId="0" animBg="1"/>
      <p:bldP spid="73" grpId="0" animBg="1"/>
      <p:bldP spid="74" grpId="0"/>
      <p:bldP spid="77" grpId="0" animBg="1"/>
      <p:bldP spid="78" grpId="0"/>
      <p:bldP spid="10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54" name="AutoShape 16"/>
          <p:cNvSpPr>
            <a:spLocks/>
          </p:cNvSpPr>
          <p:nvPr/>
        </p:nvSpPr>
        <p:spPr bwMode="auto">
          <a:xfrm>
            <a:off x="1172867" y="2449191"/>
            <a:ext cx="228601" cy="2960092"/>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1402" dirty="0">
              <a:latin typeface="Calibri" pitchFamily="34" charset="0"/>
            </a:endParaRPr>
          </a:p>
        </p:txBody>
      </p:sp>
      <p:sp>
        <p:nvSpPr>
          <p:cNvPr id="57" name="TextBox 56"/>
          <p:cNvSpPr txBox="1"/>
          <p:nvPr/>
        </p:nvSpPr>
        <p:spPr>
          <a:xfrm>
            <a:off x="74741" y="3625314"/>
            <a:ext cx="1228247" cy="400089"/>
          </a:xfrm>
          <a:prstGeom prst="rect">
            <a:avLst/>
          </a:prstGeom>
          <a:noFill/>
        </p:spPr>
        <p:txBody>
          <a:bodyPr wrap="none" lIns="91421" tIns="45710" rIns="91421" bIns="45710" rtlCol="0">
            <a:spAutoFit/>
          </a:bodyPr>
          <a:lstStyle/>
          <a:p>
            <a:r>
              <a:rPr lang="en-US" sz="2000" dirty="0">
                <a:latin typeface="Calibri" pitchFamily="34" charset="0"/>
              </a:rPr>
              <a:t>S = 2</a:t>
            </a:r>
            <a:r>
              <a:rPr lang="en-US" sz="2000" baseline="30000" dirty="0">
                <a:latin typeface="Calibri" pitchFamily="34" charset="0"/>
              </a:rPr>
              <a:t>s</a:t>
            </a:r>
            <a:r>
              <a:rPr lang="en-US" sz="2000" dirty="0">
                <a:latin typeface="Calibri" pitchFamily="34" charset="0"/>
              </a:rPr>
              <a:t> sets</a:t>
            </a:r>
          </a:p>
        </p:txBody>
      </p:sp>
      <p:cxnSp>
        <p:nvCxnSpPr>
          <p:cNvPr id="125" name="Straight Connector 124"/>
          <p:cNvCxnSpPr/>
          <p:nvPr/>
        </p:nvCxnSpPr>
        <p:spPr bwMode="auto">
          <a:xfrm>
            <a:off x="1905002" y="4639501"/>
            <a:ext cx="3124199" cy="8134"/>
          </a:xfrm>
          <a:prstGeom prst="line">
            <a:avLst/>
          </a:prstGeom>
          <a:noFill/>
          <a:ln w="76200" cap="rnd" cmpd="sng" algn="ctr">
            <a:solidFill>
              <a:schemeClr val="tx1"/>
            </a:solidFill>
            <a:prstDash val="sysDot"/>
            <a:round/>
            <a:headEnd type="none" w="med" len="med"/>
            <a:tailEnd type="none" w="med" len="med"/>
          </a:ln>
          <a:effectLst/>
        </p:spPr>
      </p:cxn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Direct mapped: One line per set</a:t>
            </a:r>
          </a:p>
          <a:p>
            <a:r>
              <a:rPr lang="en-US" sz="2403" dirty="0">
                <a:latin typeface="Calibri" pitchFamily="34" charset="0"/>
              </a:rPr>
              <a:t>Assume: cache block size 8 bytes</a:t>
            </a:r>
          </a:p>
        </p:txBody>
      </p:sp>
      <p:sp>
        <p:nvSpPr>
          <p:cNvPr id="128" name="Rectangle 127"/>
          <p:cNvSpPr/>
          <p:nvPr/>
        </p:nvSpPr>
        <p:spPr bwMode="auto">
          <a:xfrm>
            <a:off x="6261278" y="270249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251878" y="270249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013879" y="270249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167506" y="2362695"/>
            <a:ext cx="1731205" cy="400089"/>
          </a:xfrm>
          <a:prstGeom prst="rect">
            <a:avLst/>
          </a:prstGeom>
          <a:noFill/>
        </p:spPr>
        <p:txBody>
          <a:bodyPr wrap="none" lIns="91421" tIns="45710" rIns="91421" bIns="45710" rtlCol="0">
            <a:spAutoFit/>
          </a:bodyPr>
          <a:lstStyle/>
          <a:p>
            <a:r>
              <a:rPr lang="en-US" sz="2000" dirty="0">
                <a:latin typeface="Calibri" pitchFamily="34" charset="0"/>
              </a:rPr>
              <a:t>Address of </a:t>
            </a:r>
            <a:r>
              <a:rPr lang="en-US" sz="2000" dirty="0" err="1">
                <a:latin typeface="Calibri" pitchFamily="34" charset="0"/>
              </a:rPr>
              <a:t>int</a:t>
            </a:r>
            <a:r>
              <a:rPr lang="en-US" sz="2000" dirty="0">
                <a:latin typeface="Calibri" pitchFamily="34" charset="0"/>
              </a:rPr>
              <a:t>:</a:t>
            </a:r>
          </a:p>
        </p:txBody>
      </p:sp>
      <p:sp>
        <p:nvSpPr>
          <p:cNvPr id="132" name="Rectangle 131"/>
          <p:cNvSpPr/>
          <p:nvPr/>
        </p:nvSpPr>
        <p:spPr bwMode="auto">
          <a:xfrm>
            <a:off x="1524000" y="3809824"/>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2" dirty="0">
              <a:latin typeface="Calibri" pitchFamily="34" charset="0"/>
            </a:endParaRPr>
          </a:p>
        </p:txBody>
      </p:sp>
      <p:sp>
        <p:nvSpPr>
          <p:cNvPr id="133" name="Rectangle 132"/>
          <p:cNvSpPr/>
          <p:nvPr/>
        </p:nvSpPr>
        <p:spPr bwMode="auto">
          <a:xfrm>
            <a:off x="3022243" y="3924071"/>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34" name="Rectangle 133"/>
          <p:cNvSpPr/>
          <p:nvPr/>
        </p:nvSpPr>
        <p:spPr bwMode="auto">
          <a:xfrm>
            <a:off x="3294849" y="3924071"/>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35" name="Rectangle 134"/>
          <p:cNvSpPr/>
          <p:nvPr/>
        </p:nvSpPr>
        <p:spPr bwMode="auto">
          <a:xfrm>
            <a:off x="3555643" y="3924071"/>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36" name="Rectangle 135"/>
          <p:cNvSpPr/>
          <p:nvPr/>
        </p:nvSpPr>
        <p:spPr bwMode="auto">
          <a:xfrm>
            <a:off x="4977688" y="3924071"/>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39" name="Rectangle 138"/>
          <p:cNvSpPr/>
          <p:nvPr/>
        </p:nvSpPr>
        <p:spPr bwMode="auto">
          <a:xfrm>
            <a:off x="2119653" y="3924071"/>
            <a:ext cx="717995" cy="304659"/>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
        <p:nvSpPr>
          <p:cNvPr id="140" name="Rectangle 139"/>
          <p:cNvSpPr/>
          <p:nvPr/>
        </p:nvSpPr>
        <p:spPr bwMode="auto">
          <a:xfrm>
            <a:off x="1650643" y="3924071"/>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v</a:t>
            </a:r>
          </a:p>
        </p:txBody>
      </p:sp>
      <p:sp>
        <p:nvSpPr>
          <p:cNvPr id="141" name="Rectangle 140"/>
          <p:cNvSpPr/>
          <p:nvPr/>
        </p:nvSpPr>
        <p:spPr bwMode="auto">
          <a:xfrm>
            <a:off x="3828972" y="3924071"/>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42" name="Rectangle 141"/>
          <p:cNvSpPr/>
          <p:nvPr/>
        </p:nvSpPr>
        <p:spPr bwMode="auto">
          <a:xfrm>
            <a:off x="4686488" y="3924071"/>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43" name="Rectangle 142"/>
          <p:cNvSpPr/>
          <p:nvPr/>
        </p:nvSpPr>
        <p:spPr bwMode="auto">
          <a:xfrm>
            <a:off x="4394566" y="3924071"/>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44" name="Rectangle 143"/>
          <p:cNvSpPr/>
          <p:nvPr/>
        </p:nvSpPr>
        <p:spPr bwMode="auto">
          <a:xfrm>
            <a:off x="4102644" y="3924071"/>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sp>
        <p:nvSpPr>
          <p:cNvPr id="147" name="Rectangle 146"/>
          <p:cNvSpPr/>
          <p:nvPr/>
        </p:nvSpPr>
        <p:spPr bwMode="auto">
          <a:xfrm>
            <a:off x="1524000" y="3124342"/>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2" dirty="0">
              <a:latin typeface="Calibri" pitchFamily="34" charset="0"/>
            </a:endParaRPr>
          </a:p>
        </p:txBody>
      </p:sp>
      <p:sp>
        <p:nvSpPr>
          <p:cNvPr id="148" name="Rectangle 147"/>
          <p:cNvSpPr/>
          <p:nvPr/>
        </p:nvSpPr>
        <p:spPr bwMode="auto">
          <a:xfrm>
            <a:off x="30222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49" name="Rectangle 148"/>
          <p:cNvSpPr/>
          <p:nvPr/>
        </p:nvSpPr>
        <p:spPr bwMode="auto">
          <a:xfrm>
            <a:off x="3294849"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50" name="Rectangle 149"/>
          <p:cNvSpPr/>
          <p:nvPr/>
        </p:nvSpPr>
        <p:spPr bwMode="auto">
          <a:xfrm>
            <a:off x="3555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51" name="Rectangle 150"/>
          <p:cNvSpPr/>
          <p:nvPr/>
        </p:nvSpPr>
        <p:spPr bwMode="auto">
          <a:xfrm>
            <a:off x="4977688"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52" name="Rectangle 151"/>
          <p:cNvSpPr/>
          <p:nvPr/>
        </p:nvSpPr>
        <p:spPr bwMode="auto">
          <a:xfrm>
            <a:off x="2119653" y="3238589"/>
            <a:ext cx="717995" cy="304659"/>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
        <p:nvSpPr>
          <p:cNvPr id="153" name="Rectangle 152"/>
          <p:cNvSpPr/>
          <p:nvPr/>
        </p:nvSpPr>
        <p:spPr bwMode="auto">
          <a:xfrm>
            <a:off x="1650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0" compatLnSpc="1">
            <a:prstTxWarp prst="textNoShape">
              <a:avLst/>
            </a:prstTxWarp>
            <a:noAutofit/>
          </a:bodyPr>
          <a:lstStyle/>
          <a:p>
            <a:pPr defTabSz="914215"/>
            <a:r>
              <a:rPr lang="en-US" sz="1602" dirty="0">
                <a:latin typeface="Calibri" pitchFamily="34" charset="0"/>
              </a:rPr>
              <a:t>v</a:t>
            </a:r>
          </a:p>
        </p:txBody>
      </p:sp>
      <p:sp>
        <p:nvSpPr>
          <p:cNvPr id="154" name="Rectangle 153"/>
          <p:cNvSpPr/>
          <p:nvPr/>
        </p:nvSpPr>
        <p:spPr bwMode="auto">
          <a:xfrm>
            <a:off x="3828972"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55" name="Rectangle 154"/>
          <p:cNvSpPr/>
          <p:nvPr/>
        </p:nvSpPr>
        <p:spPr bwMode="auto">
          <a:xfrm>
            <a:off x="4686488"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56" name="Rectangle 155"/>
          <p:cNvSpPr/>
          <p:nvPr/>
        </p:nvSpPr>
        <p:spPr bwMode="auto">
          <a:xfrm>
            <a:off x="4394566"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57" name="Rectangle 156"/>
          <p:cNvSpPr/>
          <p:nvPr/>
        </p:nvSpPr>
        <p:spPr bwMode="auto">
          <a:xfrm>
            <a:off x="4102644"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sp>
        <p:nvSpPr>
          <p:cNvPr id="159" name="Rectangle 158"/>
          <p:cNvSpPr/>
          <p:nvPr/>
        </p:nvSpPr>
        <p:spPr bwMode="auto">
          <a:xfrm>
            <a:off x="1524000" y="2438860"/>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normAutofit/>
          </a:bodyPr>
          <a:lstStyle/>
          <a:p>
            <a:pPr defTabSz="914215"/>
            <a:endParaRPr lang="en-US" sz="1402" dirty="0">
              <a:latin typeface="Calibri" pitchFamily="34" charset="0"/>
            </a:endParaRPr>
          </a:p>
        </p:txBody>
      </p:sp>
      <p:sp>
        <p:nvSpPr>
          <p:cNvPr id="160" name="Rectangle 159"/>
          <p:cNvSpPr/>
          <p:nvPr/>
        </p:nvSpPr>
        <p:spPr bwMode="auto">
          <a:xfrm>
            <a:off x="3022243" y="2553107"/>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61" name="Rectangle 160"/>
          <p:cNvSpPr/>
          <p:nvPr/>
        </p:nvSpPr>
        <p:spPr bwMode="auto">
          <a:xfrm>
            <a:off x="3294849" y="2553107"/>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62" name="Rectangle 161"/>
          <p:cNvSpPr/>
          <p:nvPr/>
        </p:nvSpPr>
        <p:spPr bwMode="auto">
          <a:xfrm>
            <a:off x="3555643" y="2553107"/>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63" name="Rectangle 162"/>
          <p:cNvSpPr/>
          <p:nvPr/>
        </p:nvSpPr>
        <p:spPr bwMode="auto">
          <a:xfrm>
            <a:off x="4977688" y="2553107"/>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64" name="Rectangle 163"/>
          <p:cNvSpPr/>
          <p:nvPr/>
        </p:nvSpPr>
        <p:spPr bwMode="auto">
          <a:xfrm>
            <a:off x="2119653" y="2553107"/>
            <a:ext cx="717995" cy="304659"/>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
        <p:nvSpPr>
          <p:cNvPr id="165" name="Rectangle 164"/>
          <p:cNvSpPr/>
          <p:nvPr/>
        </p:nvSpPr>
        <p:spPr bwMode="auto">
          <a:xfrm>
            <a:off x="1650643" y="2553107"/>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v</a:t>
            </a:r>
          </a:p>
        </p:txBody>
      </p:sp>
      <p:sp>
        <p:nvSpPr>
          <p:cNvPr id="166" name="Rectangle 165"/>
          <p:cNvSpPr/>
          <p:nvPr/>
        </p:nvSpPr>
        <p:spPr bwMode="auto">
          <a:xfrm>
            <a:off x="3828972" y="2553107"/>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67" name="Rectangle 166"/>
          <p:cNvSpPr/>
          <p:nvPr/>
        </p:nvSpPr>
        <p:spPr bwMode="auto">
          <a:xfrm>
            <a:off x="4686488" y="2553107"/>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68" name="Rectangle 167"/>
          <p:cNvSpPr/>
          <p:nvPr/>
        </p:nvSpPr>
        <p:spPr bwMode="auto">
          <a:xfrm>
            <a:off x="4394566" y="2553107"/>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69" name="Rectangle 168"/>
          <p:cNvSpPr/>
          <p:nvPr/>
        </p:nvSpPr>
        <p:spPr bwMode="auto">
          <a:xfrm>
            <a:off x="4102644" y="2553107"/>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sp>
        <p:nvSpPr>
          <p:cNvPr id="171" name="Rectangle 170"/>
          <p:cNvSpPr/>
          <p:nvPr/>
        </p:nvSpPr>
        <p:spPr bwMode="auto">
          <a:xfrm>
            <a:off x="1524000" y="4876129"/>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2" dirty="0">
              <a:latin typeface="Calibri" pitchFamily="34" charset="0"/>
            </a:endParaRPr>
          </a:p>
        </p:txBody>
      </p:sp>
      <p:sp>
        <p:nvSpPr>
          <p:cNvPr id="172" name="Rectangle 171"/>
          <p:cNvSpPr/>
          <p:nvPr/>
        </p:nvSpPr>
        <p:spPr bwMode="auto">
          <a:xfrm>
            <a:off x="3022243" y="4990376"/>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73" name="Rectangle 172"/>
          <p:cNvSpPr/>
          <p:nvPr/>
        </p:nvSpPr>
        <p:spPr bwMode="auto">
          <a:xfrm>
            <a:off x="3294849" y="4990376"/>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74" name="Rectangle 173"/>
          <p:cNvSpPr/>
          <p:nvPr/>
        </p:nvSpPr>
        <p:spPr bwMode="auto">
          <a:xfrm>
            <a:off x="3555643" y="4990376"/>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75" name="Rectangle 174"/>
          <p:cNvSpPr/>
          <p:nvPr/>
        </p:nvSpPr>
        <p:spPr bwMode="auto">
          <a:xfrm>
            <a:off x="4977688" y="4990376"/>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76" name="Rectangle 175"/>
          <p:cNvSpPr/>
          <p:nvPr/>
        </p:nvSpPr>
        <p:spPr bwMode="auto">
          <a:xfrm>
            <a:off x="2119653" y="4990376"/>
            <a:ext cx="717995" cy="304659"/>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fontScale="92500" lnSpcReduction="10000"/>
          </a:bodyPr>
          <a:lstStyle/>
          <a:p>
            <a:pPr defTabSz="914215"/>
            <a:r>
              <a:rPr lang="en-US" sz="1602" dirty="0">
                <a:latin typeface="Calibri" pitchFamily="34" charset="0"/>
              </a:rPr>
              <a:t>tag</a:t>
            </a:r>
          </a:p>
        </p:txBody>
      </p:sp>
      <p:sp>
        <p:nvSpPr>
          <p:cNvPr id="177" name="Rectangle 176"/>
          <p:cNvSpPr/>
          <p:nvPr/>
        </p:nvSpPr>
        <p:spPr bwMode="auto">
          <a:xfrm>
            <a:off x="1650643" y="4990376"/>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v</a:t>
            </a:r>
          </a:p>
        </p:txBody>
      </p:sp>
      <p:sp>
        <p:nvSpPr>
          <p:cNvPr id="178" name="Rectangle 177"/>
          <p:cNvSpPr/>
          <p:nvPr/>
        </p:nvSpPr>
        <p:spPr bwMode="auto">
          <a:xfrm>
            <a:off x="3828972" y="4990376"/>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79" name="Rectangle 178"/>
          <p:cNvSpPr/>
          <p:nvPr/>
        </p:nvSpPr>
        <p:spPr bwMode="auto">
          <a:xfrm>
            <a:off x="4686488" y="4990376"/>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80" name="Rectangle 179"/>
          <p:cNvSpPr/>
          <p:nvPr/>
        </p:nvSpPr>
        <p:spPr bwMode="auto">
          <a:xfrm>
            <a:off x="4394566" y="4990376"/>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81" name="Rectangle 180"/>
          <p:cNvSpPr/>
          <p:nvPr/>
        </p:nvSpPr>
        <p:spPr bwMode="auto">
          <a:xfrm>
            <a:off x="4102644" y="4990376"/>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cxnSp>
        <p:nvCxnSpPr>
          <p:cNvPr id="183" name="Shape 182"/>
          <p:cNvCxnSpPr>
            <a:stCxn id="129" idx="2"/>
          </p:cNvCxnSpPr>
          <p:nvPr/>
        </p:nvCxnSpPr>
        <p:spPr bwMode="auto">
          <a:xfrm rot="5400000">
            <a:off x="6293735" y="2051774"/>
            <a:ext cx="417696" cy="2260590"/>
          </a:xfrm>
          <a:prstGeom prst="bentConnector2">
            <a:avLst/>
          </a:prstGeom>
          <a:noFill/>
          <a:ln w="25400" cap="flat" cmpd="sng" algn="ctr">
            <a:solidFill>
              <a:schemeClr val="tx1"/>
            </a:solidFill>
            <a:prstDash val="solid"/>
            <a:round/>
            <a:headEnd type="none" w="med" len="med"/>
            <a:tailEnd type="none" w="med" len="med"/>
          </a:ln>
          <a:effectLst/>
        </p:spPr>
      </p:cxnSp>
      <p:sp>
        <p:nvSpPr>
          <p:cNvPr id="60" name="TextBox 59"/>
          <p:cNvSpPr txBox="1"/>
          <p:nvPr/>
        </p:nvSpPr>
        <p:spPr>
          <a:xfrm>
            <a:off x="6874159" y="3344213"/>
            <a:ext cx="981384" cy="400089"/>
          </a:xfrm>
          <a:prstGeom prst="rect">
            <a:avLst/>
          </a:prstGeom>
          <a:noFill/>
        </p:spPr>
        <p:txBody>
          <a:bodyPr wrap="none" lIns="91421" tIns="45710" rIns="91421" bIns="45710" rtlCol="0">
            <a:spAutoFit/>
          </a:bodyPr>
          <a:lstStyle/>
          <a:p>
            <a:r>
              <a:rPr lang="en-US" sz="2000" dirty="0">
                <a:latin typeface="Calibri" pitchFamily="34" charset="0"/>
              </a:rPr>
              <a:t>find set</a:t>
            </a:r>
          </a:p>
        </p:txBody>
      </p:sp>
    </p:spTree>
    <p:extLst>
      <p:ext uri="{BB962C8B-B14F-4D97-AF65-F5344CB8AC3E}">
        <p14:creationId xmlns:p14="http://schemas.microsoft.com/office/powerpoint/2010/main" val="10301428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Direct mapped: One line per set</a:t>
            </a:r>
          </a:p>
          <a:p>
            <a:r>
              <a:rPr lang="en-US" sz="2403" dirty="0">
                <a:latin typeface="Calibri" pitchFamily="34" charset="0"/>
              </a:rPr>
              <a:t>Assume: cache block size 8 bytes</a:t>
            </a:r>
          </a:p>
        </p:txBody>
      </p:sp>
      <p:sp>
        <p:nvSpPr>
          <p:cNvPr id="128" name="Rectangle 127"/>
          <p:cNvSpPr/>
          <p:nvPr/>
        </p:nvSpPr>
        <p:spPr bwMode="auto">
          <a:xfrm>
            <a:off x="6261278" y="270249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251878" y="270249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013879" y="270249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167506" y="2362695"/>
            <a:ext cx="1731205" cy="400089"/>
          </a:xfrm>
          <a:prstGeom prst="rect">
            <a:avLst/>
          </a:prstGeom>
          <a:noFill/>
        </p:spPr>
        <p:txBody>
          <a:bodyPr wrap="none" lIns="91421" tIns="45710" rIns="91421" bIns="45710" rtlCol="0">
            <a:spAutoFit/>
          </a:bodyPr>
          <a:lstStyle/>
          <a:p>
            <a:r>
              <a:rPr lang="en-US" sz="2000" dirty="0">
                <a:latin typeface="Calibri" pitchFamily="34" charset="0"/>
              </a:rPr>
              <a:t>Address of </a:t>
            </a:r>
            <a:r>
              <a:rPr lang="en-US" sz="2000" dirty="0" err="1">
                <a:latin typeface="Calibri" pitchFamily="34" charset="0"/>
              </a:rPr>
              <a:t>int</a:t>
            </a:r>
            <a:r>
              <a:rPr lang="en-US" sz="2000" dirty="0">
                <a:latin typeface="Calibri" pitchFamily="34" charset="0"/>
              </a:rPr>
              <a:t>:</a:t>
            </a:r>
          </a:p>
        </p:txBody>
      </p:sp>
      <p:sp>
        <p:nvSpPr>
          <p:cNvPr id="147" name="Rectangle 146"/>
          <p:cNvSpPr/>
          <p:nvPr/>
        </p:nvSpPr>
        <p:spPr bwMode="auto">
          <a:xfrm>
            <a:off x="1524000" y="3124342"/>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2" dirty="0">
              <a:latin typeface="Calibri" pitchFamily="34" charset="0"/>
            </a:endParaRPr>
          </a:p>
        </p:txBody>
      </p:sp>
      <p:sp>
        <p:nvSpPr>
          <p:cNvPr id="148" name="Rectangle 147"/>
          <p:cNvSpPr/>
          <p:nvPr/>
        </p:nvSpPr>
        <p:spPr bwMode="auto">
          <a:xfrm>
            <a:off x="30222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49" name="Rectangle 148"/>
          <p:cNvSpPr/>
          <p:nvPr/>
        </p:nvSpPr>
        <p:spPr bwMode="auto">
          <a:xfrm>
            <a:off x="3294849"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50" name="Rectangle 149"/>
          <p:cNvSpPr/>
          <p:nvPr/>
        </p:nvSpPr>
        <p:spPr bwMode="auto">
          <a:xfrm>
            <a:off x="3555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51" name="Rectangle 150"/>
          <p:cNvSpPr/>
          <p:nvPr/>
        </p:nvSpPr>
        <p:spPr bwMode="auto">
          <a:xfrm>
            <a:off x="4977688"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52" name="Rectangle 151"/>
          <p:cNvSpPr/>
          <p:nvPr/>
        </p:nvSpPr>
        <p:spPr bwMode="auto">
          <a:xfrm>
            <a:off x="2119653" y="3238589"/>
            <a:ext cx="7179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
        <p:nvSpPr>
          <p:cNvPr id="153" name="Rectangle 152"/>
          <p:cNvSpPr/>
          <p:nvPr/>
        </p:nvSpPr>
        <p:spPr bwMode="auto">
          <a:xfrm>
            <a:off x="1650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v</a:t>
            </a:r>
          </a:p>
        </p:txBody>
      </p:sp>
      <p:sp>
        <p:nvSpPr>
          <p:cNvPr id="154" name="Rectangle 153"/>
          <p:cNvSpPr/>
          <p:nvPr/>
        </p:nvSpPr>
        <p:spPr bwMode="auto">
          <a:xfrm>
            <a:off x="3828972"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55" name="Rectangle 154"/>
          <p:cNvSpPr/>
          <p:nvPr/>
        </p:nvSpPr>
        <p:spPr bwMode="auto">
          <a:xfrm>
            <a:off x="4686488"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56" name="Rectangle 155"/>
          <p:cNvSpPr/>
          <p:nvPr/>
        </p:nvSpPr>
        <p:spPr bwMode="auto">
          <a:xfrm>
            <a:off x="4394566"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57" name="Rectangle 156"/>
          <p:cNvSpPr/>
          <p:nvPr/>
        </p:nvSpPr>
        <p:spPr bwMode="auto">
          <a:xfrm>
            <a:off x="4102644" y="3238589"/>
            <a:ext cx="292644"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cxnSp>
        <p:nvCxnSpPr>
          <p:cNvPr id="183" name="Shape 182"/>
          <p:cNvCxnSpPr>
            <a:stCxn id="129" idx="2"/>
          </p:cNvCxnSpPr>
          <p:nvPr/>
        </p:nvCxnSpPr>
        <p:spPr bwMode="auto">
          <a:xfrm rot="5400000">
            <a:off x="6293735" y="2051774"/>
            <a:ext cx="417696" cy="2260590"/>
          </a:xfrm>
          <a:prstGeom prst="bentConnector2">
            <a:avLst/>
          </a:prstGeom>
          <a:noFill/>
          <a:ln w="25400" cap="flat" cmpd="sng" algn="ctr">
            <a:solidFill>
              <a:schemeClr val="tx1"/>
            </a:solidFill>
            <a:prstDash val="solid"/>
            <a:round/>
            <a:headEnd type="none" w="med" len="med"/>
            <a:tailEnd type="none" w="med" len="med"/>
          </a:ln>
          <a:effectLst/>
        </p:spPr>
      </p:cxnSp>
      <p:cxnSp>
        <p:nvCxnSpPr>
          <p:cNvPr id="61" name="Shape 60"/>
          <p:cNvCxnSpPr>
            <a:stCxn id="128" idx="1"/>
          </p:cNvCxnSpPr>
          <p:nvPr/>
        </p:nvCxnSpPr>
        <p:spPr bwMode="auto">
          <a:xfrm rot="10800000" flipV="1">
            <a:off x="2478653" y="2837860"/>
            <a:ext cx="3782627" cy="400729"/>
          </a:xfrm>
          <a:prstGeom prst="bentConnector2">
            <a:avLst/>
          </a:prstGeom>
          <a:noFill/>
          <a:ln w="25400" cap="flat" cmpd="sng" algn="ctr">
            <a:solidFill>
              <a:schemeClr val="tx1"/>
            </a:solidFill>
            <a:prstDash val="solid"/>
            <a:round/>
            <a:headEnd type="none" w="med" len="med"/>
            <a:tailEnd type="none" w="med" len="med"/>
          </a:ln>
          <a:effectLst/>
        </p:spPr>
      </p:cxnSp>
      <p:sp>
        <p:nvSpPr>
          <p:cNvPr id="62" name="TextBox 61"/>
          <p:cNvSpPr txBox="1"/>
          <p:nvPr/>
        </p:nvSpPr>
        <p:spPr>
          <a:xfrm>
            <a:off x="2546339" y="2402652"/>
            <a:ext cx="2724938" cy="400089"/>
          </a:xfrm>
          <a:prstGeom prst="rect">
            <a:avLst/>
          </a:prstGeom>
          <a:noFill/>
        </p:spPr>
        <p:txBody>
          <a:bodyPr wrap="none" lIns="91421" tIns="45710" rIns="91421" bIns="45710" rtlCol="0">
            <a:spAutoFit/>
          </a:bodyPr>
          <a:lstStyle/>
          <a:p>
            <a:r>
              <a:rPr lang="en-US" sz="2000" dirty="0">
                <a:latin typeface="Calibri" pitchFamily="34" charset="0"/>
              </a:rPr>
              <a:t>match: assume yes = hit</a:t>
            </a:r>
          </a:p>
        </p:txBody>
      </p:sp>
      <p:cxnSp>
        <p:nvCxnSpPr>
          <p:cNvPr id="68" name="Straight Connector 67"/>
          <p:cNvCxnSpPr/>
          <p:nvPr/>
        </p:nvCxnSpPr>
        <p:spPr bwMode="auto">
          <a:xfrm rot="5400000">
            <a:off x="1582569" y="3038224"/>
            <a:ext cx="400729" cy="1588"/>
          </a:xfrm>
          <a:prstGeom prst="line">
            <a:avLst/>
          </a:prstGeom>
          <a:noFill/>
          <a:ln w="25400" cap="flat" cmpd="sng" algn="ctr">
            <a:solidFill>
              <a:schemeClr val="tx1"/>
            </a:solidFill>
            <a:prstDash val="solid"/>
            <a:round/>
            <a:headEnd type="none" w="med" len="med"/>
            <a:tailEnd type="none" w="med" len="med"/>
          </a:ln>
          <a:effectLst/>
        </p:spPr>
      </p:cxnSp>
      <p:sp>
        <p:nvSpPr>
          <p:cNvPr id="69" name="TextBox 68"/>
          <p:cNvSpPr txBox="1"/>
          <p:nvPr/>
        </p:nvSpPr>
        <p:spPr>
          <a:xfrm>
            <a:off x="1400997" y="2515024"/>
            <a:ext cx="1112382" cy="400089"/>
          </a:xfrm>
          <a:prstGeom prst="rect">
            <a:avLst/>
          </a:prstGeom>
          <a:noFill/>
        </p:spPr>
        <p:txBody>
          <a:bodyPr wrap="none" lIns="91421" tIns="45710" rIns="91421" bIns="45710" rtlCol="0">
            <a:spAutoFit/>
          </a:bodyPr>
          <a:lstStyle/>
          <a:p>
            <a:r>
              <a:rPr lang="en-US" sz="2000" dirty="0">
                <a:latin typeface="Calibri" pitchFamily="34" charset="0"/>
              </a:rPr>
              <a:t>valid?   +</a:t>
            </a:r>
          </a:p>
        </p:txBody>
      </p:sp>
      <p:cxnSp>
        <p:nvCxnSpPr>
          <p:cNvPr id="71" name="Elbow Connector 70"/>
          <p:cNvCxnSpPr>
            <a:stCxn id="130" idx="2"/>
          </p:cNvCxnSpPr>
          <p:nvPr/>
        </p:nvCxnSpPr>
        <p:spPr bwMode="auto">
          <a:xfrm rot="5400000">
            <a:off x="5976540" y="1245648"/>
            <a:ext cx="570026" cy="4025173"/>
          </a:xfrm>
          <a:prstGeom prst="bentConnector3">
            <a:avLst>
              <a:gd name="adj1" fmla="val 175089"/>
            </a:avLst>
          </a:prstGeom>
          <a:noFill/>
          <a:ln w="25400" cap="flat" cmpd="sng" algn="ctr">
            <a:solidFill>
              <a:schemeClr val="tx1"/>
            </a:solidFill>
            <a:prstDash val="solid"/>
            <a:round/>
            <a:headEnd type="none" w="med" len="med"/>
            <a:tailEnd type="none" w="med" len="med"/>
          </a:ln>
          <a:effectLst/>
        </p:spPr>
      </p:cxnSp>
      <p:sp>
        <p:nvSpPr>
          <p:cNvPr id="26" name="TextBox 25"/>
          <p:cNvSpPr txBox="1"/>
          <p:nvPr/>
        </p:nvSpPr>
        <p:spPr>
          <a:xfrm>
            <a:off x="5714932" y="3962153"/>
            <a:ext cx="1429520" cy="400089"/>
          </a:xfrm>
          <a:prstGeom prst="rect">
            <a:avLst/>
          </a:prstGeom>
          <a:noFill/>
        </p:spPr>
        <p:txBody>
          <a:bodyPr wrap="none" lIns="91421" tIns="45710" rIns="91421" bIns="45710" rtlCol="0">
            <a:spAutoFit/>
          </a:bodyPr>
          <a:lstStyle/>
          <a:p>
            <a:r>
              <a:rPr lang="en-US" sz="2000" dirty="0">
                <a:latin typeface="Calibri" pitchFamily="34" charset="0"/>
              </a:rPr>
              <a:t>block offset</a:t>
            </a:r>
          </a:p>
        </p:txBody>
      </p:sp>
      <p:sp>
        <p:nvSpPr>
          <p:cNvPr id="27" name="Rectangle 26"/>
          <p:cNvSpPr/>
          <p:nvPr/>
        </p:nvSpPr>
        <p:spPr bwMode="auto">
          <a:xfrm>
            <a:off x="2124974" y="3242183"/>
            <a:ext cx="717995"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Tree>
    <p:extLst>
      <p:ext uri="{BB962C8B-B14F-4D97-AF65-F5344CB8AC3E}">
        <p14:creationId xmlns:p14="http://schemas.microsoft.com/office/powerpoint/2010/main" val="13887425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9" grpId="0"/>
      <p:bldP spid="26" grpId="0"/>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Direct Mapped Cache (E = 1)</a:t>
            </a:r>
          </a:p>
        </p:txBody>
      </p: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Direct mapped: One line per set</a:t>
            </a:r>
          </a:p>
          <a:p>
            <a:r>
              <a:rPr lang="en-US" sz="2403" dirty="0">
                <a:latin typeface="Calibri" pitchFamily="34" charset="0"/>
              </a:rPr>
              <a:t>Assume: cache block size 8 bytes</a:t>
            </a:r>
          </a:p>
        </p:txBody>
      </p:sp>
      <p:sp>
        <p:nvSpPr>
          <p:cNvPr id="128" name="Rectangle 127"/>
          <p:cNvSpPr/>
          <p:nvPr/>
        </p:nvSpPr>
        <p:spPr bwMode="auto">
          <a:xfrm>
            <a:off x="6261278" y="270249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251878" y="270249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013879" y="270249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167506" y="2362695"/>
            <a:ext cx="1573021" cy="369312"/>
          </a:xfrm>
          <a:prstGeom prst="rect">
            <a:avLst/>
          </a:prstGeom>
          <a:noFill/>
        </p:spPr>
        <p:txBody>
          <a:bodyPr wrap="none" lIns="91421" tIns="45710" rIns="91421" bIns="45710" rtlCol="0">
            <a:spAutoFit/>
          </a:bodyPr>
          <a:lstStyle/>
          <a:p>
            <a:r>
              <a:rPr lang="en-US" sz="1800" dirty="0">
                <a:latin typeface="Calibri" pitchFamily="34" charset="0"/>
              </a:rPr>
              <a:t>Address of </a:t>
            </a:r>
            <a:r>
              <a:rPr lang="en-US" sz="1800" dirty="0" err="1">
                <a:latin typeface="Calibri" pitchFamily="34" charset="0"/>
              </a:rPr>
              <a:t>int</a:t>
            </a:r>
            <a:r>
              <a:rPr lang="en-US" sz="1800" dirty="0">
                <a:latin typeface="Calibri" pitchFamily="34" charset="0"/>
              </a:rPr>
              <a:t>:</a:t>
            </a:r>
          </a:p>
        </p:txBody>
      </p:sp>
      <p:sp>
        <p:nvSpPr>
          <p:cNvPr id="147" name="Rectangle 146"/>
          <p:cNvSpPr/>
          <p:nvPr/>
        </p:nvSpPr>
        <p:spPr bwMode="auto">
          <a:xfrm>
            <a:off x="1524000" y="3124342"/>
            <a:ext cx="3848288"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endParaRPr lang="en-US" sz="1602" dirty="0">
              <a:latin typeface="Calibri" pitchFamily="34" charset="0"/>
            </a:endParaRPr>
          </a:p>
        </p:txBody>
      </p:sp>
      <p:sp>
        <p:nvSpPr>
          <p:cNvPr id="148" name="Rectangle 147"/>
          <p:cNvSpPr/>
          <p:nvPr/>
        </p:nvSpPr>
        <p:spPr bwMode="auto">
          <a:xfrm>
            <a:off x="30222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0</a:t>
            </a:r>
          </a:p>
        </p:txBody>
      </p:sp>
      <p:sp>
        <p:nvSpPr>
          <p:cNvPr id="149" name="Rectangle 148"/>
          <p:cNvSpPr/>
          <p:nvPr/>
        </p:nvSpPr>
        <p:spPr bwMode="auto">
          <a:xfrm>
            <a:off x="3294849"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1</a:t>
            </a:r>
          </a:p>
        </p:txBody>
      </p:sp>
      <p:sp>
        <p:nvSpPr>
          <p:cNvPr id="150" name="Rectangle 149"/>
          <p:cNvSpPr/>
          <p:nvPr/>
        </p:nvSpPr>
        <p:spPr bwMode="auto">
          <a:xfrm>
            <a:off x="3555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2</a:t>
            </a:r>
          </a:p>
        </p:txBody>
      </p:sp>
      <p:sp>
        <p:nvSpPr>
          <p:cNvPr id="151" name="Rectangle 150"/>
          <p:cNvSpPr/>
          <p:nvPr/>
        </p:nvSpPr>
        <p:spPr bwMode="auto">
          <a:xfrm>
            <a:off x="4977688" y="3238589"/>
            <a:ext cx="292644"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7</a:t>
            </a:r>
          </a:p>
        </p:txBody>
      </p:sp>
      <p:sp>
        <p:nvSpPr>
          <p:cNvPr id="152" name="Rectangle 151"/>
          <p:cNvSpPr/>
          <p:nvPr/>
        </p:nvSpPr>
        <p:spPr bwMode="auto">
          <a:xfrm>
            <a:off x="2119653" y="3238589"/>
            <a:ext cx="717995"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tag</a:t>
            </a:r>
          </a:p>
        </p:txBody>
      </p:sp>
      <p:sp>
        <p:nvSpPr>
          <p:cNvPr id="153" name="Rectangle 152"/>
          <p:cNvSpPr/>
          <p:nvPr/>
        </p:nvSpPr>
        <p:spPr bwMode="auto">
          <a:xfrm>
            <a:off x="1650643"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v</a:t>
            </a:r>
          </a:p>
        </p:txBody>
      </p:sp>
      <p:sp>
        <p:nvSpPr>
          <p:cNvPr id="154" name="Rectangle 153"/>
          <p:cNvSpPr/>
          <p:nvPr/>
        </p:nvSpPr>
        <p:spPr bwMode="auto">
          <a:xfrm>
            <a:off x="3828972" y="3238589"/>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3</a:t>
            </a:r>
          </a:p>
        </p:txBody>
      </p:sp>
      <p:sp>
        <p:nvSpPr>
          <p:cNvPr id="155" name="Rectangle 154"/>
          <p:cNvSpPr/>
          <p:nvPr/>
        </p:nvSpPr>
        <p:spPr bwMode="auto">
          <a:xfrm>
            <a:off x="4686488" y="3238589"/>
            <a:ext cx="292644"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6</a:t>
            </a:r>
          </a:p>
        </p:txBody>
      </p:sp>
      <p:sp>
        <p:nvSpPr>
          <p:cNvPr id="156" name="Rectangle 155"/>
          <p:cNvSpPr/>
          <p:nvPr/>
        </p:nvSpPr>
        <p:spPr bwMode="auto">
          <a:xfrm>
            <a:off x="4394566" y="3238589"/>
            <a:ext cx="292644"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5</a:t>
            </a:r>
          </a:p>
        </p:txBody>
      </p:sp>
      <p:sp>
        <p:nvSpPr>
          <p:cNvPr id="157" name="Rectangle 156"/>
          <p:cNvSpPr/>
          <p:nvPr/>
        </p:nvSpPr>
        <p:spPr bwMode="auto">
          <a:xfrm>
            <a:off x="4102644" y="3238589"/>
            <a:ext cx="292644" cy="304659"/>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602" dirty="0">
                <a:latin typeface="Calibri" pitchFamily="34" charset="0"/>
              </a:rPr>
              <a:t>4</a:t>
            </a:r>
          </a:p>
        </p:txBody>
      </p:sp>
      <p:cxnSp>
        <p:nvCxnSpPr>
          <p:cNvPr id="183" name="Shape 182"/>
          <p:cNvCxnSpPr>
            <a:stCxn id="129" idx="2"/>
          </p:cNvCxnSpPr>
          <p:nvPr/>
        </p:nvCxnSpPr>
        <p:spPr bwMode="auto">
          <a:xfrm rot="5400000">
            <a:off x="6293735" y="2051774"/>
            <a:ext cx="417696" cy="2260590"/>
          </a:xfrm>
          <a:prstGeom prst="bentConnector2">
            <a:avLst/>
          </a:prstGeom>
          <a:noFill/>
          <a:ln w="25400" cap="flat" cmpd="sng" algn="ctr">
            <a:solidFill>
              <a:schemeClr val="tx1"/>
            </a:solidFill>
            <a:prstDash val="solid"/>
            <a:round/>
            <a:headEnd type="none" w="med" len="med"/>
            <a:tailEnd type="none" w="med" len="med"/>
          </a:ln>
          <a:effectLst/>
        </p:spPr>
      </p:cxnSp>
      <p:cxnSp>
        <p:nvCxnSpPr>
          <p:cNvPr id="61" name="Shape 60"/>
          <p:cNvCxnSpPr>
            <a:stCxn id="128" idx="1"/>
          </p:cNvCxnSpPr>
          <p:nvPr/>
        </p:nvCxnSpPr>
        <p:spPr bwMode="auto">
          <a:xfrm rot="10800000" flipV="1">
            <a:off x="2478653" y="2837860"/>
            <a:ext cx="3782627" cy="400729"/>
          </a:xfrm>
          <a:prstGeom prst="bentConnector2">
            <a:avLst/>
          </a:prstGeom>
          <a:noFill/>
          <a:ln w="25400" cap="flat" cmpd="sng" algn="ctr">
            <a:solidFill>
              <a:schemeClr val="tx1"/>
            </a:solidFill>
            <a:prstDash val="solid"/>
            <a:round/>
            <a:headEnd type="none" w="med" len="med"/>
            <a:tailEnd type="none" w="med" len="med"/>
          </a:ln>
          <a:effectLst/>
        </p:spPr>
      </p:cxnSp>
      <p:sp>
        <p:nvSpPr>
          <p:cNvPr id="62" name="TextBox 61"/>
          <p:cNvSpPr txBox="1"/>
          <p:nvPr/>
        </p:nvSpPr>
        <p:spPr>
          <a:xfrm>
            <a:off x="2483961" y="2369419"/>
            <a:ext cx="2724938" cy="400089"/>
          </a:xfrm>
          <a:prstGeom prst="rect">
            <a:avLst/>
          </a:prstGeom>
          <a:noFill/>
        </p:spPr>
        <p:txBody>
          <a:bodyPr wrap="none" lIns="91421" tIns="45710" rIns="91421" bIns="45710" rtlCol="0">
            <a:spAutoFit/>
          </a:bodyPr>
          <a:lstStyle/>
          <a:p>
            <a:r>
              <a:rPr lang="en-US" sz="2000" dirty="0">
                <a:latin typeface="Calibri" pitchFamily="34" charset="0"/>
              </a:rPr>
              <a:t>match: assume yes = hit</a:t>
            </a:r>
          </a:p>
        </p:txBody>
      </p:sp>
      <p:cxnSp>
        <p:nvCxnSpPr>
          <p:cNvPr id="68" name="Straight Connector 67"/>
          <p:cNvCxnSpPr/>
          <p:nvPr/>
        </p:nvCxnSpPr>
        <p:spPr bwMode="auto">
          <a:xfrm rot="5400000">
            <a:off x="1582569" y="3038224"/>
            <a:ext cx="400729" cy="1588"/>
          </a:xfrm>
          <a:prstGeom prst="line">
            <a:avLst/>
          </a:prstGeom>
          <a:noFill/>
          <a:ln w="25400" cap="flat" cmpd="sng" algn="ctr">
            <a:solidFill>
              <a:schemeClr val="tx1"/>
            </a:solidFill>
            <a:prstDash val="solid"/>
            <a:round/>
            <a:headEnd type="none" w="med" len="med"/>
            <a:tailEnd type="none" w="med" len="med"/>
          </a:ln>
          <a:effectLst/>
        </p:spPr>
      </p:cxnSp>
      <p:sp>
        <p:nvSpPr>
          <p:cNvPr id="69" name="TextBox 68"/>
          <p:cNvSpPr txBox="1"/>
          <p:nvPr/>
        </p:nvSpPr>
        <p:spPr>
          <a:xfrm>
            <a:off x="1400997" y="2515024"/>
            <a:ext cx="1112382" cy="400089"/>
          </a:xfrm>
          <a:prstGeom prst="rect">
            <a:avLst/>
          </a:prstGeom>
          <a:noFill/>
        </p:spPr>
        <p:txBody>
          <a:bodyPr wrap="none" lIns="91421" tIns="45710" rIns="91421" bIns="45710" rtlCol="0">
            <a:spAutoFit/>
          </a:bodyPr>
          <a:lstStyle/>
          <a:p>
            <a:r>
              <a:rPr lang="en-US" sz="2000" dirty="0">
                <a:latin typeface="Calibri" pitchFamily="34" charset="0"/>
              </a:rPr>
              <a:t>valid?   +</a:t>
            </a:r>
          </a:p>
        </p:txBody>
      </p:sp>
      <p:cxnSp>
        <p:nvCxnSpPr>
          <p:cNvPr id="71" name="Elbow Connector 70"/>
          <p:cNvCxnSpPr>
            <a:stCxn id="130" idx="2"/>
          </p:cNvCxnSpPr>
          <p:nvPr/>
        </p:nvCxnSpPr>
        <p:spPr bwMode="auto">
          <a:xfrm rot="5400000">
            <a:off x="5976540" y="1245648"/>
            <a:ext cx="570026" cy="4025173"/>
          </a:xfrm>
          <a:prstGeom prst="bentConnector3">
            <a:avLst>
              <a:gd name="adj1" fmla="val 175089"/>
            </a:avLst>
          </a:prstGeom>
          <a:noFill/>
          <a:ln w="25400" cap="flat" cmpd="sng" algn="ctr">
            <a:solidFill>
              <a:schemeClr val="tx1"/>
            </a:solidFill>
            <a:prstDash val="solid"/>
            <a:round/>
            <a:headEnd type="none" w="med" len="med"/>
            <a:tailEnd type="none" w="med" len="med"/>
          </a:ln>
          <a:effectLst/>
        </p:spPr>
      </p:cxnSp>
      <p:sp>
        <p:nvSpPr>
          <p:cNvPr id="26" name="Down Arrow 25"/>
          <p:cNvSpPr/>
          <p:nvPr/>
        </p:nvSpPr>
        <p:spPr bwMode="auto">
          <a:xfrm flipV="1">
            <a:off x="4330522" y="3581330"/>
            <a:ext cx="733658" cy="1066305"/>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27" name="TextBox 26"/>
          <p:cNvSpPr txBox="1"/>
          <p:nvPr/>
        </p:nvSpPr>
        <p:spPr>
          <a:xfrm>
            <a:off x="3532691" y="4659298"/>
            <a:ext cx="2225379" cy="400089"/>
          </a:xfrm>
          <a:prstGeom prst="rect">
            <a:avLst/>
          </a:prstGeom>
          <a:noFill/>
        </p:spPr>
        <p:txBody>
          <a:bodyPr wrap="none" lIns="91421" tIns="45710" rIns="91421" bIns="45710" rtlCol="0">
            <a:spAutoFit/>
          </a:bodyPr>
          <a:lstStyle/>
          <a:p>
            <a:r>
              <a:rPr lang="en-US" sz="2000" dirty="0" err="1">
                <a:latin typeface="Calibri" pitchFamily="34" charset="0"/>
              </a:rPr>
              <a:t>int</a:t>
            </a:r>
            <a:r>
              <a:rPr lang="en-US" sz="2000" dirty="0">
                <a:latin typeface="Calibri" pitchFamily="34" charset="0"/>
              </a:rPr>
              <a:t> (4 Bytes) is here</a:t>
            </a:r>
          </a:p>
        </p:txBody>
      </p:sp>
      <p:sp>
        <p:nvSpPr>
          <p:cNvPr id="28" name="TextBox 27"/>
          <p:cNvSpPr txBox="1"/>
          <p:nvPr/>
        </p:nvSpPr>
        <p:spPr>
          <a:xfrm>
            <a:off x="5714932" y="3962153"/>
            <a:ext cx="1429520" cy="400089"/>
          </a:xfrm>
          <a:prstGeom prst="rect">
            <a:avLst/>
          </a:prstGeom>
          <a:noFill/>
        </p:spPr>
        <p:txBody>
          <a:bodyPr wrap="none" lIns="91421" tIns="45710" rIns="91421" bIns="45710" rtlCol="0">
            <a:spAutoFit/>
          </a:bodyPr>
          <a:lstStyle/>
          <a:p>
            <a:r>
              <a:rPr lang="en-US" sz="2000" dirty="0">
                <a:latin typeface="Calibri" pitchFamily="34" charset="0"/>
              </a:rPr>
              <a:t>block offset</a:t>
            </a:r>
          </a:p>
        </p:txBody>
      </p:sp>
      <p:sp>
        <p:nvSpPr>
          <p:cNvPr id="29" name="TextBox 28"/>
          <p:cNvSpPr txBox="1"/>
          <p:nvPr/>
        </p:nvSpPr>
        <p:spPr>
          <a:xfrm>
            <a:off x="1111921" y="5713941"/>
            <a:ext cx="5513357" cy="462610"/>
          </a:xfrm>
          <a:prstGeom prst="rect">
            <a:avLst/>
          </a:prstGeom>
          <a:noFill/>
        </p:spPr>
        <p:txBody>
          <a:bodyPr wrap="none" lIns="91421" tIns="45710" rIns="91421" bIns="45710" rtlCol="0">
            <a:spAutoFit/>
          </a:bodyPr>
          <a:lstStyle/>
          <a:p>
            <a:r>
              <a:rPr lang="en-US" sz="2403" dirty="0">
                <a:solidFill>
                  <a:srgbClr val="C00000"/>
                </a:solidFill>
                <a:latin typeface="Calibri" pitchFamily="34" charset="0"/>
              </a:rPr>
              <a:t>No match: </a:t>
            </a:r>
            <a:r>
              <a:rPr lang="en-US" sz="2403" dirty="0">
                <a:latin typeface="Calibri" pitchFamily="34" charset="0"/>
              </a:rPr>
              <a:t>old line is evicted and replaced</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59D7EE5-C2B7-4ACE-AA6A-7DCF0E7CD76E}"/>
                  </a:ext>
                </a:extLst>
              </p14:cNvPr>
              <p14:cNvContentPartPr/>
              <p14:nvPr/>
            </p14:nvContentPartPr>
            <p14:xfrm>
              <a:off x="1230840" y="6114960"/>
              <a:ext cx="5133240" cy="100440"/>
            </p14:xfrm>
          </p:contentPart>
        </mc:Choice>
        <mc:Fallback xmlns="">
          <p:pic>
            <p:nvPicPr>
              <p:cNvPr id="3" name="Ink 2">
                <a:extLst>
                  <a:ext uri="{FF2B5EF4-FFF2-40B4-BE49-F238E27FC236}">
                    <a16:creationId xmlns:a16="http://schemas.microsoft.com/office/drawing/2014/main" id="{E59D7EE5-C2B7-4ACE-AA6A-7DCF0E7CD76E}"/>
                  </a:ext>
                </a:extLst>
              </p:cNvPr>
              <p:cNvPicPr/>
              <p:nvPr/>
            </p:nvPicPr>
            <p:blipFill>
              <a:blip r:embed="rId4"/>
              <a:stretch>
                <a:fillRect/>
              </a:stretch>
            </p:blipFill>
            <p:spPr>
              <a:xfrm>
                <a:off x="1221480" y="6105600"/>
                <a:ext cx="5151960" cy="119160"/>
              </a:xfrm>
              <a:prstGeom prst="rect">
                <a:avLst/>
              </a:prstGeom>
            </p:spPr>
          </p:pic>
        </mc:Fallback>
      </mc:AlternateContent>
    </p:spTree>
    <p:extLst>
      <p:ext uri="{BB962C8B-B14F-4D97-AF65-F5344CB8AC3E}">
        <p14:creationId xmlns:p14="http://schemas.microsoft.com/office/powerpoint/2010/main" val="8008331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40" name="Rectangle 136"/>
          <p:cNvSpPr>
            <a:spLocks noGrp="1" noChangeArrowheads="1"/>
          </p:cNvSpPr>
          <p:nvPr>
            <p:ph type="title"/>
          </p:nvPr>
        </p:nvSpPr>
        <p:spPr/>
        <p:txBody>
          <a:bodyPr/>
          <a:lstStyle/>
          <a:p>
            <a:r>
              <a:rPr lang="en-US"/>
              <a:t>Direct-Mapped Cache Simulation</a:t>
            </a:r>
          </a:p>
        </p:txBody>
      </p:sp>
      <p:sp>
        <p:nvSpPr>
          <p:cNvPr id="149507" name="Rectangle 3"/>
          <p:cNvSpPr>
            <a:spLocks noChangeArrowheads="1"/>
          </p:cNvSpPr>
          <p:nvPr/>
        </p:nvSpPr>
        <p:spPr bwMode="auto">
          <a:xfrm>
            <a:off x="3211513" y="1392711"/>
            <a:ext cx="6161087" cy="3166065"/>
          </a:xfrm>
          <a:prstGeom prst="rect">
            <a:avLst/>
          </a:prstGeom>
          <a:noFill/>
          <a:ln w="12700">
            <a:noFill/>
            <a:miter lim="800000"/>
            <a:headEnd/>
            <a:tailEnd/>
          </a:ln>
          <a:effectLst/>
        </p:spPr>
        <p:txBody>
          <a:bodyPr lIns="90468" tIns="44441" rIns="90468" bIns="44441">
            <a:prstTxWarp prst="textNoShape">
              <a:avLst/>
            </a:prstTxWarp>
            <a:spAutoFit/>
          </a:bodyPr>
          <a:lstStyle/>
          <a:p>
            <a:pPr algn="l">
              <a:lnSpc>
                <a:spcPct val="100000"/>
              </a:lnSpc>
            </a:pPr>
            <a:r>
              <a:rPr lang="en-US" sz="2003" b="0" dirty="0">
                <a:latin typeface="Calibri"/>
                <a:cs typeface="Calibri"/>
              </a:rPr>
              <a:t>M=16 byte addresses, B=2 bytes/block, </a:t>
            </a:r>
          </a:p>
          <a:p>
            <a:pPr algn="l">
              <a:lnSpc>
                <a:spcPct val="100000"/>
              </a:lnSpc>
            </a:pPr>
            <a:r>
              <a:rPr lang="en-US" sz="2003" b="0" dirty="0">
                <a:latin typeface="Calibri"/>
                <a:cs typeface="Calibri"/>
              </a:rPr>
              <a:t>S=4 sets, E=1 Blocks/set</a:t>
            </a:r>
          </a:p>
          <a:p>
            <a:pPr algn="l">
              <a:lnSpc>
                <a:spcPct val="100000"/>
              </a:lnSpc>
            </a:pPr>
            <a:endParaRPr lang="en-US" sz="2003" b="0" dirty="0">
              <a:latin typeface="Calibri"/>
              <a:cs typeface="Calibri"/>
            </a:endParaRPr>
          </a:p>
          <a:p>
            <a:pPr algn="l">
              <a:lnSpc>
                <a:spcPct val="100000"/>
              </a:lnSpc>
            </a:pPr>
            <a:endParaRPr lang="en-US" sz="2003" b="0" dirty="0">
              <a:latin typeface="Calibri"/>
              <a:cs typeface="Calibri"/>
            </a:endParaRPr>
          </a:p>
          <a:p>
            <a:pPr algn="l">
              <a:lnSpc>
                <a:spcPct val="100000"/>
              </a:lnSpc>
            </a:pPr>
            <a:r>
              <a:rPr lang="en-US" sz="2003" b="0" dirty="0">
                <a:latin typeface="Calibri"/>
                <a:cs typeface="Calibri"/>
              </a:rPr>
              <a:t>Address trace (reads, one byte per read):</a:t>
            </a:r>
          </a:p>
          <a:p>
            <a:pPr algn="l">
              <a:lnSpc>
                <a:spcPct val="100000"/>
              </a:lnSpc>
            </a:pPr>
            <a:r>
              <a:rPr lang="en-US" sz="2003" b="0" dirty="0">
                <a:latin typeface="Calibri"/>
                <a:cs typeface="Calibri"/>
              </a:rPr>
              <a:t>	</a:t>
            </a:r>
            <a:r>
              <a:rPr lang="en-US" sz="2003" dirty="0">
                <a:latin typeface="Calibri"/>
                <a:cs typeface="Calibri"/>
              </a:rPr>
              <a:t>0	[0</a:t>
            </a:r>
            <a:r>
              <a:rPr lang="en-US" sz="2003" u="sng" dirty="0">
                <a:latin typeface="Calibri"/>
                <a:cs typeface="Calibri"/>
              </a:rPr>
              <a:t>00</a:t>
            </a:r>
            <a:r>
              <a:rPr lang="en-US" sz="2003" dirty="0">
                <a:latin typeface="Calibri"/>
                <a:cs typeface="Calibri"/>
              </a:rPr>
              <a:t>0</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1	[0</a:t>
            </a:r>
            <a:r>
              <a:rPr lang="en-US" sz="2003" u="sng" dirty="0">
                <a:latin typeface="Calibri"/>
                <a:cs typeface="Calibri"/>
              </a:rPr>
              <a:t>00</a:t>
            </a:r>
            <a:r>
              <a:rPr lang="en-US" sz="2003" dirty="0">
                <a:latin typeface="Calibri"/>
                <a:cs typeface="Calibri"/>
              </a:rPr>
              <a:t>1</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7	[0</a:t>
            </a:r>
            <a:r>
              <a:rPr lang="en-US" sz="2003" u="sng" dirty="0">
                <a:latin typeface="Calibri"/>
                <a:cs typeface="Calibri"/>
              </a:rPr>
              <a:t>11</a:t>
            </a:r>
            <a:r>
              <a:rPr lang="en-US" sz="2003" dirty="0">
                <a:latin typeface="Calibri"/>
                <a:cs typeface="Calibri"/>
              </a:rPr>
              <a:t>1</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8	[1</a:t>
            </a:r>
            <a:r>
              <a:rPr lang="en-US" sz="2003" u="sng" dirty="0">
                <a:latin typeface="Calibri"/>
                <a:cs typeface="Calibri"/>
              </a:rPr>
              <a:t>00</a:t>
            </a:r>
            <a:r>
              <a:rPr lang="en-US" sz="2003" dirty="0">
                <a:latin typeface="Calibri"/>
                <a:cs typeface="Calibri"/>
              </a:rPr>
              <a:t>0</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0	[0</a:t>
            </a:r>
            <a:r>
              <a:rPr lang="en-US" sz="2003" u="sng" dirty="0">
                <a:latin typeface="Calibri"/>
                <a:cs typeface="Calibri"/>
              </a:rPr>
              <a:t>00</a:t>
            </a:r>
            <a:r>
              <a:rPr lang="en-US" sz="2003" dirty="0">
                <a:latin typeface="Calibri"/>
                <a:cs typeface="Calibri"/>
              </a:rPr>
              <a:t>0</a:t>
            </a:r>
            <a:r>
              <a:rPr lang="en-US" sz="2003" baseline="-25000" dirty="0">
                <a:latin typeface="Calibri"/>
                <a:cs typeface="Calibri"/>
              </a:rPr>
              <a:t>2</a:t>
            </a:r>
            <a:r>
              <a:rPr lang="en-US" sz="2003" dirty="0">
                <a:latin typeface="Calibri"/>
                <a:cs typeface="Calibri"/>
              </a:rPr>
              <a:t>]</a:t>
            </a:r>
          </a:p>
        </p:txBody>
      </p:sp>
      <p:sp>
        <p:nvSpPr>
          <p:cNvPr id="149509" name="Rectangle 5"/>
          <p:cNvSpPr>
            <a:spLocks noChangeArrowheads="1"/>
          </p:cNvSpPr>
          <p:nvPr/>
        </p:nvSpPr>
        <p:spPr bwMode="auto">
          <a:xfrm>
            <a:off x="465138" y="1634568"/>
            <a:ext cx="703262"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dirty="0" err="1">
                <a:latin typeface="Calibri"/>
                <a:cs typeface="Calibri"/>
              </a:rPr>
              <a:t>x</a:t>
            </a:r>
            <a:endParaRPr lang="en-US" sz="2003" b="0" dirty="0">
              <a:latin typeface="Calibri"/>
              <a:cs typeface="Calibri"/>
            </a:endParaRPr>
          </a:p>
        </p:txBody>
      </p:sp>
      <p:sp>
        <p:nvSpPr>
          <p:cNvPr id="149510" name="Rectangle 6"/>
          <p:cNvSpPr>
            <a:spLocks noChangeArrowheads="1"/>
          </p:cNvSpPr>
          <p:nvPr/>
        </p:nvSpPr>
        <p:spPr bwMode="auto">
          <a:xfrm>
            <a:off x="584201" y="1296390"/>
            <a:ext cx="528990"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err="1">
                <a:latin typeface="Calibri"/>
                <a:cs typeface="Calibri"/>
              </a:rPr>
              <a:t>t</a:t>
            </a:r>
            <a:r>
              <a:rPr lang="en-US" sz="2003" b="0" dirty="0">
                <a:latin typeface="Calibri"/>
                <a:cs typeface="Calibri"/>
              </a:rPr>
              <a:t>=1</a:t>
            </a:r>
          </a:p>
        </p:txBody>
      </p:sp>
      <p:sp>
        <p:nvSpPr>
          <p:cNvPr id="149511" name="Rectangle 7"/>
          <p:cNvSpPr>
            <a:spLocks noChangeArrowheads="1"/>
          </p:cNvSpPr>
          <p:nvPr/>
        </p:nvSpPr>
        <p:spPr bwMode="auto">
          <a:xfrm>
            <a:off x="1212851" y="1296390"/>
            <a:ext cx="540787"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err="1">
                <a:latin typeface="Calibri"/>
                <a:cs typeface="Calibri"/>
              </a:rPr>
              <a:t>s</a:t>
            </a:r>
            <a:r>
              <a:rPr lang="en-US" sz="2003" b="0" dirty="0">
                <a:latin typeface="Calibri"/>
                <a:cs typeface="Calibri"/>
              </a:rPr>
              <a:t>=2</a:t>
            </a:r>
          </a:p>
        </p:txBody>
      </p:sp>
      <p:sp>
        <p:nvSpPr>
          <p:cNvPr id="149512" name="Rectangle 8"/>
          <p:cNvSpPr>
            <a:spLocks noChangeArrowheads="1"/>
          </p:cNvSpPr>
          <p:nvPr/>
        </p:nvSpPr>
        <p:spPr bwMode="auto">
          <a:xfrm>
            <a:off x="1952626" y="1296390"/>
            <a:ext cx="575227"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b=1</a:t>
            </a:r>
          </a:p>
        </p:txBody>
      </p:sp>
      <p:sp>
        <p:nvSpPr>
          <p:cNvPr id="149513" name="Rectangle 9"/>
          <p:cNvSpPr>
            <a:spLocks noChangeArrowheads="1"/>
          </p:cNvSpPr>
          <p:nvPr/>
        </p:nvSpPr>
        <p:spPr bwMode="auto">
          <a:xfrm>
            <a:off x="1182689" y="1634568"/>
            <a:ext cx="703262"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a:latin typeface="Calibri"/>
                <a:cs typeface="Calibri"/>
              </a:rPr>
              <a:t>xx</a:t>
            </a:r>
          </a:p>
        </p:txBody>
      </p:sp>
      <p:sp>
        <p:nvSpPr>
          <p:cNvPr id="149514" name="Rectangle 10"/>
          <p:cNvSpPr>
            <a:spLocks noChangeArrowheads="1"/>
          </p:cNvSpPr>
          <p:nvPr/>
        </p:nvSpPr>
        <p:spPr bwMode="auto">
          <a:xfrm>
            <a:off x="1898651" y="1634568"/>
            <a:ext cx="703263"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a:latin typeface="Calibri"/>
                <a:cs typeface="Calibri"/>
              </a:rPr>
              <a:t>x</a:t>
            </a:r>
          </a:p>
        </p:txBody>
      </p:sp>
      <p:grpSp>
        <p:nvGrpSpPr>
          <p:cNvPr id="2" name="Group 175"/>
          <p:cNvGrpSpPr>
            <a:grpSpLocks/>
          </p:cNvGrpSpPr>
          <p:nvPr/>
        </p:nvGrpSpPr>
        <p:grpSpPr bwMode="auto">
          <a:xfrm>
            <a:off x="3352801" y="5136359"/>
            <a:ext cx="2662237" cy="306246"/>
            <a:chOff x="2027" y="3244"/>
            <a:chExt cx="1677" cy="193"/>
          </a:xfrm>
          <a:solidFill>
            <a:srgbClr val="DEDFF5"/>
          </a:solidFill>
        </p:grpSpPr>
        <p:sp>
          <p:nvSpPr>
            <p:cNvPr id="149516" name="Rectangle 12"/>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0</a:t>
              </a:r>
            </a:p>
          </p:txBody>
        </p:sp>
        <p:sp>
          <p:nvSpPr>
            <p:cNvPr id="149517" name="Rectangle 13"/>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a:t>
              </a:r>
            </a:p>
          </p:txBody>
        </p:sp>
        <p:sp>
          <p:nvSpPr>
            <p:cNvPr id="149518" name="Rectangle 14"/>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a:t>
              </a:r>
            </a:p>
          </p:txBody>
        </p:sp>
      </p:grpSp>
      <p:sp>
        <p:nvSpPr>
          <p:cNvPr id="149519" name="Rectangle 15"/>
          <p:cNvSpPr>
            <a:spLocks noChangeArrowheads="1"/>
          </p:cNvSpPr>
          <p:nvPr/>
        </p:nvSpPr>
        <p:spPr bwMode="auto">
          <a:xfrm>
            <a:off x="3502026" y="4723801"/>
            <a:ext cx="298279" cy="398404"/>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v</a:t>
            </a:r>
          </a:p>
        </p:txBody>
      </p:sp>
      <p:sp>
        <p:nvSpPr>
          <p:cNvPr id="149520" name="Rectangle 16"/>
          <p:cNvSpPr>
            <a:spLocks noChangeArrowheads="1"/>
          </p:cNvSpPr>
          <p:nvPr/>
        </p:nvSpPr>
        <p:spPr bwMode="auto">
          <a:xfrm>
            <a:off x="3979863" y="4723801"/>
            <a:ext cx="551780" cy="397954"/>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Tag</a:t>
            </a:r>
          </a:p>
        </p:txBody>
      </p:sp>
      <p:sp>
        <p:nvSpPr>
          <p:cNvPr id="149521" name="Rectangle 17"/>
          <p:cNvSpPr>
            <a:spLocks noChangeArrowheads="1"/>
          </p:cNvSpPr>
          <p:nvPr/>
        </p:nvSpPr>
        <p:spPr bwMode="auto">
          <a:xfrm>
            <a:off x="4937126" y="4723801"/>
            <a:ext cx="741413"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Block</a:t>
            </a:r>
          </a:p>
        </p:txBody>
      </p:sp>
      <p:sp>
        <p:nvSpPr>
          <p:cNvPr id="149522" name="Rectangle 18"/>
          <p:cNvSpPr>
            <a:spLocks noChangeArrowheads="1"/>
          </p:cNvSpPr>
          <p:nvPr/>
        </p:nvSpPr>
        <p:spPr bwMode="auto">
          <a:xfrm>
            <a:off x="3352800" y="5445777"/>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3" name="Rectangle 19"/>
          <p:cNvSpPr>
            <a:spLocks noChangeArrowheads="1"/>
          </p:cNvSpPr>
          <p:nvPr/>
        </p:nvSpPr>
        <p:spPr bwMode="auto">
          <a:xfrm>
            <a:off x="3927475" y="5445777"/>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4" name="Rectangle 20"/>
          <p:cNvSpPr>
            <a:spLocks noChangeArrowheads="1"/>
          </p:cNvSpPr>
          <p:nvPr/>
        </p:nvSpPr>
        <p:spPr bwMode="auto">
          <a:xfrm>
            <a:off x="4595812" y="5445777"/>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5" name="Rectangle 21"/>
          <p:cNvSpPr>
            <a:spLocks noChangeArrowheads="1"/>
          </p:cNvSpPr>
          <p:nvPr/>
        </p:nvSpPr>
        <p:spPr bwMode="auto">
          <a:xfrm>
            <a:off x="3352800" y="5769478"/>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6" name="Rectangle 22"/>
          <p:cNvSpPr>
            <a:spLocks noChangeArrowheads="1"/>
          </p:cNvSpPr>
          <p:nvPr/>
        </p:nvSpPr>
        <p:spPr bwMode="auto">
          <a:xfrm>
            <a:off x="3927475" y="5769478"/>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7" name="Rectangle 23"/>
          <p:cNvSpPr>
            <a:spLocks noChangeArrowheads="1"/>
          </p:cNvSpPr>
          <p:nvPr/>
        </p:nvSpPr>
        <p:spPr bwMode="auto">
          <a:xfrm>
            <a:off x="4595812" y="5769478"/>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8" name="Rectangle 24"/>
          <p:cNvSpPr>
            <a:spLocks noChangeArrowheads="1"/>
          </p:cNvSpPr>
          <p:nvPr/>
        </p:nvSpPr>
        <p:spPr bwMode="auto">
          <a:xfrm>
            <a:off x="3352800" y="6093177"/>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29" name="Rectangle 25"/>
          <p:cNvSpPr>
            <a:spLocks noChangeArrowheads="1"/>
          </p:cNvSpPr>
          <p:nvPr/>
        </p:nvSpPr>
        <p:spPr bwMode="auto">
          <a:xfrm>
            <a:off x="3927475" y="6093177"/>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530" name="Rectangle 26"/>
          <p:cNvSpPr>
            <a:spLocks noChangeArrowheads="1"/>
          </p:cNvSpPr>
          <p:nvPr/>
        </p:nvSpPr>
        <p:spPr bwMode="auto">
          <a:xfrm>
            <a:off x="4595812" y="6093177"/>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49678" name="Text Box 174"/>
          <p:cNvSpPr txBox="1">
            <a:spLocks noChangeArrowheads="1"/>
          </p:cNvSpPr>
          <p:nvPr/>
        </p:nvSpPr>
        <p:spPr bwMode="auto">
          <a:xfrm>
            <a:off x="6657975" y="2969038"/>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3" name="Group 176"/>
          <p:cNvGrpSpPr>
            <a:grpSpLocks/>
          </p:cNvGrpSpPr>
          <p:nvPr/>
        </p:nvGrpSpPr>
        <p:grpSpPr bwMode="auto">
          <a:xfrm>
            <a:off x="3352801" y="5139532"/>
            <a:ext cx="2662237" cy="306246"/>
            <a:chOff x="2027" y="3244"/>
            <a:chExt cx="1677" cy="193"/>
          </a:xfrm>
          <a:solidFill>
            <a:srgbClr val="DEDFF5"/>
          </a:solidFill>
        </p:grpSpPr>
        <p:sp>
          <p:nvSpPr>
            <p:cNvPr id="149681" name="Rectangle 177"/>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1</a:t>
              </a:r>
            </a:p>
          </p:txBody>
        </p:sp>
        <p:sp>
          <p:nvSpPr>
            <p:cNvPr id="149682" name="Rectangle 178"/>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0</a:t>
              </a:r>
            </a:p>
          </p:txBody>
        </p:sp>
        <p:sp>
          <p:nvSpPr>
            <p:cNvPr id="149683" name="Rectangle 179"/>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M[0-1]</a:t>
              </a:r>
            </a:p>
          </p:txBody>
        </p:sp>
      </p:grpSp>
      <p:sp>
        <p:nvSpPr>
          <p:cNvPr id="149684" name="Text Box 180"/>
          <p:cNvSpPr txBox="1">
            <a:spLocks noChangeArrowheads="1"/>
          </p:cNvSpPr>
          <p:nvPr/>
        </p:nvSpPr>
        <p:spPr bwMode="auto">
          <a:xfrm>
            <a:off x="6748464" y="3273696"/>
            <a:ext cx="463619"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hit</a:t>
            </a:r>
          </a:p>
        </p:txBody>
      </p:sp>
      <p:sp>
        <p:nvSpPr>
          <p:cNvPr id="149685" name="Text Box 181"/>
          <p:cNvSpPr txBox="1">
            <a:spLocks noChangeArrowheads="1"/>
          </p:cNvSpPr>
          <p:nvPr/>
        </p:nvSpPr>
        <p:spPr bwMode="auto">
          <a:xfrm>
            <a:off x="6657975" y="3548009"/>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a:latin typeface="Calibri"/>
                <a:cs typeface="Calibri"/>
              </a:rPr>
              <a:t>miss</a:t>
            </a:r>
          </a:p>
        </p:txBody>
      </p:sp>
      <p:grpSp>
        <p:nvGrpSpPr>
          <p:cNvPr id="4" name="Group 182"/>
          <p:cNvGrpSpPr>
            <a:grpSpLocks/>
          </p:cNvGrpSpPr>
          <p:nvPr/>
        </p:nvGrpSpPr>
        <p:grpSpPr bwMode="auto">
          <a:xfrm>
            <a:off x="3352801" y="6094764"/>
            <a:ext cx="2662237" cy="306245"/>
            <a:chOff x="2027" y="3244"/>
            <a:chExt cx="1677" cy="193"/>
          </a:xfrm>
          <a:solidFill>
            <a:srgbClr val="DEDFF5"/>
          </a:solidFill>
        </p:grpSpPr>
        <p:sp>
          <p:nvSpPr>
            <p:cNvPr id="149687" name="Rectangle 183"/>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1</a:t>
              </a:r>
            </a:p>
          </p:txBody>
        </p:sp>
        <p:sp>
          <p:nvSpPr>
            <p:cNvPr id="149688" name="Rectangle 184"/>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0</a:t>
              </a:r>
            </a:p>
          </p:txBody>
        </p:sp>
        <p:sp>
          <p:nvSpPr>
            <p:cNvPr id="149689" name="Rectangle 185"/>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M[6-7]</a:t>
              </a:r>
            </a:p>
          </p:txBody>
        </p:sp>
      </p:grpSp>
      <p:sp>
        <p:nvSpPr>
          <p:cNvPr id="149690" name="Text Box 186"/>
          <p:cNvSpPr txBox="1">
            <a:spLocks noChangeArrowheads="1"/>
          </p:cNvSpPr>
          <p:nvPr/>
        </p:nvSpPr>
        <p:spPr bwMode="auto">
          <a:xfrm>
            <a:off x="6657975" y="3883013"/>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5" name="Group 187"/>
          <p:cNvGrpSpPr>
            <a:grpSpLocks/>
          </p:cNvGrpSpPr>
          <p:nvPr/>
        </p:nvGrpSpPr>
        <p:grpSpPr bwMode="auto">
          <a:xfrm>
            <a:off x="3352801" y="5139532"/>
            <a:ext cx="2662237" cy="306246"/>
            <a:chOff x="2027" y="3244"/>
            <a:chExt cx="1677" cy="193"/>
          </a:xfrm>
          <a:solidFill>
            <a:srgbClr val="DEDFF5"/>
          </a:solidFill>
        </p:grpSpPr>
        <p:sp>
          <p:nvSpPr>
            <p:cNvPr id="149692" name="Rectangle 188"/>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1</a:t>
              </a:r>
            </a:p>
          </p:txBody>
        </p:sp>
        <p:sp>
          <p:nvSpPr>
            <p:cNvPr id="149693" name="Rectangle 189"/>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1</a:t>
              </a:r>
            </a:p>
          </p:txBody>
        </p:sp>
        <p:sp>
          <p:nvSpPr>
            <p:cNvPr id="149694" name="Rectangle 190"/>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M[8-9]</a:t>
              </a:r>
            </a:p>
          </p:txBody>
        </p:sp>
      </p:grpSp>
      <p:sp>
        <p:nvSpPr>
          <p:cNvPr id="149695" name="Text Box 191"/>
          <p:cNvSpPr txBox="1">
            <a:spLocks noChangeArrowheads="1"/>
          </p:cNvSpPr>
          <p:nvPr/>
        </p:nvSpPr>
        <p:spPr bwMode="auto">
          <a:xfrm>
            <a:off x="6657975" y="4187672"/>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6" name="Group 192"/>
          <p:cNvGrpSpPr>
            <a:grpSpLocks/>
          </p:cNvGrpSpPr>
          <p:nvPr/>
        </p:nvGrpSpPr>
        <p:grpSpPr bwMode="auto">
          <a:xfrm>
            <a:off x="3352801" y="5139532"/>
            <a:ext cx="2662237" cy="306246"/>
            <a:chOff x="2027" y="3244"/>
            <a:chExt cx="1677" cy="193"/>
          </a:xfrm>
          <a:solidFill>
            <a:srgbClr val="DEDFF5"/>
          </a:solidFill>
        </p:grpSpPr>
        <p:sp>
          <p:nvSpPr>
            <p:cNvPr id="149697" name="Rectangle 193"/>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1</a:t>
              </a:r>
            </a:p>
          </p:txBody>
        </p:sp>
        <p:sp>
          <p:nvSpPr>
            <p:cNvPr id="149698" name="Rectangle 194"/>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0</a:t>
              </a:r>
            </a:p>
          </p:txBody>
        </p:sp>
        <p:sp>
          <p:nvSpPr>
            <p:cNvPr id="149699" name="Rectangle 195"/>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gn="ctr">
                <a:lnSpc>
                  <a:spcPct val="100000"/>
                </a:lnSpc>
              </a:pPr>
              <a:r>
                <a:rPr lang="en-US" sz="2003" b="0">
                  <a:latin typeface="Calibri"/>
                  <a:cs typeface="Calibri"/>
                </a:rPr>
                <a:t>M[0-1]</a:t>
              </a:r>
            </a:p>
          </p:txBody>
        </p:sp>
      </p:grpSp>
      <p:sp>
        <p:nvSpPr>
          <p:cNvPr id="50" name="TextBox 49"/>
          <p:cNvSpPr txBox="1"/>
          <p:nvPr/>
        </p:nvSpPr>
        <p:spPr>
          <a:xfrm>
            <a:off x="2666678" y="5116286"/>
            <a:ext cx="710477" cy="400089"/>
          </a:xfrm>
          <a:prstGeom prst="rect">
            <a:avLst/>
          </a:prstGeom>
          <a:noFill/>
        </p:spPr>
        <p:txBody>
          <a:bodyPr wrap="none" lIns="91421" tIns="45710" rIns="91421" bIns="45710" rtlCol="0">
            <a:spAutoFit/>
          </a:bodyPr>
          <a:lstStyle/>
          <a:p>
            <a:r>
              <a:rPr lang="en-US" sz="2000" dirty="0">
                <a:latin typeface="Calibri" pitchFamily="34" charset="0"/>
              </a:rPr>
              <a:t>Set 0</a:t>
            </a:r>
          </a:p>
        </p:txBody>
      </p:sp>
      <p:sp>
        <p:nvSpPr>
          <p:cNvPr id="51" name="TextBox 50"/>
          <p:cNvSpPr txBox="1"/>
          <p:nvPr/>
        </p:nvSpPr>
        <p:spPr>
          <a:xfrm>
            <a:off x="2666678" y="5421474"/>
            <a:ext cx="710477" cy="400089"/>
          </a:xfrm>
          <a:prstGeom prst="rect">
            <a:avLst/>
          </a:prstGeom>
          <a:noFill/>
        </p:spPr>
        <p:txBody>
          <a:bodyPr wrap="none" lIns="91421" tIns="45710" rIns="91421" bIns="45710" rtlCol="0">
            <a:spAutoFit/>
          </a:bodyPr>
          <a:lstStyle/>
          <a:p>
            <a:r>
              <a:rPr lang="en-US" sz="2000" dirty="0">
                <a:latin typeface="Calibri" pitchFamily="34" charset="0"/>
              </a:rPr>
              <a:t>Set 1</a:t>
            </a:r>
          </a:p>
        </p:txBody>
      </p:sp>
      <p:sp>
        <p:nvSpPr>
          <p:cNvPr id="52" name="TextBox 51"/>
          <p:cNvSpPr txBox="1"/>
          <p:nvPr/>
        </p:nvSpPr>
        <p:spPr>
          <a:xfrm>
            <a:off x="2666678" y="5726660"/>
            <a:ext cx="710477" cy="400089"/>
          </a:xfrm>
          <a:prstGeom prst="rect">
            <a:avLst/>
          </a:prstGeom>
          <a:noFill/>
        </p:spPr>
        <p:txBody>
          <a:bodyPr wrap="none" lIns="91421" tIns="45710" rIns="91421" bIns="45710" rtlCol="0">
            <a:spAutoFit/>
          </a:bodyPr>
          <a:lstStyle/>
          <a:p>
            <a:r>
              <a:rPr lang="en-US" sz="2000" dirty="0">
                <a:latin typeface="Calibri" pitchFamily="34" charset="0"/>
              </a:rPr>
              <a:t>Set 2</a:t>
            </a:r>
          </a:p>
        </p:txBody>
      </p:sp>
      <p:sp>
        <p:nvSpPr>
          <p:cNvPr id="53" name="TextBox 52"/>
          <p:cNvSpPr txBox="1"/>
          <p:nvPr/>
        </p:nvSpPr>
        <p:spPr>
          <a:xfrm>
            <a:off x="2666678" y="6031848"/>
            <a:ext cx="710477" cy="400089"/>
          </a:xfrm>
          <a:prstGeom prst="rect">
            <a:avLst/>
          </a:prstGeom>
          <a:noFill/>
        </p:spPr>
        <p:txBody>
          <a:bodyPr wrap="none" lIns="91421" tIns="45710" rIns="91421" bIns="45710" rtlCol="0">
            <a:spAutoFit/>
          </a:bodyPr>
          <a:lstStyle/>
          <a:p>
            <a:r>
              <a:rPr lang="en-US" sz="2000" dirty="0">
                <a:latin typeface="Calibri" pitchFamily="34" charset="0"/>
              </a:rPr>
              <a:t>Set 3</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505721A-B606-4046-BC65-47E2C8423D6C}"/>
                  </a:ext>
                </a:extLst>
              </p14:cNvPr>
              <p14:cNvContentPartPr/>
              <p14:nvPr/>
            </p14:nvContentPartPr>
            <p14:xfrm>
              <a:off x="4466880" y="5129280"/>
              <a:ext cx="6840" cy="5040"/>
            </p14:xfrm>
          </p:contentPart>
        </mc:Choice>
        <mc:Fallback xmlns="">
          <p:pic>
            <p:nvPicPr>
              <p:cNvPr id="7" name="Ink 6">
                <a:extLst>
                  <a:ext uri="{FF2B5EF4-FFF2-40B4-BE49-F238E27FC236}">
                    <a16:creationId xmlns:a16="http://schemas.microsoft.com/office/drawing/2014/main" id="{7505721A-B606-4046-BC65-47E2C8423D6C}"/>
                  </a:ext>
                </a:extLst>
              </p:cNvPr>
              <p:cNvPicPr/>
              <p:nvPr/>
            </p:nvPicPr>
            <p:blipFill>
              <a:blip r:embed="rId4"/>
              <a:stretch>
                <a:fillRect/>
              </a:stretch>
            </p:blipFill>
            <p:spPr>
              <a:xfrm>
                <a:off x="4457520" y="5119920"/>
                <a:ext cx="25560" cy="23760"/>
              </a:xfrm>
              <a:prstGeom prst="rect">
                <a:avLst/>
              </a:prstGeom>
            </p:spPr>
          </p:pic>
        </mc:Fallback>
      </mc:AlternateContent>
    </p:spTree>
    <p:extLst>
      <p:ext uri="{BB962C8B-B14F-4D97-AF65-F5344CB8AC3E}">
        <p14:creationId xmlns:p14="http://schemas.microsoft.com/office/powerpoint/2010/main" val="15626359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6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96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96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96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678" grpId="0"/>
      <p:bldP spid="149684" grpId="0"/>
      <p:bldP spid="149685" grpId="0"/>
      <p:bldP spid="149690" grpId="0"/>
      <p:bldP spid="14969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Higher Level Example</a:t>
            </a:r>
          </a:p>
        </p:txBody>
      </p:sp>
      <p:sp>
        <p:nvSpPr>
          <p:cNvPr id="4" name="Text Box 3"/>
          <p:cNvSpPr txBox="1">
            <a:spLocks noChangeArrowheads="1"/>
          </p:cNvSpPr>
          <p:nvPr/>
        </p:nvSpPr>
        <p:spPr bwMode="auto">
          <a:xfrm>
            <a:off x="509588" y="1329832"/>
            <a:ext cx="4748212" cy="2403047"/>
          </a:xfrm>
          <a:prstGeom prst="rect">
            <a:avLst/>
          </a:prstGeom>
          <a:solidFill>
            <a:srgbClr val="F6F5BD"/>
          </a:solidFill>
          <a:ln w="12700">
            <a:solidFill>
              <a:schemeClr val="tx1"/>
            </a:solidFill>
            <a:miter lim="800000"/>
            <a:headEnd/>
            <a:tailEnd/>
          </a:ln>
        </p:spPr>
        <p:txBody>
          <a:bodyPr wrap="square" lIns="90340" tIns="44270" rIns="90340" bIns="44270">
            <a:spAutoFit/>
          </a:bodyPr>
          <a:lstStyle/>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err="1">
                <a:latin typeface="Courier New" pitchFamily="49" charset="0"/>
              </a:rPr>
              <a:t>int</a:t>
            </a:r>
            <a:r>
              <a:rPr lang="en-GB" sz="1602" dirty="0">
                <a:latin typeface="Courier New" pitchFamily="49" charset="0"/>
              </a:rPr>
              <a:t> </a:t>
            </a:r>
            <a:r>
              <a:rPr lang="en-GB" sz="1602" dirty="0" err="1">
                <a:latin typeface="Courier New" pitchFamily="49" charset="0"/>
              </a:rPr>
              <a:t>sum_array_rows</a:t>
            </a:r>
            <a:r>
              <a:rPr lang="en-GB" sz="1602" dirty="0">
                <a:latin typeface="Courier New" pitchFamily="49" charset="0"/>
              </a:rPr>
              <a:t>(double a[16][16])</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int i,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double sum = 0;</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endParaRPr lang="en-GB" sz="1602" dirty="0">
              <a:latin typeface="Courier New" pitchFamily="49" charset="0"/>
            </a:endParaRP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(i = 0; i &lt; 16; i++)</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(j = 0; j &lt; 16;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sum += a[i][j];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return sum;</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p:txBody>
      </p:sp>
      <p:sp>
        <p:nvSpPr>
          <p:cNvPr id="6" name="Rectangle 5"/>
          <p:cNvSpPr/>
          <p:nvPr/>
        </p:nvSpPr>
        <p:spPr bwMode="auto">
          <a:xfrm>
            <a:off x="6248401" y="1745810"/>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7" name="Rectangle 6"/>
          <p:cNvSpPr/>
          <p:nvPr/>
        </p:nvSpPr>
        <p:spPr bwMode="auto">
          <a:xfrm>
            <a:off x="6248401" y="2126634"/>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8" name="Rectangle 7"/>
          <p:cNvSpPr/>
          <p:nvPr/>
        </p:nvSpPr>
        <p:spPr bwMode="auto">
          <a:xfrm>
            <a:off x="6248401" y="2507457"/>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9" name="Rectangle 8"/>
          <p:cNvSpPr/>
          <p:nvPr/>
        </p:nvSpPr>
        <p:spPr bwMode="auto">
          <a:xfrm>
            <a:off x="6248401" y="2888281"/>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10" name="Rectangle 9"/>
          <p:cNvSpPr/>
          <p:nvPr/>
        </p:nvSpPr>
        <p:spPr bwMode="auto">
          <a:xfrm>
            <a:off x="6248401" y="3276670"/>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11" name="Rectangle 10"/>
          <p:cNvSpPr/>
          <p:nvPr/>
        </p:nvSpPr>
        <p:spPr bwMode="auto">
          <a:xfrm>
            <a:off x="6248401" y="3657493"/>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12" name="Rectangle 11"/>
          <p:cNvSpPr/>
          <p:nvPr/>
        </p:nvSpPr>
        <p:spPr bwMode="auto">
          <a:xfrm>
            <a:off x="6248401" y="4038317"/>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13" name="Rectangle 12"/>
          <p:cNvSpPr/>
          <p:nvPr/>
        </p:nvSpPr>
        <p:spPr bwMode="auto">
          <a:xfrm>
            <a:off x="6248401" y="4419140"/>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14" name="AutoShape 16"/>
          <p:cNvSpPr>
            <a:spLocks/>
          </p:cNvSpPr>
          <p:nvPr/>
        </p:nvSpPr>
        <p:spPr bwMode="auto">
          <a:xfrm rot="16200000" flipV="1">
            <a:off x="6858034" y="4292420"/>
            <a:ext cx="228494" cy="1395913"/>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15" name="TextBox 14"/>
          <p:cNvSpPr txBox="1"/>
          <p:nvPr/>
        </p:nvSpPr>
        <p:spPr>
          <a:xfrm>
            <a:off x="6690882" y="5104624"/>
            <a:ext cx="1923886" cy="400089"/>
          </a:xfrm>
          <a:prstGeom prst="rect">
            <a:avLst/>
          </a:prstGeom>
          <a:noFill/>
        </p:spPr>
        <p:txBody>
          <a:bodyPr wrap="none" lIns="91421" tIns="45710" rIns="91421" bIns="45710" rtlCol="0">
            <a:spAutoFit/>
          </a:bodyPr>
          <a:lstStyle/>
          <a:p>
            <a:r>
              <a:rPr lang="en-US" sz="2000" dirty="0">
                <a:latin typeface="Calibri" pitchFamily="34" charset="0"/>
              </a:rPr>
              <a:t>32 B = 4 doubles</a:t>
            </a:r>
          </a:p>
        </p:txBody>
      </p:sp>
      <p:sp>
        <p:nvSpPr>
          <p:cNvPr id="16" name="TextBox 15"/>
          <p:cNvSpPr txBox="1"/>
          <p:nvPr/>
        </p:nvSpPr>
        <p:spPr>
          <a:xfrm>
            <a:off x="5936964" y="763237"/>
            <a:ext cx="3200005" cy="707866"/>
          </a:xfrm>
          <a:prstGeom prst="rect">
            <a:avLst/>
          </a:prstGeom>
          <a:noFill/>
        </p:spPr>
        <p:txBody>
          <a:bodyPr wrap="none" lIns="91421" tIns="45710" rIns="91421" bIns="45710" rtlCol="0">
            <a:spAutoFit/>
          </a:bodyPr>
          <a:lstStyle/>
          <a:p>
            <a:r>
              <a:rPr lang="en-US" sz="2000" dirty="0">
                <a:latin typeface="Calibri" pitchFamily="34" charset="0"/>
              </a:rPr>
              <a:t>assume: cold (empty) cache,</a:t>
            </a:r>
          </a:p>
          <a:p>
            <a:r>
              <a:rPr lang="en-US" sz="2000" dirty="0">
                <a:latin typeface="Calibri" pitchFamily="34" charset="0"/>
              </a:rPr>
              <a:t>a[0][0] goes here</a:t>
            </a:r>
          </a:p>
        </p:txBody>
      </p:sp>
      <p:cxnSp>
        <p:nvCxnSpPr>
          <p:cNvPr id="18" name="Straight Arrow Connector 17"/>
          <p:cNvCxnSpPr/>
          <p:nvPr/>
        </p:nvCxnSpPr>
        <p:spPr bwMode="auto">
          <a:xfrm rot="5400000">
            <a:off x="6143320" y="1657487"/>
            <a:ext cx="496438" cy="1588"/>
          </a:xfrm>
          <a:prstGeom prst="straightConnector1">
            <a:avLst/>
          </a:prstGeom>
          <a:noFill/>
          <a:ln w="25400" cap="flat" cmpd="sng" algn="ctr">
            <a:solidFill>
              <a:schemeClr val="tx1"/>
            </a:solidFill>
            <a:prstDash val="solid"/>
            <a:round/>
            <a:headEnd type="none" w="med" len="med"/>
            <a:tailEnd type="arrow"/>
          </a:ln>
          <a:effectLst/>
        </p:spPr>
      </p:cxnSp>
      <p:sp>
        <p:nvSpPr>
          <p:cNvPr id="19" name="Text Box 3"/>
          <p:cNvSpPr txBox="1">
            <a:spLocks noChangeArrowheads="1"/>
          </p:cNvSpPr>
          <p:nvPr/>
        </p:nvSpPr>
        <p:spPr bwMode="auto">
          <a:xfrm>
            <a:off x="509588" y="3885989"/>
            <a:ext cx="4748212" cy="2403047"/>
          </a:xfrm>
          <a:prstGeom prst="rect">
            <a:avLst/>
          </a:prstGeom>
          <a:solidFill>
            <a:srgbClr val="F6F5BD"/>
          </a:solidFill>
          <a:ln w="12700">
            <a:solidFill>
              <a:schemeClr val="tx1"/>
            </a:solidFill>
            <a:miter lim="800000"/>
            <a:headEnd/>
            <a:tailEnd/>
          </a:ln>
        </p:spPr>
        <p:txBody>
          <a:bodyPr wrap="square" lIns="90340" tIns="44270" rIns="90340" bIns="44270">
            <a:spAutoFit/>
          </a:bodyPr>
          <a:lstStyle/>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err="1">
                <a:latin typeface="Courier New" pitchFamily="49" charset="0"/>
              </a:rPr>
              <a:t>int</a:t>
            </a:r>
            <a:r>
              <a:rPr lang="en-GB" sz="1602" dirty="0">
                <a:latin typeface="Courier New" pitchFamily="49" charset="0"/>
              </a:rPr>
              <a:t> </a:t>
            </a:r>
            <a:r>
              <a:rPr lang="en-GB" sz="1602" dirty="0" err="1">
                <a:latin typeface="Courier New" pitchFamily="49" charset="0"/>
              </a:rPr>
              <a:t>sum_array_cols</a:t>
            </a:r>
            <a:r>
              <a:rPr lang="en-GB" sz="1602" dirty="0">
                <a:latin typeface="Courier New" pitchFamily="49" charset="0"/>
              </a:rPr>
              <a:t>(double a[16][16])</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int i,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double sum = 0;</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endParaRPr lang="en-GB" sz="1602" dirty="0">
              <a:latin typeface="Courier New" pitchFamily="49" charset="0"/>
            </a:endParaRP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(j = 0; j &lt; 16;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a:t>
            </a:r>
            <a:r>
              <a:rPr lang="en-GB" sz="1602" dirty="0" err="1">
                <a:latin typeface="Courier New" pitchFamily="49" charset="0"/>
              </a:rPr>
              <a:t>i</a:t>
            </a:r>
            <a:r>
              <a:rPr lang="en-GB" sz="1602" dirty="0">
                <a:latin typeface="Courier New" pitchFamily="49" charset="0"/>
              </a:rPr>
              <a:t> = 0; </a:t>
            </a:r>
            <a:r>
              <a:rPr lang="en-GB" sz="1602" dirty="0" err="1">
                <a:latin typeface="Courier New" pitchFamily="49" charset="0"/>
              </a:rPr>
              <a:t>i</a:t>
            </a:r>
            <a:r>
              <a:rPr lang="en-GB" sz="1602" dirty="0">
                <a:latin typeface="Courier New" pitchFamily="49" charset="0"/>
              </a:rPr>
              <a:t> &lt; 16; </a:t>
            </a:r>
            <a:r>
              <a:rPr lang="en-GB" sz="1602" dirty="0" err="1">
                <a:latin typeface="Courier New" pitchFamily="49" charset="0"/>
              </a:rPr>
              <a:t>i</a:t>
            </a: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sum += a[i][j];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return sum;</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p:txBody>
      </p:sp>
      <p:sp>
        <p:nvSpPr>
          <p:cNvPr id="22" name="TextBox 21"/>
          <p:cNvSpPr txBox="1"/>
          <p:nvPr/>
        </p:nvSpPr>
        <p:spPr>
          <a:xfrm>
            <a:off x="5924833" y="314712"/>
            <a:ext cx="3180641" cy="400089"/>
          </a:xfrm>
          <a:prstGeom prst="rect">
            <a:avLst/>
          </a:prstGeom>
          <a:noFill/>
        </p:spPr>
        <p:txBody>
          <a:bodyPr wrap="none" lIns="91421" tIns="45710" rIns="91421" bIns="45710" rtlCol="0">
            <a:spAutoFit/>
          </a:bodyPr>
          <a:lstStyle/>
          <a:p>
            <a:r>
              <a:rPr lang="en-US" sz="2000" i="1" dirty="0">
                <a:solidFill>
                  <a:schemeClr val="tx1">
                    <a:lumMod val="50000"/>
                    <a:lumOff val="50000"/>
                  </a:schemeClr>
                </a:solidFill>
                <a:latin typeface="Calibri" pitchFamily="34" charset="0"/>
              </a:rPr>
              <a:t>Ignore the variables sum, </a:t>
            </a:r>
            <a:r>
              <a:rPr lang="en-US" sz="2000" i="1" dirty="0" err="1">
                <a:solidFill>
                  <a:schemeClr val="tx1">
                    <a:lumMod val="50000"/>
                    <a:lumOff val="50000"/>
                  </a:schemeClr>
                </a:solidFill>
                <a:latin typeface="Calibri" pitchFamily="34" charset="0"/>
              </a:rPr>
              <a:t>i</a:t>
            </a:r>
            <a:r>
              <a:rPr lang="en-US" sz="2000" i="1" dirty="0">
                <a:solidFill>
                  <a:schemeClr val="tx1">
                    <a:lumMod val="50000"/>
                    <a:lumOff val="50000"/>
                  </a:schemeClr>
                </a:solidFill>
                <a:latin typeface="Calibri" pitchFamily="34" charset="0"/>
              </a:rPr>
              <a:t>, j</a:t>
            </a:r>
          </a:p>
        </p:txBody>
      </p:sp>
    </p:spTree>
    <p:extLst>
      <p:ext uri="{BB962C8B-B14F-4D97-AF65-F5344CB8AC3E}">
        <p14:creationId xmlns:p14="http://schemas.microsoft.com/office/powerpoint/2010/main" val="131783930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7066"/>
            <a:ext cx="7961660" cy="761647"/>
          </a:xfrm>
        </p:spPr>
        <p:txBody>
          <a:bodyPr/>
          <a:lstStyle/>
          <a:p>
            <a:r>
              <a:rPr lang="en-US" dirty="0"/>
              <a:t>E-way Set Associative Cache (Here: E = 2)</a:t>
            </a:r>
          </a:p>
        </p:txBody>
      </p:sp>
      <p:cxnSp>
        <p:nvCxnSpPr>
          <p:cNvPr id="125" name="Straight Connector 124"/>
          <p:cNvCxnSpPr/>
          <p:nvPr/>
        </p:nvCxnSpPr>
        <p:spPr bwMode="auto">
          <a:xfrm>
            <a:off x="762001" y="4799966"/>
            <a:ext cx="6598924" cy="17181"/>
          </a:xfrm>
          <a:prstGeom prst="line">
            <a:avLst/>
          </a:prstGeom>
          <a:noFill/>
          <a:ln w="76200" cap="rnd" cmpd="sng" algn="ctr">
            <a:solidFill>
              <a:schemeClr val="tx1"/>
            </a:solidFill>
            <a:prstDash val="sysDot"/>
            <a:round/>
            <a:headEnd type="none" w="med" len="med"/>
            <a:tailEnd type="none" w="med" len="med"/>
          </a:ln>
          <a:effectLst/>
        </p:spPr>
      </p:cxn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E = 2: Two lines per set</a:t>
            </a:r>
          </a:p>
          <a:p>
            <a:r>
              <a:rPr lang="en-US" sz="2403" dirty="0">
                <a:latin typeface="Calibri" pitchFamily="34" charset="0"/>
              </a:rPr>
              <a:t>Assume: cache block size 8 bytes</a:t>
            </a:r>
          </a:p>
        </p:txBody>
      </p:sp>
      <p:sp>
        <p:nvSpPr>
          <p:cNvPr id="128" name="Rectangle 127"/>
          <p:cNvSpPr/>
          <p:nvPr/>
        </p:nvSpPr>
        <p:spPr bwMode="auto">
          <a:xfrm>
            <a:off x="6566078" y="186347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556678" y="186347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318678" y="186347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471283" y="1523674"/>
            <a:ext cx="2346758" cy="400089"/>
          </a:xfrm>
          <a:prstGeom prst="rect">
            <a:avLst/>
          </a:prstGeom>
          <a:noFill/>
        </p:spPr>
        <p:txBody>
          <a:bodyPr wrap="none" lIns="91421" tIns="45710" rIns="91421" bIns="45710" rtlCol="0">
            <a:spAutoFit/>
          </a:bodyPr>
          <a:lstStyle/>
          <a:p>
            <a:r>
              <a:rPr lang="en-US" sz="2000" dirty="0">
                <a:latin typeface="Calibri" pitchFamily="34" charset="0"/>
              </a:rPr>
              <a:t>Address of short </a:t>
            </a:r>
            <a:r>
              <a:rPr lang="en-US" sz="2000" dirty="0" err="1">
                <a:latin typeface="Calibri" pitchFamily="34" charset="0"/>
              </a:rPr>
              <a:t>int</a:t>
            </a:r>
            <a:r>
              <a:rPr lang="en-US" sz="2000" dirty="0">
                <a:latin typeface="Calibri" pitchFamily="34" charset="0"/>
              </a:rPr>
              <a:t>:</a:t>
            </a:r>
          </a:p>
        </p:txBody>
      </p:sp>
      <p:sp>
        <p:nvSpPr>
          <p:cNvPr id="73" name="Rectangle 72"/>
          <p:cNvSpPr/>
          <p:nvPr/>
        </p:nvSpPr>
        <p:spPr bwMode="auto">
          <a:xfrm>
            <a:off x="457200" y="2515024"/>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75" name="Rectangle 74"/>
          <p:cNvSpPr/>
          <p:nvPr/>
        </p:nvSpPr>
        <p:spPr bwMode="auto">
          <a:xfrm>
            <a:off x="606607" y="2591192"/>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76" name="Rectangle 75"/>
          <p:cNvSpPr/>
          <p:nvPr/>
        </p:nvSpPr>
        <p:spPr bwMode="auto">
          <a:xfrm>
            <a:off x="1899925" y="26898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77" name="Rectangle 76"/>
          <p:cNvSpPr/>
          <p:nvPr/>
        </p:nvSpPr>
        <p:spPr bwMode="auto">
          <a:xfrm>
            <a:off x="2135243" y="26898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78" name="Rectangle 77"/>
          <p:cNvSpPr/>
          <p:nvPr/>
        </p:nvSpPr>
        <p:spPr bwMode="auto">
          <a:xfrm>
            <a:off x="2360367" y="26898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79" name="Rectangle 78"/>
          <p:cNvSpPr/>
          <p:nvPr/>
        </p:nvSpPr>
        <p:spPr bwMode="auto">
          <a:xfrm>
            <a:off x="3587907" y="26898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80" name="Rectangle 79"/>
          <p:cNvSpPr/>
          <p:nvPr/>
        </p:nvSpPr>
        <p:spPr bwMode="auto">
          <a:xfrm>
            <a:off x="1120789" y="2689812"/>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81" name="Rectangle 80"/>
          <p:cNvSpPr/>
          <p:nvPr/>
        </p:nvSpPr>
        <p:spPr bwMode="auto">
          <a:xfrm>
            <a:off x="715928" y="26898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82" name="Rectangle 81"/>
          <p:cNvSpPr/>
          <p:nvPr/>
        </p:nvSpPr>
        <p:spPr bwMode="auto">
          <a:xfrm>
            <a:off x="2596310" y="26898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83" name="Rectangle 82"/>
          <p:cNvSpPr/>
          <p:nvPr/>
        </p:nvSpPr>
        <p:spPr bwMode="auto">
          <a:xfrm>
            <a:off x="3336537" y="26898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84" name="Rectangle 83"/>
          <p:cNvSpPr/>
          <p:nvPr/>
        </p:nvSpPr>
        <p:spPr bwMode="auto">
          <a:xfrm>
            <a:off x="3084544" y="26898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85" name="Rectangle 84"/>
          <p:cNvSpPr/>
          <p:nvPr/>
        </p:nvSpPr>
        <p:spPr bwMode="auto">
          <a:xfrm>
            <a:off x="2832550" y="26898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87" name="Rectangle 86"/>
          <p:cNvSpPr/>
          <p:nvPr/>
        </p:nvSpPr>
        <p:spPr bwMode="auto">
          <a:xfrm>
            <a:off x="4080935" y="2594434"/>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88" name="Rectangle 87"/>
          <p:cNvSpPr/>
          <p:nvPr/>
        </p:nvSpPr>
        <p:spPr bwMode="auto">
          <a:xfrm>
            <a:off x="5374252" y="2693053"/>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89" name="Rectangle 88"/>
          <p:cNvSpPr/>
          <p:nvPr/>
        </p:nvSpPr>
        <p:spPr bwMode="auto">
          <a:xfrm>
            <a:off x="5609571" y="2693053"/>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90" name="Rectangle 89"/>
          <p:cNvSpPr/>
          <p:nvPr/>
        </p:nvSpPr>
        <p:spPr bwMode="auto">
          <a:xfrm>
            <a:off x="5834696" y="2693053"/>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91" name="Rectangle 90"/>
          <p:cNvSpPr/>
          <p:nvPr/>
        </p:nvSpPr>
        <p:spPr bwMode="auto">
          <a:xfrm>
            <a:off x="7062236" y="2693053"/>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92" name="Rectangle 91"/>
          <p:cNvSpPr/>
          <p:nvPr/>
        </p:nvSpPr>
        <p:spPr bwMode="auto">
          <a:xfrm>
            <a:off x="4595116" y="2693053"/>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93" name="Rectangle 92"/>
          <p:cNvSpPr/>
          <p:nvPr/>
        </p:nvSpPr>
        <p:spPr bwMode="auto">
          <a:xfrm>
            <a:off x="4190257" y="2693053"/>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94" name="Rectangle 93"/>
          <p:cNvSpPr/>
          <p:nvPr/>
        </p:nvSpPr>
        <p:spPr bwMode="auto">
          <a:xfrm>
            <a:off x="6070637" y="2693053"/>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95" name="Rectangle 94"/>
          <p:cNvSpPr/>
          <p:nvPr/>
        </p:nvSpPr>
        <p:spPr bwMode="auto">
          <a:xfrm>
            <a:off x="6810865" y="2693053"/>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96" name="Rectangle 95"/>
          <p:cNvSpPr/>
          <p:nvPr/>
        </p:nvSpPr>
        <p:spPr bwMode="auto">
          <a:xfrm>
            <a:off x="6558872" y="2693053"/>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97" name="Rectangle 96"/>
          <p:cNvSpPr/>
          <p:nvPr/>
        </p:nvSpPr>
        <p:spPr bwMode="auto">
          <a:xfrm>
            <a:off x="6306878" y="2693053"/>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00" name="Rectangle 99"/>
          <p:cNvSpPr/>
          <p:nvPr/>
        </p:nvSpPr>
        <p:spPr bwMode="auto">
          <a:xfrm>
            <a:off x="457200" y="3200507"/>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14" name="Rectangle 113"/>
          <p:cNvSpPr/>
          <p:nvPr/>
        </p:nvSpPr>
        <p:spPr bwMode="auto">
          <a:xfrm>
            <a:off x="606607" y="3276675"/>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15" name="Rectangle 114"/>
          <p:cNvSpPr/>
          <p:nvPr/>
        </p:nvSpPr>
        <p:spPr bwMode="auto">
          <a:xfrm>
            <a:off x="1899925"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16" name="Rectangle 115"/>
          <p:cNvSpPr/>
          <p:nvPr/>
        </p:nvSpPr>
        <p:spPr bwMode="auto">
          <a:xfrm>
            <a:off x="2135243"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17" name="Rectangle 116"/>
          <p:cNvSpPr/>
          <p:nvPr/>
        </p:nvSpPr>
        <p:spPr bwMode="auto">
          <a:xfrm>
            <a:off x="2360367"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18" name="Rectangle 117"/>
          <p:cNvSpPr/>
          <p:nvPr/>
        </p:nvSpPr>
        <p:spPr bwMode="auto">
          <a:xfrm>
            <a:off x="358790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19" name="Rectangle 118"/>
          <p:cNvSpPr/>
          <p:nvPr/>
        </p:nvSpPr>
        <p:spPr bwMode="auto">
          <a:xfrm>
            <a:off x="1120789" y="3375294"/>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20" name="Rectangle 119"/>
          <p:cNvSpPr/>
          <p:nvPr/>
        </p:nvSpPr>
        <p:spPr bwMode="auto">
          <a:xfrm>
            <a:off x="715928"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21" name="Rectangle 120"/>
          <p:cNvSpPr/>
          <p:nvPr/>
        </p:nvSpPr>
        <p:spPr bwMode="auto">
          <a:xfrm>
            <a:off x="2596310"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22" name="Rectangle 121"/>
          <p:cNvSpPr/>
          <p:nvPr/>
        </p:nvSpPr>
        <p:spPr bwMode="auto">
          <a:xfrm>
            <a:off x="333653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23" name="Rectangle 122"/>
          <p:cNvSpPr/>
          <p:nvPr/>
        </p:nvSpPr>
        <p:spPr bwMode="auto">
          <a:xfrm>
            <a:off x="3084544"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24" name="Rectangle 123"/>
          <p:cNvSpPr/>
          <p:nvPr/>
        </p:nvSpPr>
        <p:spPr bwMode="auto">
          <a:xfrm>
            <a:off x="2832550"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03" name="Rectangle 102"/>
          <p:cNvSpPr/>
          <p:nvPr/>
        </p:nvSpPr>
        <p:spPr bwMode="auto">
          <a:xfrm>
            <a:off x="4080935" y="3279916"/>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04" name="Rectangle 103"/>
          <p:cNvSpPr/>
          <p:nvPr/>
        </p:nvSpPr>
        <p:spPr bwMode="auto">
          <a:xfrm>
            <a:off x="5374252"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05" name="Rectangle 104"/>
          <p:cNvSpPr/>
          <p:nvPr/>
        </p:nvSpPr>
        <p:spPr bwMode="auto">
          <a:xfrm>
            <a:off x="5609571"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06" name="Rectangle 105"/>
          <p:cNvSpPr/>
          <p:nvPr/>
        </p:nvSpPr>
        <p:spPr bwMode="auto">
          <a:xfrm>
            <a:off x="5834696"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07" name="Rectangle 106"/>
          <p:cNvSpPr/>
          <p:nvPr/>
        </p:nvSpPr>
        <p:spPr bwMode="auto">
          <a:xfrm>
            <a:off x="7062236"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08" name="Rectangle 107"/>
          <p:cNvSpPr/>
          <p:nvPr/>
        </p:nvSpPr>
        <p:spPr bwMode="auto">
          <a:xfrm>
            <a:off x="4595116" y="3378536"/>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09" name="Rectangle 108"/>
          <p:cNvSpPr/>
          <p:nvPr/>
        </p:nvSpPr>
        <p:spPr bwMode="auto">
          <a:xfrm>
            <a:off x="419025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10" name="Rectangle 109"/>
          <p:cNvSpPr/>
          <p:nvPr/>
        </p:nvSpPr>
        <p:spPr bwMode="auto">
          <a:xfrm>
            <a:off x="607063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11" name="Rectangle 110"/>
          <p:cNvSpPr/>
          <p:nvPr/>
        </p:nvSpPr>
        <p:spPr bwMode="auto">
          <a:xfrm>
            <a:off x="6810865"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12" name="Rectangle 111"/>
          <p:cNvSpPr/>
          <p:nvPr/>
        </p:nvSpPr>
        <p:spPr bwMode="auto">
          <a:xfrm>
            <a:off x="6558872"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13" name="Rectangle 112"/>
          <p:cNvSpPr/>
          <p:nvPr/>
        </p:nvSpPr>
        <p:spPr bwMode="auto">
          <a:xfrm>
            <a:off x="6306878"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37" name="Rectangle 136"/>
          <p:cNvSpPr/>
          <p:nvPr/>
        </p:nvSpPr>
        <p:spPr bwMode="auto">
          <a:xfrm>
            <a:off x="457200" y="3885989"/>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91" name="Rectangle 190"/>
          <p:cNvSpPr/>
          <p:nvPr/>
        </p:nvSpPr>
        <p:spPr bwMode="auto">
          <a:xfrm>
            <a:off x="606607" y="3962157"/>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92" name="Rectangle 191"/>
          <p:cNvSpPr/>
          <p:nvPr/>
        </p:nvSpPr>
        <p:spPr bwMode="auto">
          <a:xfrm>
            <a:off x="1899925" y="406077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93" name="Rectangle 192"/>
          <p:cNvSpPr/>
          <p:nvPr/>
        </p:nvSpPr>
        <p:spPr bwMode="auto">
          <a:xfrm>
            <a:off x="2135243" y="406077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94" name="Rectangle 193"/>
          <p:cNvSpPr/>
          <p:nvPr/>
        </p:nvSpPr>
        <p:spPr bwMode="auto">
          <a:xfrm>
            <a:off x="2360367" y="406077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95" name="Rectangle 194"/>
          <p:cNvSpPr/>
          <p:nvPr/>
        </p:nvSpPr>
        <p:spPr bwMode="auto">
          <a:xfrm>
            <a:off x="3587907" y="406077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96" name="Rectangle 195"/>
          <p:cNvSpPr/>
          <p:nvPr/>
        </p:nvSpPr>
        <p:spPr bwMode="auto">
          <a:xfrm>
            <a:off x="1120789" y="4060776"/>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97" name="Rectangle 196"/>
          <p:cNvSpPr/>
          <p:nvPr/>
        </p:nvSpPr>
        <p:spPr bwMode="auto">
          <a:xfrm>
            <a:off x="715928" y="406077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98" name="Rectangle 197"/>
          <p:cNvSpPr/>
          <p:nvPr/>
        </p:nvSpPr>
        <p:spPr bwMode="auto">
          <a:xfrm>
            <a:off x="2596310" y="406077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99" name="Rectangle 198"/>
          <p:cNvSpPr/>
          <p:nvPr/>
        </p:nvSpPr>
        <p:spPr bwMode="auto">
          <a:xfrm>
            <a:off x="3336537" y="406077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200" name="Rectangle 199"/>
          <p:cNvSpPr/>
          <p:nvPr/>
        </p:nvSpPr>
        <p:spPr bwMode="auto">
          <a:xfrm>
            <a:off x="3084544" y="406077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201" name="Rectangle 200"/>
          <p:cNvSpPr/>
          <p:nvPr/>
        </p:nvSpPr>
        <p:spPr bwMode="auto">
          <a:xfrm>
            <a:off x="2832550" y="406077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46" name="Rectangle 145"/>
          <p:cNvSpPr/>
          <p:nvPr/>
        </p:nvSpPr>
        <p:spPr bwMode="auto">
          <a:xfrm>
            <a:off x="4080935" y="3965398"/>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58" name="Rectangle 157"/>
          <p:cNvSpPr/>
          <p:nvPr/>
        </p:nvSpPr>
        <p:spPr bwMode="auto">
          <a:xfrm>
            <a:off x="5374252" y="4064018"/>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70" name="Rectangle 169"/>
          <p:cNvSpPr/>
          <p:nvPr/>
        </p:nvSpPr>
        <p:spPr bwMode="auto">
          <a:xfrm>
            <a:off x="5609571" y="4064018"/>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82" name="Rectangle 181"/>
          <p:cNvSpPr/>
          <p:nvPr/>
        </p:nvSpPr>
        <p:spPr bwMode="auto">
          <a:xfrm>
            <a:off x="5834696" y="4064018"/>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84" name="Rectangle 183"/>
          <p:cNvSpPr/>
          <p:nvPr/>
        </p:nvSpPr>
        <p:spPr bwMode="auto">
          <a:xfrm>
            <a:off x="7062236" y="4064018"/>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85" name="Rectangle 184"/>
          <p:cNvSpPr/>
          <p:nvPr/>
        </p:nvSpPr>
        <p:spPr bwMode="auto">
          <a:xfrm>
            <a:off x="4595116" y="4064018"/>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86" name="Rectangle 185"/>
          <p:cNvSpPr/>
          <p:nvPr/>
        </p:nvSpPr>
        <p:spPr bwMode="auto">
          <a:xfrm>
            <a:off x="4190257" y="4064018"/>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87" name="Rectangle 186"/>
          <p:cNvSpPr/>
          <p:nvPr/>
        </p:nvSpPr>
        <p:spPr bwMode="auto">
          <a:xfrm>
            <a:off x="6070637" y="4064018"/>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88" name="Rectangle 187"/>
          <p:cNvSpPr/>
          <p:nvPr/>
        </p:nvSpPr>
        <p:spPr bwMode="auto">
          <a:xfrm>
            <a:off x="6810865" y="4064018"/>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89" name="Rectangle 188"/>
          <p:cNvSpPr/>
          <p:nvPr/>
        </p:nvSpPr>
        <p:spPr bwMode="auto">
          <a:xfrm>
            <a:off x="6558872" y="4064018"/>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90" name="Rectangle 189"/>
          <p:cNvSpPr/>
          <p:nvPr/>
        </p:nvSpPr>
        <p:spPr bwMode="auto">
          <a:xfrm>
            <a:off x="6306878" y="4064018"/>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205" name="Rectangle 204"/>
          <p:cNvSpPr/>
          <p:nvPr/>
        </p:nvSpPr>
        <p:spPr bwMode="auto">
          <a:xfrm>
            <a:off x="457200" y="5101382"/>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219" name="Rectangle 218"/>
          <p:cNvSpPr/>
          <p:nvPr/>
        </p:nvSpPr>
        <p:spPr bwMode="auto">
          <a:xfrm>
            <a:off x="606607" y="5177550"/>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220" name="Rectangle 219"/>
          <p:cNvSpPr/>
          <p:nvPr/>
        </p:nvSpPr>
        <p:spPr bwMode="auto">
          <a:xfrm>
            <a:off x="1899925" y="5276170"/>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221" name="Rectangle 220"/>
          <p:cNvSpPr/>
          <p:nvPr/>
        </p:nvSpPr>
        <p:spPr bwMode="auto">
          <a:xfrm>
            <a:off x="2135243" y="5276170"/>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222" name="Rectangle 221"/>
          <p:cNvSpPr/>
          <p:nvPr/>
        </p:nvSpPr>
        <p:spPr bwMode="auto">
          <a:xfrm>
            <a:off x="2360367" y="5276170"/>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223" name="Rectangle 222"/>
          <p:cNvSpPr/>
          <p:nvPr/>
        </p:nvSpPr>
        <p:spPr bwMode="auto">
          <a:xfrm>
            <a:off x="3587907" y="5276170"/>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224" name="Rectangle 223"/>
          <p:cNvSpPr/>
          <p:nvPr/>
        </p:nvSpPr>
        <p:spPr bwMode="auto">
          <a:xfrm>
            <a:off x="1120789" y="5276170"/>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225" name="Rectangle 224"/>
          <p:cNvSpPr/>
          <p:nvPr/>
        </p:nvSpPr>
        <p:spPr bwMode="auto">
          <a:xfrm>
            <a:off x="715928" y="5276170"/>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226" name="Rectangle 225"/>
          <p:cNvSpPr/>
          <p:nvPr/>
        </p:nvSpPr>
        <p:spPr bwMode="auto">
          <a:xfrm>
            <a:off x="2596310" y="5276170"/>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227" name="Rectangle 226"/>
          <p:cNvSpPr/>
          <p:nvPr/>
        </p:nvSpPr>
        <p:spPr bwMode="auto">
          <a:xfrm>
            <a:off x="3336537" y="5276170"/>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228" name="Rectangle 227"/>
          <p:cNvSpPr/>
          <p:nvPr/>
        </p:nvSpPr>
        <p:spPr bwMode="auto">
          <a:xfrm>
            <a:off x="3084544" y="5276170"/>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229" name="Rectangle 228"/>
          <p:cNvSpPr/>
          <p:nvPr/>
        </p:nvSpPr>
        <p:spPr bwMode="auto">
          <a:xfrm>
            <a:off x="2832550" y="5276170"/>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208" name="Rectangle 207"/>
          <p:cNvSpPr/>
          <p:nvPr/>
        </p:nvSpPr>
        <p:spPr bwMode="auto">
          <a:xfrm>
            <a:off x="4080935" y="5180791"/>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209" name="Rectangle 208"/>
          <p:cNvSpPr/>
          <p:nvPr/>
        </p:nvSpPr>
        <p:spPr bwMode="auto">
          <a:xfrm>
            <a:off x="5374252" y="52794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210" name="Rectangle 209"/>
          <p:cNvSpPr/>
          <p:nvPr/>
        </p:nvSpPr>
        <p:spPr bwMode="auto">
          <a:xfrm>
            <a:off x="5609571" y="52794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211" name="Rectangle 210"/>
          <p:cNvSpPr/>
          <p:nvPr/>
        </p:nvSpPr>
        <p:spPr bwMode="auto">
          <a:xfrm>
            <a:off x="5834696" y="52794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212" name="Rectangle 211"/>
          <p:cNvSpPr/>
          <p:nvPr/>
        </p:nvSpPr>
        <p:spPr bwMode="auto">
          <a:xfrm>
            <a:off x="7062236" y="52794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213" name="Rectangle 212"/>
          <p:cNvSpPr/>
          <p:nvPr/>
        </p:nvSpPr>
        <p:spPr bwMode="auto">
          <a:xfrm>
            <a:off x="4595116" y="5279412"/>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214" name="Rectangle 213"/>
          <p:cNvSpPr/>
          <p:nvPr/>
        </p:nvSpPr>
        <p:spPr bwMode="auto">
          <a:xfrm>
            <a:off x="4190257" y="52794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215" name="Rectangle 214"/>
          <p:cNvSpPr/>
          <p:nvPr/>
        </p:nvSpPr>
        <p:spPr bwMode="auto">
          <a:xfrm>
            <a:off x="6070637" y="5279412"/>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216" name="Rectangle 215"/>
          <p:cNvSpPr/>
          <p:nvPr/>
        </p:nvSpPr>
        <p:spPr bwMode="auto">
          <a:xfrm>
            <a:off x="6810865" y="52794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217" name="Rectangle 216"/>
          <p:cNvSpPr/>
          <p:nvPr/>
        </p:nvSpPr>
        <p:spPr bwMode="auto">
          <a:xfrm>
            <a:off x="6558872" y="52794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218" name="Rectangle 217"/>
          <p:cNvSpPr/>
          <p:nvPr/>
        </p:nvSpPr>
        <p:spPr bwMode="auto">
          <a:xfrm>
            <a:off x="6306878" y="5279412"/>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cxnSp>
        <p:nvCxnSpPr>
          <p:cNvPr id="231" name="Shape 230"/>
          <p:cNvCxnSpPr>
            <a:stCxn id="129" idx="2"/>
            <a:endCxn id="100" idx="3"/>
          </p:cNvCxnSpPr>
          <p:nvPr/>
        </p:nvCxnSpPr>
        <p:spPr bwMode="auto">
          <a:xfrm rot="5400000">
            <a:off x="7054447" y="2623555"/>
            <a:ext cx="1372585" cy="393878"/>
          </a:xfrm>
          <a:prstGeom prst="bentConnector2">
            <a:avLst/>
          </a:prstGeom>
          <a:noFill/>
          <a:ln w="25400" cap="flat" cmpd="sng" algn="ctr">
            <a:solidFill>
              <a:schemeClr val="tx1"/>
            </a:solidFill>
            <a:prstDash val="solid"/>
            <a:round/>
            <a:headEnd type="none" w="med" len="med"/>
            <a:tailEnd type="none" w="med" len="med"/>
          </a:ln>
          <a:effectLst/>
        </p:spPr>
      </p:cxnSp>
      <p:sp>
        <p:nvSpPr>
          <p:cNvPr id="132" name="TextBox 131"/>
          <p:cNvSpPr txBox="1"/>
          <p:nvPr/>
        </p:nvSpPr>
        <p:spPr>
          <a:xfrm>
            <a:off x="7923708" y="3246657"/>
            <a:ext cx="981384" cy="400089"/>
          </a:xfrm>
          <a:prstGeom prst="rect">
            <a:avLst/>
          </a:prstGeom>
          <a:noFill/>
        </p:spPr>
        <p:txBody>
          <a:bodyPr wrap="none" lIns="91421" tIns="45710" rIns="91421" bIns="45710" rtlCol="0">
            <a:spAutoFit/>
          </a:bodyPr>
          <a:lstStyle/>
          <a:p>
            <a:r>
              <a:rPr lang="en-US" sz="2000" dirty="0">
                <a:latin typeface="Calibri" pitchFamily="34" charset="0"/>
              </a:rPr>
              <a:t>find set</a:t>
            </a:r>
          </a:p>
        </p:txBody>
      </p:sp>
    </p:spTree>
    <p:extLst>
      <p:ext uri="{BB962C8B-B14F-4D97-AF65-F5344CB8AC3E}">
        <p14:creationId xmlns:p14="http://schemas.microsoft.com/office/powerpoint/2010/main" val="1926414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132"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763" y="446454"/>
            <a:ext cx="8245269" cy="761647"/>
          </a:xfrm>
        </p:spPr>
        <p:txBody>
          <a:bodyPr/>
          <a:lstStyle/>
          <a:p>
            <a:r>
              <a:rPr lang="en-US" dirty="0"/>
              <a:t>E-way Set Associative Cache (Here: E = 2)</a:t>
            </a:r>
          </a:p>
        </p:txBody>
      </p: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E = 2: Two lines per set</a:t>
            </a:r>
          </a:p>
          <a:p>
            <a:r>
              <a:rPr lang="en-US" sz="2403" dirty="0">
                <a:latin typeface="Calibri" pitchFamily="34" charset="0"/>
              </a:rPr>
              <a:t>Assume: cache block size 8 bytes</a:t>
            </a:r>
          </a:p>
        </p:txBody>
      </p:sp>
      <p:sp>
        <p:nvSpPr>
          <p:cNvPr id="128" name="Rectangle 127"/>
          <p:cNvSpPr/>
          <p:nvPr/>
        </p:nvSpPr>
        <p:spPr bwMode="auto">
          <a:xfrm>
            <a:off x="6566078" y="186347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556678" y="186347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318678" y="186347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471283" y="1523674"/>
            <a:ext cx="2346758" cy="400089"/>
          </a:xfrm>
          <a:prstGeom prst="rect">
            <a:avLst/>
          </a:prstGeom>
          <a:noFill/>
        </p:spPr>
        <p:txBody>
          <a:bodyPr wrap="none" lIns="91421" tIns="45710" rIns="91421" bIns="45710" rtlCol="0">
            <a:spAutoFit/>
          </a:bodyPr>
          <a:lstStyle/>
          <a:p>
            <a:r>
              <a:rPr lang="en-US" sz="2000" dirty="0">
                <a:latin typeface="Calibri" pitchFamily="34" charset="0"/>
              </a:rPr>
              <a:t>Address of short </a:t>
            </a:r>
            <a:r>
              <a:rPr lang="en-US" sz="2000" dirty="0" err="1">
                <a:latin typeface="Calibri" pitchFamily="34" charset="0"/>
              </a:rPr>
              <a:t>int</a:t>
            </a:r>
            <a:r>
              <a:rPr lang="en-US" sz="2000" dirty="0">
                <a:latin typeface="Calibri" pitchFamily="34" charset="0"/>
              </a:rPr>
              <a:t>:</a:t>
            </a:r>
          </a:p>
        </p:txBody>
      </p:sp>
      <p:sp>
        <p:nvSpPr>
          <p:cNvPr id="100" name="Rectangle 99"/>
          <p:cNvSpPr/>
          <p:nvPr/>
        </p:nvSpPr>
        <p:spPr bwMode="auto">
          <a:xfrm>
            <a:off x="457200" y="3200507"/>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14" name="Rectangle 113"/>
          <p:cNvSpPr/>
          <p:nvPr/>
        </p:nvSpPr>
        <p:spPr bwMode="auto">
          <a:xfrm>
            <a:off x="606607" y="3276675"/>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15" name="Rectangle 114"/>
          <p:cNvSpPr/>
          <p:nvPr/>
        </p:nvSpPr>
        <p:spPr bwMode="auto">
          <a:xfrm>
            <a:off x="1899925"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16" name="Rectangle 115"/>
          <p:cNvSpPr/>
          <p:nvPr/>
        </p:nvSpPr>
        <p:spPr bwMode="auto">
          <a:xfrm>
            <a:off x="2135243"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17" name="Rectangle 116"/>
          <p:cNvSpPr/>
          <p:nvPr/>
        </p:nvSpPr>
        <p:spPr bwMode="auto">
          <a:xfrm>
            <a:off x="2360367"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18" name="Rectangle 117"/>
          <p:cNvSpPr/>
          <p:nvPr/>
        </p:nvSpPr>
        <p:spPr bwMode="auto">
          <a:xfrm>
            <a:off x="358790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19" name="Rectangle 118"/>
          <p:cNvSpPr/>
          <p:nvPr/>
        </p:nvSpPr>
        <p:spPr bwMode="auto">
          <a:xfrm>
            <a:off x="1120789" y="3375294"/>
            <a:ext cx="61978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20" name="Rectangle 119"/>
          <p:cNvSpPr/>
          <p:nvPr/>
        </p:nvSpPr>
        <p:spPr bwMode="auto">
          <a:xfrm>
            <a:off x="715928"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21" name="Rectangle 120"/>
          <p:cNvSpPr/>
          <p:nvPr/>
        </p:nvSpPr>
        <p:spPr bwMode="auto">
          <a:xfrm>
            <a:off x="2596310"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22" name="Rectangle 121"/>
          <p:cNvSpPr/>
          <p:nvPr/>
        </p:nvSpPr>
        <p:spPr bwMode="auto">
          <a:xfrm>
            <a:off x="333653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23" name="Rectangle 122"/>
          <p:cNvSpPr/>
          <p:nvPr/>
        </p:nvSpPr>
        <p:spPr bwMode="auto">
          <a:xfrm>
            <a:off x="3084544"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24" name="Rectangle 123"/>
          <p:cNvSpPr/>
          <p:nvPr/>
        </p:nvSpPr>
        <p:spPr bwMode="auto">
          <a:xfrm>
            <a:off x="2832550"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03" name="Rectangle 102"/>
          <p:cNvSpPr/>
          <p:nvPr/>
        </p:nvSpPr>
        <p:spPr bwMode="auto">
          <a:xfrm>
            <a:off x="4080935" y="3279916"/>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04" name="Rectangle 103"/>
          <p:cNvSpPr/>
          <p:nvPr/>
        </p:nvSpPr>
        <p:spPr bwMode="auto">
          <a:xfrm>
            <a:off x="5374252"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05" name="Rectangle 104"/>
          <p:cNvSpPr/>
          <p:nvPr/>
        </p:nvSpPr>
        <p:spPr bwMode="auto">
          <a:xfrm>
            <a:off x="5609571"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06" name="Rectangle 105"/>
          <p:cNvSpPr/>
          <p:nvPr/>
        </p:nvSpPr>
        <p:spPr bwMode="auto">
          <a:xfrm>
            <a:off x="5834696"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07" name="Rectangle 106"/>
          <p:cNvSpPr/>
          <p:nvPr/>
        </p:nvSpPr>
        <p:spPr bwMode="auto">
          <a:xfrm>
            <a:off x="7062236"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08" name="Rectangle 107"/>
          <p:cNvSpPr/>
          <p:nvPr/>
        </p:nvSpPr>
        <p:spPr bwMode="auto">
          <a:xfrm>
            <a:off x="4595116" y="3378536"/>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09" name="Rectangle 108"/>
          <p:cNvSpPr/>
          <p:nvPr/>
        </p:nvSpPr>
        <p:spPr bwMode="auto">
          <a:xfrm>
            <a:off x="419025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10" name="Rectangle 109"/>
          <p:cNvSpPr/>
          <p:nvPr/>
        </p:nvSpPr>
        <p:spPr bwMode="auto">
          <a:xfrm>
            <a:off x="607063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11" name="Rectangle 110"/>
          <p:cNvSpPr/>
          <p:nvPr/>
        </p:nvSpPr>
        <p:spPr bwMode="auto">
          <a:xfrm>
            <a:off x="6810865"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12" name="Rectangle 111"/>
          <p:cNvSpPr/>
          <p:nvPr/>
        </p:nvSpPr>
        <p:spPr bwMode="auto">
          <a:xfrm>
            <a:off x="6558872"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13" name="Rectangle 112"/>
          <p:cNvSpPr/>
          <p:nvPr/>
        </p:nvSpPr>
        <p:spPr bwMode="auto">
          <a:xfrm>
            <a:off x="6306878"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cxnSp>
        <p:nvCxnSpPr>
          <p:cNvPr id="231" name="Shape 230"/>
          <p:cNvCxnSpPr>
            <a:stCxn id="129" idx="2"/>
            <a:endCxn id="100" idx="3"/>
          </p:cNvCxnSpPr>
          <p:nvPr/>
        </p:nvCxnSpPr>
        <p:spPr bwMode="auto">
          <a:xfrm rot="5400000">
            <a:off x="7054447" y="2623555"/>
            <a:ext cx="1372585" cy="393878"/>
          </a:xfrm>
          <a:prstGeom prst="bentConnector2">
            <a:avLst/>
          </a:prstGeom>
          <a:noFill/>
          <a:ln w="25400" cap="flat" cmpd="sng" algn="ctr">
            <a:solidFill>
              <a:schemeClr val="tx1"/>
            </a:solidFill>
            <a:prstDash val="solid"/>
            <a:round/>
            <a:headEnd type="none" w="med" len="med"/>
            <a:tailEnd type="none" w="med" len="med"/>
          </a:ln>
          <a:effectLst/>
        </p:spPr>
      </p:cxnSp>
      <p:cxnSp>
        <p:nvCxnSpPr>
          <p:cNvPr id="132" name="Shape 131"/>
          <p:cNvCxnSpPr>
            <a:stCxn id="128" idx="1"/>
            <a:endCxn id="108" idx="0"/>
          </p:cNvCxnSpPr>
          <p:nvPr/>
        </p:nvCxnSpPr>
        <p:spPr bwMode="auto">
          <a:xfrm rot="10800000" flipV="1">
            <a:off x="4905013" y="1998840"/>
            <a:ext cx="1661067" cy="1379696"/>
          </a:xfrm>
          <a:prstGeom prst="bentConnector2">
            <a:avLst/>
          </a:prstGeom>
          <a:noFill/>
          <a:ln w="25400" cap="flat" cmpd="sng" algn="ctr">
            <a:solidFill>
              <a:schemeClr val="tx1"/>
            </a:solidFill>
            <a:prstDash val="solid"/>
            <a:round/>
            <a:headEnd type="none" w="med" len="med"/>
            <a:tailEnd type="none" w="med" len="med"/>
          </a:ln>
          <a:effectLst/>
        </p:spPr>
      </p:cxnSp>
      <p:cxnSp>
        <p:nvCxnSpPr>
          <p:cNvPr id="134" name="Shape 133"/>
          <p:cNvCxnSpPr>
            <a:stCxn id="128" idx="1"/>
            <a:endCxn id="119" idx="0"/>
          </p:cNvCxnSpPr>
          <p:nvPr/>
        </p:nvCxnSpPr>
        <p:spPr bwMode="auto">
          <a:xfrm rot="10800000" flipV="1">
            <a:off x="1430685" y="1998839"/>
            <a:ext cx="5135395" cy="1376455"/>
          </a:xfrm>
          <a:prstGeom prst="bentConnector2">
            <a:avLst/>
          </a:prstGeom>
          <a:noFill/>
          <a:ln w="25400" cap="flat" cmpd="sng" algn="ctr">
            <a:solidFill>
              <a:schemeClr val="tx1"/>
            </a:solidFill>
            <a:prstDash val="solid"/>
            <a:round/>
            <a:headEnd type="none" w="med" len="med"/>
            <a:tailEnd type="none" w="med" len="med"/>
          </a:ln>
          <a:effectLst/>
        </p:spPr>
      </p:cxnSp>
      <p:sp>
        <p:nvSpPr>
          <p:cNvPr id="135" name="TextBox 134"/>
          <p:cNvSpPr txBox="1"/>
          <p:nvPr/>
        </p:nvSpPr>
        <p:spPr>
          <a:xfrm>
            <a:off x="3424389" y="1981871"/>
            <a:ext cx="1679589" cy="400089"/>
          </a:xfrm>
          <a:prstGeom prst="rect">
            <a:avLst/>
          </a:prstGeom>
          <a:noFill/>
        </p:spPr>
        <p:txBody>
          <a:bodyPr wrap="none" lIns="91421" tIns="45710" rIns="91421" bIns="45710" rtlCol="0">
            <a:spAutoFit/>
          </a:bodyPr>
          <a:lstStyle/>
          <a:p>
            <a:r>
              <a:rPr lang="en-US" sz="2000" dirty="0">
                <a:latin typeface="Calibri" pitchFamily="34" charset="0"/>
              </a:rPr>
              <a:t>compare both</a:t>
            </a:r>
          </a:p>
        </p:txBody>
      </p:sp>
      <p:cxnSp>
        <p:nvCxnSpPr>
          <p:cNvPr id="136" name="Straight Connector 135"/>
          <p:cNvCxnSpPr/>
          <p:nvPr/>
        </p:nvCxnSpPr>
        <p:spPr bwMode="auto">
          <a:xfrm rot="5400000">
            <a:off x="637042" y="3171582"/>
            <a:ext cx="400729" cy="1588"/>
          </a:xfrm>
          <a:prstGeom prst="line">
            <a:avLst/>
          </a:prstGeom>
          <a:noFill/>
          <a:ln w="25400" cap="flat" cmpd="sng" algn="ctr">
            <a:solidFill>
              <a:schemeClr val="tx1"/>
            </a:solidFill>
            <a:prstDash val="solid"/>
            <a:round/>
            <a:headEnd type="none" w="med" len="med"/>
            <a:tailEnd type="none" w="med" len="med"/>
          </a:ln>
          <a:effectLst/>
        </p:spPr>
      </p:cxnSp>
      <p:sp>
        <p:nvSpPr>
          <p:cNvPr id="138" name="TextBox 137"/>
          <p:cNvSpPr txBox="1"/>
          <p:nvPr/>
        </p:nvSpPr>
        <p:spPr>
          <a:xfrm>
            <a:off x="481598" y="2628477"/>
            <a:ext cx="1112382" cy="400089"/>
          </a:xfrm>
          <a:prstGeom prst="rect">
            <a:avLst/>
          </a:prstGeom>
          <a:noFill/>
        </p:spPr>
        <p:txBody>
          <a:bodyPr wrap="none" lIns="91421" tIns="45710" rIns="91421" bIns="45710" rtlCol="0">
            <a:spAutoFit/>
          </a:bodyPr>
          <a:lstStyle/>
          <a:p>
            <a:r>
              <a:rPr lang="en-US" sz="2000" dirty="0">
                <a:latin typeface="Calibri" pitchFamily="34" charset="0"/>
              </a:rPr>
              <a:t>valid?  + </a:t>
            </a:r>
          </a:p>
        </p:txBody>
      </p:sp>
      <p:sp>
        <p:nvSpPr>
          <p:cNvPr id="139" name="TextBox 138"/>
          <p:cNvSpPr txBox="1"/>
          <p:nvPr/>
        </p:nvSpPr>
        <p:spPr>
          <a:xfrm>
            <a:off x="1565072" y="2668058"/>
            <a:ext cx="1859317" cy="400089"/>
          </a:xfrm>
          <a:prstGeom prst="rect">
            <a:avLst/>
          </a:prstGeom>
          <a:noFill/>
        </p:spPr>
        <p:txBody>
          <a:bodyPr wrap="none" lIns="91421" tIns="45710" rIns="91421" bIns="45710" rtlCol="0">
            <a:spAutoFit/>
          </a:bodyPr>
          <a:lstStyle/>
          <a:p>
            <a:r>
              <a:rPr lang="en-US" sz="2000" dirty="0">
                <a:latin typeface="Calibri" pitchFamily="34" charset="0"/>
              </a:rPr>
              <a:t>match: yes = hit</a:t>
            </a:r>
          </a:p>
        </p:txBody>
      </p:sp>
      <p:cxnSp>
        <p:nvCxnSpPr>
          <p:cNvPr id="143" name="Elbow Connector 142"/>
          <p:cNvCxnSpPr>
            <a:stCxn id="130" idx="2"/>
            <a:endCxn id="124" idx="2"/>
          </p:cNvCxnSpPr>
          <p:nvPr/>
        </p:nvCxnSpPr>
        <p:spPr bwMode="auto">
          <a:xfrm rot="5400000">
            <a:off x="5016860" y="76201"/>
            <a:ext cx="1504081" cy="5620080"/>
          </a:xfrm>
          <a:prstGeom prst="bentConnector3">
            <a:avLst>
              <a:gd name="adj1" fmla="val 148388"/>
            </a:avLst>
          </a:prstGeom>
          <a:noFill/>
          <a:ln w="25400" cap="flat" cmpd="sng" algn="ctr">
            <a:solidFill>
              <a:schemeClr val="tx1"/>
            </a:solidFill>
            <a:prstDash val="solid"/>
            <a:round/>
            <a:headEnd type="none" w="med" len="med"/>
            <a:tailEnd type="none" w="med" len="med"/>
          </a:ln>
          <a:effectLst/>
        </p:spPr>
      </p:cxnSp>
      <p:sp>
        <p:nvSpPr>
          <p:cNvPr id="145" name="TextBox 144"/>
          <p:cNvSpPr txBox="1"/>
          <p:nvPr/>
        </p:nvSpPr>
        <p:spPr>
          <a:xfrm>
            <a:off x="5105332" y="4354639"/>
            <a:ext cx="1429520" cy="400089"/>
          </a:xfrm>
          <a:prstGeom prst="rect">
            <a:avLst/>
          </a:prstGeom>
          <a:noFill/>
        </p:spPr>
        <p:txBody>
          <a:bodyPr wrap="none" lIns="91421" tIns="45710" rIns="91421" bIns="45710" rtlCol="0">
            <a:spAutoFit/>
          </a:bodyPr>
          <a:lstStyle/>
          <a:p>
            <a:r>
              <a:rPr lang="en-US" sz="2000" dirty="0">
                <a:latin typeface="Calibri" pitchFamily="34" charset="0"/>
              </a:rPr>
              <a:t>block offset</a:t>
            </a:r>
          </a:p>
        </p:txBody>
      </p:sp>
      <p:sp>
        <p:nvSpPr>
          <p:cNvPr id="43" name="Rectangle 42"/>
          <p:cNvSpPr/>
          <p:nvPr/>
        </p:nvSpPr>
        <p:spPr bwMode="auto">
          <a:xfrm>
            <a:off x="1124185" y="3377263"/>
            <a:ext cx="619789" cy="262988"/>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CA413CC-0AA9-4DB6-9C2E-C993D8249B1C}"/>
                  </a:ext>
                </a:extLst>
              </p14:cNvPr>
              <p14:cNvContentPartPr/>
              <p14:nvPr/>
            </p14:nvContentPartPr>
            <p14:xfrm>
              <a:off x="1340280" y="3693960"/>
              <a:ext cx="106200" cy="29880"/>
            </p14:xfrm>
          </p:contentPart>
        </mc:Choice>
        <mc:Fallback xmlns="">
          <p:pic>
            <p:nvPicPr>
              <p:cNvPr id="3" name="Ink 2">
                <a:extLst>
                  <a:ext uri="{FF2B5EF4-FFF2-40B4-BE49-F238E27FC236}">
                    <a16:creationId xmlns:a16="http://schemas.microsoft.com/office/drawing/2014/main" id="{ECA413CC-0AA9-4DB6-9C2E-C993D8249B1C}"/>
                  </a:ext>
                </a:extLst>
              </p:cNvPr>
              <p:cNvPicPr/>
              <p:nvPr/>
            </p:nvPicPr>
            <p:blipFill>
              <a:blip r:embed="rId4"/>
              <a:stretch>
                <a:fillRect/>
              </a:stretch>
            </p:blipFill>
            <p:spPr>
              <a:xfrm>
                <a:off x="1330920" y="3684600"/>
                <a:ext cx="124920" cy="48600"/>
              </a:xfrm>
              <a:prstGeom prst="rect">
                <a:avLst/>
              </a:prstGeom>
            </p:spPr>
          </p:pic>
        </mc:Fallback>
      </mc:AlternateContent>
    </p:spTree>
    <p:extLst>
      <p:ext uri="{BB962C8B-B14F-4D97-AF65-F5344CB8AC3E}">
        <p14:creationId xmlns:p14="http://schemas.microsoft.com/office/powerpoint/2010/main" val="14564769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p:bldP spid="138" grpId="0"/>
      <p:bldP spid="139" grpId="0"/>
      <p:bldP spid="145" grpId="0"/>
      <p:bldP spid="4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763" y="446454"/>
            <a:ext cx="8245269" cy="761647"/>
          </a:xfrm>
        </p:spPr>
        <p:txBody>
          <a:bodyPr/>
          <a:lstStyle/>
          <a:p>
            <a:r>
              <a:rPr lang="en-US" dirty="0"/>
              <a:t>E-way Set Associative Cache (Here: E = 2)</a:t>
            </a:r>
          </a:p>
        </p:txBody>
      </p:sp>
      <p:sp>
        <p:nvSpPr>
          <p:cNvPr id="127" name="TextBox 126"/>
          <p:cNvSpPr txBox="1"/>
          <p:nvPr/>
        </p:nvSpPr>
        <p:spPr>
          <a:xfrm>
            <a:off x="370402" y="1155723"/>
            <a:ext cx="4351875" cy="832904"/>
          </a:xfrm>
          <a:prstGeom prst="rect">
            <a:avLst/>
          </a:prstGeom>
          <a:noFill/>
        </p:spPr>
        <p:txBody>
          <a:bodyPr wrap="none" lIns="91421" tIns="45710" rIns="91421" bIns="45710" rtlCol="0">
            <a:spAutoFit/>
          </a:bodyPr>
          <a:lstStyle/>
          <a:p>
            <a:r>
              <a:rPr lang="en-US" sz="2403" dirty="0">
                <a:latin typeface="Calibri" pitchFamily="34" charset="0"/>
              </a:rPr>
              <a:t>E = 2: Two lines per set</a:t>
            </a:r>
          </a:p>
          <a:p>
            <a:r>
              <a:rPr lang="en-US" sz="2403" dirty="0">
                <a:latin typeface="Calibri" pitchFamily="34" charset="0"/>
              </a:rPr>
              <a:t>Assume: cache block size 8 bytes</a:t>
            </a:r>
          </a:p>
        </p:txBody>
      </p:sp>
      <p:sp>
        <p:nvSpPr>
          <p:cNvPr id="128" name="Rectangle 127"/>
          <p:cNvSpPr/>
          <p:nvPr/>
        </p:nvSpPr>
        <p:spPr bwMode="auto">
          <a:xfrm>
            <a:off x="6566078" y="186347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t bits</a:t>
            </a:r>
          </a:p>
        </p:txBody>
      </p:sp>
      <p:sp>
        <p:nvSpPr>
          <p:cNvPr id="129" name="Rectangle 128"/>
          <p:cNvSpPr/>
          <p:nvPr/>
        </p:nvSpPr>
        <p:spPr bwMode="auto">
          <a:xfrm>
            <a:off x="7556678" y="186347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602" dirty="0">
                <a:latin typeface="Calibri" pitchFamily="34" charset="0"/>
              </a:rPr>
              <a:t>0…01</a:t>
            </a:r>
          </a:p>
        </p:txBody>
      </p:sp>
      <p:sp>
        <p:nvSpPr>
          <p:cNvPr id="130" name="Rectangle 129"/>
          <p:cNvSpPr/>
          <p:nvPr/>
        </p:nvSpPr>
        <p:spPr bwMode="auto">
          <a:xfrm>
            <a:off x="8318678" y="1863479"/>
            <a:ext cx="520522"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602" dirty="0">
                <a:solidFill>
                  <a:srgbClr val="000000"/>
                </a:solidFill>
                <a:latin typeface="Calibri" pitchFamily="34" charset="0"/>
              </a:rPr>
              <a:t>100</a:t>
            </a:r>
          </a:p>
        </p:txBody>
      </p:sp>
      <p:sp>
        <p:nvSpPr>
          <p:cNvPr id="131" name="TextBox 130"/>
          <p:cNvSpPr txBox="1"/>
          <p:nvPr/>
        </p:nvSpPr>
        <p:spPr>
          <a:xfrm>
            <a:off x="6471283" y="1523674"/>
            <a:ext cx="2346758" cy="400089"/>
          </a:xfrm>
          <a:prstGeom prst="rect">
            <a:avLst/>
          </a:prstGeom>
          <a:noFill/>
        </p:spPr>
        <p:txBody>
          <a:bodyPr wrap="none" lIns="91421" tIns="45710" rIns="91421" bIns="45710" rtlCol="0">
            <a:spAutoFit/>
          </a:bodyPr>
          <a:lstStyle/>
          <a:p>
            <a:r>
              <a:rPr lang="en-US" sz="2000" dirty="0">
                <a:latin typeface="Calibri" pitchFamily="34" charset="0"/>
              </a:rPr>
              <a:t>Address of short </a:t>
            </a:r>
            <a:r>
              <a:rPr lang="en-US" sz="2000" dirty="0" err="1">
                <a:latin typeface="Calibri" pitchFamily="34" charset="0"/>
              </a:rPr>
              <a:t>int</a:t>
            </a:r>
            <a:r>
              <a:rPr lang="en-US" sz="2000" dirty="0">
                <a:latin typeface="Calibri" pitchFamily="34" charset="0"/>
              </a:rPr>
              <a:t>:</a:t>
            </a:r>
          </a:p>
        </p:txBody>
      </p:sp>
      <p:sp>
        <p:nvSpPr>
          <p:cNvPr id="100" name="Rectangle 99"/>
          <p:cNvSpPr/>
          <p:nvPr/>
        </p:nvSpPr>
        <p:spPr bwMode="auto">
          <a:xfrm>
            <a:off x="457200" y="3200507"/>
            <a:ext cx="7086601" cy="612559"/>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14" name="Rectangle 113"/>
          <p:cNvSpPr/>
          <p:nvPr/>
        </p:nvSpPr>
        <p:spPr bwMode="auto">
          <a:xfrm>
            <a:off x="606607" y="3276675"/>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15" name="Rectangle 114"/>
          <p:cNvSpPr/>
          <p:nvPr/>
        </p:nvSpPr>
        <p:spPr bwMode="auto">
          <a:xfrm>
            <a:off x="1899925"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16" name="Rectangle 115"/>
          <p:cNvSpPr/>
          <p:nvPr/>
        </p:nvSpPr>
        <p:spPr bwMode="auto">
          <a:xfrm>
            <a:off x="2135243"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17" name="Rectangle 116"/>
          <p:cNvSpPr/>
          <p:nvPr/>
        </p:nvSpPr>
        <p:spPr bwMode="auto">
          <a:xfrm>
            <a:off x="2360367"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18" name="Rectangle 117"/>
          <p:cNvSpPr/>
          <p:nvPr/>
        </p:nvSpPr>
        <p:spPr bwMode="auto">
          <a:xfrm>
            <a:off x="358790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19" name="Rectangle 118"/>
          <p:cNvSpPr/>
          <p:nvPr/>
        </p:nvSpPr>
        <p:spPr bwMode="auto">
          <a:xfrm>
            <a:off x="1120789" y="3375294"/>
            <a:ext cx="619789" cy="262988"/>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20" name="Rectangle 119"/>
          <p:cNvSpPr/>
          <p:nvPr/>
        </p:nvSpPr>
        <p:spPr bwMode="auto">
          <a:xfrm>
            <a:off x="715928"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21" name="Rectangle 120"/>
          <p:cNvSpPr/>
          <p:nvPr/>
        </p:nvSpPr>
        <p:spPr bwMode="auto">
          <a:xfrm>
            <a:off x="2596310" y="3375294"/>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22" name="Rectangle 121"/>
          <p:cNvSpPr/>
          <p:nvPr/>
        </p:nvSpPr>
        <p:spPr bwMode="auto">
          <a:xfrm>
            <a:off x="3336537" y="3375294"/>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23" name="Rectangle 122"/>
          <p:cNvSpPr/>
          <p:nvPr/>
        </p:nvSpPr>
        <p:spPr bwMode="auto">
          <a:xfrm>
            <a:off x="3084544" y="3375294"/>
            <a:ext cx="252617" cy="262988"/>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24" name="Rectangle 123"/>
          <p:cNvSpPr/>
          <p:nvPr/>
        </p:nvSpPr>
        <p:spPr bwMode="auto">
          <a:xfrm>
            <a:off x="2832550" y="3375294"/>
            <a:ext cx="252617" cy="262988"/>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sp>
        <p:nvSpPr>
          <p:cNvPr id="103" name="Rectangle 102"/>
          <p:cNvSpPr/>
          <p:nvPr/>
        </p:nvSpPr>
        <p:spPr bwMode="auto">
          <a:xfrm>
            <a:off x="4080935" y="3279916"/>
            <a:ext cx="3321928" cy="460229"/>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602" dirty="0">
              <a:latin typeface="Calibri" pitchFamily="34" charset="0"/>
            </a:endParaRPr>
          </a:p>
        </p:txBody>
      </p:sp>
      <p:sp>
        <p:nvSpPr>
          <p:cNvPr id="104" name="Rectangle 103"/>
          <p:cNvSpPr/>
          <p:nvPr/>
        </p:nvSpPr>
        <p:spPr bwMode="auto">
          <a:xfrm>
            <a:off x="5374252"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0</a:t>
            </a:r>
          </a:p>
        </p:txBody>
      </p:sp>
      <p:sp>
        <p:nvSpPr>
          <p:cNvPr id="105" name="Rectangle 104"/>
          <p:cNvSpPr/>
          <p:nvPr/>
        </p:nvSpPr>
        <p:spPr bwMode="auto">
          <a:xfrm>
            <a:off x="5609571"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1</a:t>
            </a:r>
          </a:p>
        </p:txBody>
      </p:sp>
      <p:sp>
        <p:nvSpPr>
          <p:cNvPr id="106" name="Rectangle 105"/>
          <p:cNvSpPr/>
          <p:nvPr/>
        </p:nvSpPr>
        <p:spPr bwMode="auto">
          <a:xfrm>
            <a:off x="5834696"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2</a:t>
            </a:r>
          </a:p>
        </p:txBody>
      </p:sp>
      <p:sp>
        <p:nvSpPr>
          <p:cNvPr id="107" name="Rectangle 106"/>
          <p:cNvSpPr/>
          <p:nvPr/>
        </p:nvSpPr>
        <p:spPr bwMode="auto">
          <a:xfrm>
            <a:off x="7062236"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7</a:t>
            </a:r>
          </a:p>
        </p:txBody>
      </p:sp>
      <p:sp>
        <p:nvSpPr>
          <p:cNvPr id="108" name="Rectangle 107"/>
          <p:cNvSpPr/>
          <p:nvPr/>
        </p:nvSpPr>
        <p:spPr bwMode="auto">
          <a:xfrm>
            <a:off x="4595116" y="3378536"/>
            <a:ext cx="619789" cy="262988"/>
          </a:xfrm>
          <a:prstGeom prst="rect">
            <a:avLst/>
          </a:prstGeom>
          <a:solidFill>
            <a:schemeClr val="accent3"/>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tag</a:t>
            </a:r>
          </a:p>
        </p:txBody>
      </p:sp>
      <p:sp>
        <p:nvSpPr>
          <p:cNvPr id="109" name="Rectangle 108"/>
          <p:cNvSpPr/>
          <p:nvPr/>
        </p:nvSpPr>
        <p:spPr bwMode="auto">
          <a:xfrm>
            <a:off x="419025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v</a:t>
            </a:r>
          </a:p>
        </p:txBody>
      </p:sp>
      <p:sp>
        <p:nvSpPr>
          <p:cNvPr id="110" name="Rectangle 109"/>
          <p:cNvSpPr/>
          <p:nvPr/>
        </p:nvSpPr>
        <p:spPr bwMode="auto">
          <a:xfrm>
            <a:off x="6070637" y="3378536"/>
            <a:ext cx="235319"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3</a:t>
            </a:r>
          </a:p>
        </p:txBody>
      </p:sp>
      <p:sp>
        <p:nvSpPr>
          <p:cNvPr id="111" name="Rectangle 110"/>
          <p:cNvSpPr/>
          <p:nvPr/>
        </p:nvSpPr>
        <p:spPr bwMode="auto">
          <a:xfrm>
            <a:off x="6810865"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6</a:t>
            </a:r>
          </a:p>
        </p:txBody>
      </p:sp>
      <p:sp>
        <p:nvSpPr>
          <p:cNvPr id="112" name="Rectangle 111"/>
          <p:cNvSpPr/>
          <p:nvPr/>
        </p:nvSpPr>
        <p:spPr bwMode="auto">
          <a:xfrm>
            <a:off x="6558872"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5</a:t>
            </a:r>
          </a:p>
        </p:txBody>
      </p:sp>
      <p:sp>
        <p:nvSpPr>
          <p:cNvPr id="113" name="Rectangle 112"/>
          <p:cNvSpPr/>
          <p:nvPr/>
        </p:nvSpPr>
        <p:spPr bwMode="auto">
          <a:xfrm>
            <a:off x="6306878" y="3378536"/>
            <a:ext cx="252617" cy="262988"/>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602" dirty="0">
                <a:latin typeface="Calibri" pitchFamily="34" charset="0"/>
              </a:rPr>
              <a:t>4</a:t>
            </a:r>
          </a:p>
        </p:txBody>
      </p:sp>
      <p:cxnSp>
        <p:nvCxnSpPr>
          <p:cNvPr id="231" name="Shape 230"/>
          <p:cNvCxnSpPr>
            <a:stCxn id="129" idx="2"/>
            <a:endCxn id="100" idx="3"/>
          </p:cNvCxnSpPr>
          <p:nvPr/>
        </p:nvCxnSpPr>
        <p:spPr bwMode="auto">
          <a:xfrm rot="5400000">
            <a:off x="7054447" y="2623555"/>
            <a:ext cx="1372585" cy="393878"/>
          </a:xfrm>
          <a:prstGeom prst="bentConnector2">
            <a:avLst/>
          </a:prstGeom>
          <a:noFill/>
          <a:ln w="25400" cap="flat" cmpd="sng" algn="ctr">
            <a:solidFill>
              <a:schemeClr val="tx1"/>
            </a:solidFill>
            <a:prstDash val="solid"/>
            <a:round/>
            <a:headEnd type="none" w="med" len="med"/>
            <a:tailEnd type="none" w="med" len="med"/>
          </a:ln>
          <a:effectLst/>
        </p:spPr>
      </p:cxnSp>
      <p:cxnSp>
        <p:nvCxnSpPr>
          <p:cNvPr id="132" name="Shape 131"/>
          <p:cNvCxnSpPr>
            <a:stCxn id="128" idx="1"/>
            <a:endCxn id="108" idx="0"/>
          </p:cNvCxnSpPr>
          <p:nvPr/>
        </p:nvCxnSpPr>
        <p:spPr bwMode="auto">
          <a:xfrm rot="10800000" flipV="1">
            <a:off x="4905013" y="1998840"/>
            <a:ext cx="1661067" cy="1379696"/>
          </a:xfrm>
          <a:prstGeom prst="bentConnector2">
            <a:avLst/>
          </a:prstGeom>
          <a:noFill/>
          <a:ln w="25400" cap="flat" cmpd="sng" algn="ctr">
            <a:solidFill>
              <a:schemeClr val="tx1"/>
            </a:solidFill>
            <a:prstDash val="solid"/>
            <a:round/>
            <a:headEnd type="none" w="med" len="med"/>
            <a:tailEnd type="none" w="med" len="med"/>
          </a:ln>
          <a:effectLst/>
        </p:spPr>
      </p:cxnSp>
      <p:cxnSp>
        <p:nvCxnSpPr>
          <p:cNvPr id="134" name="Shape 133"/>
          <p:cNvCxnSpPr>
            <a:stCxn id="128" idx="1"/>
            <a:endCxn id="119" idx="0"/>
          </p:cNvCxnSpPr>
          <p:nvPr/>
        </p:nvCxnSpPr>
        <p:spPr bwMode="auto">
          <a:xfrm rot="10800000" flipV="1">
            <a:off x="1430685" y="1998839"/>
            <a:ext cx="5135395" cy="1376455"/>
          </a:xfrm>
          <a:prstGeom prst="bentConnector2">
            <a:avLst/>
          </a:prstGeom>
          <a:noFill/>
          <a:ln w="25400" cap="flat" cmpd="sng" algn="ctr">
            <a:solidFill>
              <a:schemeClr val="tx1"/>
            </a:solidFill>
            <a:prstDash val="solid"/>
            <a:round/>
            <a:headEnd type="none" w="med" len="med"/>
            <a:tailEnd type="none" w="med" len="med"/>
          </a:ln>
          <a:effectLst/>
        </p:spPr>
      </p:cxnSp>
      <p:sp>
        <p:nvSpPr>
          <p:cNvPr id="135" name="TextBox 134"/>
          <p:cNvSpPr txBox="1"/>
          <p:nvPr/>
        </p:nvSpPr>
        <p:spPr>
          <a:xfrm>
            <a:off x="3872878" y="1988627"/>
            <a:ext cx="1679589" cy="400089"/>
          </a:xfrm>
          <a:prstGeom prst="rect">
            <a:avLst/>
          </a:prstGeom>
          <a:noFill/>
        </p:spPr>
        <p:txBody>
          <a:bodyPr wrap="none" lIns="91421" tIns="45710" rIns="91421" bIns="45710" rtlCol="0">
            <a:spAutoFit/>
          </a:bodyPr>
          <a:lstStyle/>
          <a:p>
            <a:r>
              <a:rPr lang="en-US" sz="2000" dirty="0">
                <a:latin typeface="Calibri" pitchFamily="34" charset="0"/>
              </a:rPr>
              <a:t>compare both</a:t>
            </a:r>
          </a:p>
        </p:txBody>
      </p:sp>
      <p:cxnSp>
        <p:nvCxnSpPr>
          <p:cNvPr id="136" name="Straight Connector 135"/>
          <p:cNvCxnSpPr/>
          <p:nvPr/>
        </p:nvCxnSpPr>
        <p:spPr bwMode="auto">
          <a:xfrm rot="5400000">
            <a:off x="637042" y="3171582"/>
            <a:ext cx="400729" cy="1588"/>
          </a:xfrm>
          <a:prstGeom prst="line">
            <a:avLst/>
          </a:prstGeom>
          <a:noFill/>
          <a:ln w="25400" cap="flat" cmpd="sng" algn="ctr">
            <a:solidFill>
              <a:schemeClr val="tx1"/>
            </a:solidFill>
            <a:prstDash val="solid"/>
            <a:round/>
            <a:headEnd type="none" w="med" len="med"/>
            <a:tailEnd type="none" w="med" len="med"/>
          </a:ln>
          <a:effectLst/>
        </p:spPr>
      </p:cxnSp>
      <p:sp>
        <p:nvSpPr>
          <p:cNvPr id="138" name="TextBox 137"/>
          <p:cNvSpPr txBox="1"/>
          <p:nvPr/>
        </p:nvSpPr>
        <p:spPr>
          <a:xfrm>
            <a:off x="481598" y="2641964"/>
            <a:ext cx="1112382" cy="400089"/>
          </a:xfrm>
          <a:prstGeom prst="rect">
            <a:avLst/>
          </a:prstGeom>
          <a:noFill/>
        </p:spPr>
        <p:txBody>
          <a:bodyPr wrap="none" lIns="91421" tIns="45710" rIns="91421" bIns="45710" rtlCol="0">
            <a:spAutoFit/>
          </a:bodyPr>
          <a:lstStyle/>
          <a:p>
            <a:r>
              <a:rPr lang="en-US" sz="2000" dirty="0">
                <a:latin typeface="Calibri" pitchFamily="34" charset="0"/>
              </a:rPr>
              <a:t>valid?  + </a:t>
            </a:r>
          </a:p>
        </p:txBody>
      </p:sp>
      <p:sp>
        <p:nvSpPr>
          <p:cNvPr id="139" name="TextBox 138"/>
          <p:cNvSpPr txBox="1"/>
          <p:nvPr/>
        </p:nvSpPr>
        <p:spPr>
          <a:xfrm>
            <a:off x="1548367" y="2654844"/>
            <a:ext cx="1859317" cy="400089"/>
          </a:xfrm>
          <a:prstGeom prst="rect">
            <a:avLst/>
          </a:prstGeom>
          <a:noFill/>
        </p:spPr>
        <p:txBody>
          <a:bodyPr wrap="none" lIns="91421" tIns="45710" rIns="91421" bIns="45710" rtlCol="0">
            <a:spAutoFit/>
          </a:bodyPr>
          <a:lstStyle/>
          <a:p>
            <a:r>
              <a:rPr lang="en-US" sz="2000" dirty="0">
                <a:latin typeface="Calibri" pitchFamily="34" charset="0"/>
              </a:rPr>
              <a:t>match: yes = hit</a:t>
            </a:r>
          </a:p>
        </p:txBody>
      </p:sp>
      <p:cxnSp>
        <p:nvCxnSpPr>
          <p:cNvPr id="143" name="Elbow Connector 142"/>
          <p:cNvCxnSpPr>
            <a:stCxn id="130" idx="2"/>
            <a:endCxn id="124" idx="2"/>
          </p:cNvCxnSpPr>
          <p:nvPr/>
        </p:nvCxnSpPr>
        <p:spPr bwMode="auto">
          <a:xfrm rot="5400000">
            <a:off x="5016860" y="76201"/>
            <a:ext cx="1504081" cy="5620080"/>
          </a:xfrm>
          <a:prstGeom prst="bentConnector3">
            <a:avLst>
              <a:gd name="adj1" fmla="val 148388"/>
            </a:avLst>
          </a:prstGeom>
          <a:noFill/>
          <a:ln w="25400" cap="flat" cmpd="sng" algn="ctr">
            <a:solidFill>
              <a:schemeClr val="tx1"/>
            </a:solidFill>
            <a:prstDash val="solid"/>
            <a:round/>
            <a:headEnd type="none" w="med" len="med"/>
            <a:tailEnd type="none" w="med" len="med"/>
          </a:ln>
          <a:effectLst/>
        </p:spPr>
      </p:cxnSp>
      <p:sp>
        <p:nvSpPr>
          <p:cNvPr id="145" name="TextBox 144"/>
          <p:cNvSpPr txBox="1"/>
          <p:nvPr/>
        </p:nvSpPr>
        <p:spPr>
          <a:xfrm>
            <a:off x="5105332" y="4354639"/>
            <a:ext cx="1429520" cy="400089"/>
          </a:xfrm>
          <a:prstGeom prst="rect">
            <a:avLst/>
          </a:prstGeom>
          <a:noFill/>
        </p:spPr>
        <p:txBody>
          <a:bodyPr wrap="none" lIns="91421" tIns="45710" rIns="91421" bIns="45710" rtlCol="0">
            <a:spAutoFit/>
          </a:bodyPr>
          <a:lstStyle/>
          <a:p>
            <a:r>
              <a:rPr lang="en-US" sz="2000" dirty="0">
                <a:latin typeface="Calibri" pitchFamily="34" charset="0"/>
              </a:rPr>
              <a:t>block offset</a:t>
            </a:r>
          </a:p>
        </p:txBody>
      </p:sp>
      <p:sp>
        <p:nvSpPr>
          <p:cNvPr id="43" name="Down Arrow 42"/>
          <p:cNvSpPr/>
          <p:nvPr/>
        </p:nvSpPr>
        <p:spPr bwMode="auto">
          <a:xfrm flipV="1">
            <a:off x="2717408" y="3733659"/>
            <a:ext cx="733658" cy="1066305"/>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44" name="TextBox 43"/>
          <p:cNvSpPr txBox="1"/>
          <p:nvPr/>
        </p:nvSpPr>
        <p:spPr>
          <a:xfrm>
            <a:off x="1795594" y="4811627"/>
            <a:ext cx="2840932" cy="400089"/>
          </a:xfrm>
          <a:prstGeom prst="rect">
            <a:avLst/>
          </a:prstGeom>
          <a:noFill/>
        </p:spPr>
        <p:txBody>
          <a:bodyPr wrap="none" lIns="91421" tIns="45710" rIns="91421" bIns="45710" rtlCol="0">
            <a:spAutoFit/>
          </a:bodyPr>
          <a:lstStyle/>
          <a:p>
            <a:r>
              <a:rPr lang="en-US" sz="2000" dirty="0">
                <a:latin typeface="Calibri" pitchFamily="34" charset="0"/>
              </a:rPr>
              <a:t>short </a:t>
            </a:r>
            <a:r>
              <a:rPr lang="en-US" sz="2000" dirty="0" err="1">
                <a:latin typeface="Calibri" pitchFamily="34" charset="0"/>
              </a:rPr>
              <a:t>int</a:t>
            </a:r>
            <a:r>
              <a:rPr lang="en-US" sz="2000" dirty="0">
                <a:latin typeface="Calibri" pitchFamily="34" charset="0"/>
              </a:rPr>
              <a:t> (2 Bytes) is here</a:t>
            </a:r>
          </a:p>
        </p:txBody>
      </p:sp>
      <p:sp>
        <p:nvSpPr>
          <p:cNvPr id="45" name="TextBox 44"/>
          <p:cNvSpPr txBox="1"/>
          <p:nvPr/>
        </p:nvSpPr>
        <p:spPr>
          <a:xfrm>
            <a:off x="653450" y="5271377"/>
            <a:ext cx="7966152" cy="1203199"/>
          </a:xfrm>
          <a:prstGeom prst="rect">
            <a:avLst/>
          </a:prstGeom>
          <a:noFill/>
        </p:spPr>
        <p:txBody>
          <a:bodyPr wrap="none" lIns="91421" tIns="45710" rIns="91421" bIns="45710" rtlCol="0">
            <a:spAutoFit/>
          </a:bodyPr>
          <a:lstStyle/>
          <a:p>
            <a:r>
              <a:rPr lang="en-US" sz="2403" dirty="0">
                <a:solidFill>
                  <a:srgbClr val="C00000"/>
                </a:solidFill>
                <a:latin typeface="Calibri" pitchFamily="34" charset="0"/>
              </a:rPr>
              <a:t>No match: </a:t>
            </a:r>
          </a:p>
          <a:p>
            <a:pPr marL="228554" indent="-228554">
              <a:buFont typeface="Arial" pitchFamily="34" charset="0"/>
              <a:buChar char="•"/>
            </a:pPr>
            <a:r>
              <a:rPr lang="en-US" sz="2403" dirty="0">
                <a:latin typeface="Calibri" pitchFamily="34" charset="0"/>
              </a:rPr>
              <a:t>One line in set is selected for eviction and replacement</a:t>
            </a:r>
          </a:p>
          <a:p>
            <a:pPr marL="228554" indent="-228554">
              <a:buFont typeface="Arial" pitchFamily="34" charset="0"/>
              <a:buChar char="•"/>
            </a:pPr>
            <a:r>
              <a:rPr lang="en-US" sz="2403" dirty="0">
                <a:latin typeface="Calibri" pitchFamily="34" charset="0"/>
              </a:rPr>
              <a:t>Replacement policies: random, least recently used (LRU), …</a:t>
            </a:r>
          </a:p>
        </p:txBody>
      </p:sp>
    </p:spTree>
    <p:extLst>
      <p:ext uri="{BB962C8B-B14F-4D97-AF65-F5344CB8AC3E}">
        <p14:creationId xmlns:p14="http://schemas.microsoft.com/office/powerpoint/2010/main" val="1952499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802" name="Rectangle 50"/>
          <p:cNvSpPr>
            <a:spLocks noChangeArrowheads="1"/>
          </p:cNvSpPr>
          <p:nvPr/>
        </p:nvSpPr>
        <p:spPr bwMode="auto">
          <a:xfrm>
            <a:off x="3922714" y="5211668"/>
            <a:ext cx="2662237" cy="398404"/>
          </a:xfrm>
          <a:prstGeom prst="rect">
            <a:avLst/>
          </a:prstGeom>
          <a:solidFill>
            <a:srgbClr val="DEDFF5"/>
          </a:solidFill>
          <a:ln w="57150">
            <a:solidFill>
              <a:schemeClr val="tx1"/>
            </a:solidFill>
            <a:miter lim="800000"/>
            <a:headEnd/>
            <a:tailEnd/>
          </a:ln>
          <a:effectLst/>
        </p:spPr>
        <p:txBody>
          <a:bodyPr lIns="90468" tIns="44441" rIns="90468" bIns="44441" anchor="ctr">
            <a:prstTxWarp prst="textNoShape">
              <a:avLst/>
            </a:prstTxWarp>
            <a:spAutoFit/>
          </a:bodyPr>
          <a:lstStyle/>
          <a:p>
            <a:endParaRPr lang="en-US" sz="2003">
              <a:latin typeface="Calibri"/>
              <a:cs typeface="Calibri"/>
            </a:endParaRPr>
          </a:p>
        </p:txBody>
      </p:sp>
      <p:sp>
        <p:nvSpPr>
          <p:cNvPr id="202801" name="Rectangle 49"/>
          <p:cNvSpPr>
            <a:spLocks noChangeArrowheads="1"/>
          </p:cNvSpPr>
          <p:nvPr/>
        </p:nvSpPr>
        <p:spPr bwMode="auto">
          <a:xfrm>
            <a:off x="3922714" y="6028851"/>
            <a:ext cx="2662237" cy="398404"/>
          </a:xfrm>
          <a:prstGeom prst="rect">
            <a:avLst/>
          </a:prstGeom>
          <a:solidFill>
            <a:srgbClr val="DEDFF5"/>
          </a:solidFill>
          <a:ln w="57150">
            <a:solidFill>
              <a:schemeClr val="tx1"/>
            </a:solidFill>
            <a:miter lim="800000"/>
            <a:headEnd/>
            <a:tailEnd/>
          </a:ln>
          <a:effectLst/>
        </p:spPr>
        <p:txBody>
          <a:bodyPr lIns="90468" tIns="44441" rIns="90468" bIns="44441" anchor="ctr">
            <a:prstTxWarp prst="textNoShape">
              <a:avLst/>
            </a:prstTxWarp>
            <a:spAutoFit/>
          </a:bodyPr>
          <a:lstStyle/>
          <a:p>
            <a:endParaRPr lang="en-US" sz="2003">
              <a:latin typeface="Calibri"/>
              <a:cs typeface="Calibri"/>
            </a:endParaRPr>
          </a:p>
        </p:txBody>
      </p:sp>
      <p:sp>
        <p:nvSpPr>
          <p:cNvPr id="202754" name="Rectangle 2"/>
          <p:cNvSpPr>
            <a:spLocks noGrp="1" noChangeArrowheads="1"/>
          </p:cNvSpPr>
          <p:nvPr>
            <p:ph type="title"/>
          </p:nvPr>
        </p:nvSpPr>
        <p:spPr>
          <a:xfrm>
            <a:off x="357018" y="437066"/>
            <a:ext cx="8101182" cy="761647"/>
          </a:xfrm>
        </p:spPr>
        <p:txBody>
          <a:bodyPr/>
          <a:lstStyle/>
          <a:p>
            <a:r>
              <a:rPr lang="en-US" dirty="0"/>
              <a:t>2-Way Set Associative Cache Simulation</a:t>
            </a:r>
          </a:p>
        </p:txBody>
      </p:sp>
      <p:sp>
        <p:nvSpPr>
          <p:cNvPr id="202755" name="Rectangle 3"/>
          <p:cNvSpPr>
            <a:spLocks noChangeArrowheads="1"/>
          </p:cNvSpPr>
          <p:nvPr/>
        </p:nvSpPr>
        <p:spPr bwMode="auto">
          <a:xfrm>
            <a:off x="3211513" y="1713040"/>
            <a:ext cx="5475287" cy="2858431"/>
          </a:xfrm>
          <a:prstGeom prst="rect">
            <a:avLst/>
          </a:prstGeom>
          <a:noFill/>
          <a:ln w="12700">
            <a:noFill/>
            <a:miter lim="800000"/>
            <a:headEnd/>
            <a:tailEnd/>
          </a:ln>
          <a:effectLst/>
        </p:spPr>
        <p:txBody>
          <a:bodyPr wrap="square" lIns="90468" tIns="44441" rIns="90468" bIns="44441">
            <a:prstTxWarp prst="textNoShape">
              <a:avLst/>
            </a:prstTxWarp>
            <a:spAutoFit/>
          </a:bodyPr>
          <a:lstStyle/>
          <a:p>
            <a:pPr algn="l">
              <a:lnSpc>
                <a:spcPct val="100000"/>
              </a:lnSpc>
            </a:pPr>
            <a:r>
              <a:rPr lang="en-US" sz="2003" b="0" dirty="0">
                <a:latin typeface="Calibri"/>
                <a:cs typeface="Calibri"/>
              </a:rPr>
              <a:t>M=16 byte addresses, B=2 bytes/block, </a:t>
            </a:r>
          </a:p>
          <a:p>
            <a:pPr algn="l">
              <a:lnSpc>
                <a:spcPct val="100000"/>
              </a:lnSpc>
            </a:pPr>
            <a:r>
              <a:rPr lang="en-US" sz="2003" b="0" dirty="0">
                <a:latin typeface="Calibri"/>
                <a:cs typeface="Calibri"/>
              </a:rPr>
              <a:t>S=2 sets, E=2 blocks/set</a:t>
            </a:r>
          </a:p>
          <a:p>
            <a:pPr algn="l">
              <a:lnSpc>
                <a:spcPct val="100000"/>
              </a:lnSpc>
            </a:pPr>
            <a:endParaRPr lang="en-US" sz="2003" b="0" dirty="0">
              <a:latin typeface="Calibri"/>
              <a:cs typeface="Calibri"/>
            </a:endParaRPr>
          </a:p>
          <a:p>
            <a:pPr algn="l">
              <a:lnSpc>
                <a:spcPct val="100000"/>
              </a:lnSpc>
            </a:pPr>
            <a:r>
              <a:rPr lang="en-US" sz="2003" b="0" dirty="0">
                <a:latin typeface="Calibri"/>
                <a:cs typeface="Calibri"/>
              </a:rPr>
              <a:t>Address trace (reads, one byte per read):</a:t>
            </a:r>
          </a:p>
          <a:p>
            <a:pPr algn="l">
              <a:lnSpc>
                <a:spcPct val="100000"/>
              </a:lnSpc>
            </a:pPr>
            <a:r>
              <a:rPr lang="en-US" sz="2003" b="0" dirty="0">
                <a:latin typeface="Calibri"/>
                <a:cs typeface="Calibri"/>
              </a:rPr>
              <a:t>	</a:t>
            </a:r>
            <a:r>
              <a:rPr lang="en-US" sz="2003" dirty="0">
                <a:latin typeface="Calibri"/>
                <a:cs typeface="Calibri"/>
              </a:rPr>
              <a:t>0	[00</a:t>
            </a:r>
            <a:r>
              <a:rPr lang="en-US" sz="2003" u="sng" dirty="0">
                <a:latin typeface="Calibri"/>
                <a:cs typeface="Calibri"/>
              </a:rPr>
              <a:t>0</a:t>
            </a:r>
            <a:r>
              <a:rPr lang="en-US" sz="2003" dirty="0">
                <a:latin typeface="Calibri"/>
                <a:cs typeface="Calibri"/>
              </a:rPr>
              <a:t>0</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1	[00</a:t>
            </a:r>
            <a:r>
              <a:rPr lang="en-US" sz="2003" u="sng" dirty="0">
                <a:latin typeface="Calibri"/>
                <a:cs typeface="Calibri"/>
              </a:rPr>
              <a:t>0</a:t>
            </a:r>
            <a:r>
              <a:rPr lang="en-US" sz="2003" dirty="0">
                <a:latin typeface="Calibri"/>
                <a:cs typeface="Calibri"/>
              </a:rPr>
              <a:t>1</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7	[01</a:t>
            </a:r>
            <a:r>
              <a:rPr lang="en-US" sz="2003" u="sng" dirty="0">
                <a:latin typeface="Calibri"/>
                <a:cs typeface="Calibri"/>
              </a:rPr>
              <a:t>1</a:t>
            </a:r>
            <a:r>
              <a:rPr lang="en-US" sz="2003" dirty="0">
                <a:latin typeface="Calibri"/>
                <a:cs typeface="Calibri"/>
              </a:rPr>
              <a:t>1</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8	[10</a:t>
            </a:r>
            <a:r>
              <a:rPr lang="en-US" sz="2003" u="sng" dirty="0">
                <a:latin typeface="Calibri"/>
                <a:cs typeface="Calibri"/>
              </a:rPr>
              <a:t>0</a:t>
            </a:r>
            <a:r>
              <a:rPr lang="en-US" sz="2003" dirty="0">
                <a:latin typeface="Calibri"/>
                <a:cs typeface="Calibri"/>
              </a:rPr>
              <a:t>0</a:t>
            </a:r>
            <a:r>
              <a:rPr lang="en-US" sz="2003" baseline="-25000" dirty="0">
                <a:latin typeface="Calibri"/>
                <a:cs typeface="Calibri"/>
              </a:rPr>
              <a:t>2</a:t>
            </a:r>
            <a:r>
              <a:rPr lang="en-US" sz="2003" dirty="0">
                <a:latin typeface="Calibri"/>
                <a:cs typeface="Calibri"/>
              </a:rPr>
              <a:t>],  </a:t>
            </a:r>
          </a:p>
          <a:p>
            <a:pPr algn="l">
              <a:lnSpc>
                <a:spcPct val="100000"/>
              </a:lnSpc>
            </a:pPr>
            <a:r>
              <a:rPr lang="en-US" sz="2003" dirty="0">
                <a:latin typeface="Calibri"/>
                <a:cs typeface="Calibri"/>
              </a:rPr>
              <a:t>	0	[00</a:t>
            </a:r>
            <a:r>
              <a:rPr lang="en-US" sz="2003" u="sng" dirty="0">
                <a:latin typeface="Calibri"/>
                <a:cs typeface="Calibri"/>
              </a:rPr>
              <a:t>0</a:t>
            </a:r>
            <a:r>
              <a:rPr lang="en-US" sz="2003" dirty="0">
                <a:latin typeface="Calibri"/>
                <a:cs typeface="Calibri"/>
              </a:rPr>
              <a:t>0</a:t>
            </a:r>
            <a:r>
              <a:rPr lang="en-US" sz="2003" baseline="-25000" dirty="0">
                <a:latin typeface="Calibri"/>
                <a:cs typeface="Calibri"/>
              </a:rPr>
              <a:t>2</a:t>
            </a:r>
            <a:r>
              <a:rPr lang="en-US" sz="2003" dirty="0">
                <a:latin typeface="Calibri"/>
                <a:cs typeface="Calibri"/>
              </a:rPr>
              <a:t>]</a:t>
            </a:r>
          </a:p>
        </p:txBody>
      </p:sp>
      <p:sp>
        <p:nvSpPr>
          <p:cNvPr id="202756" name="Rectangle 4"/>
          <p:cNvSpPr>
            <a:spLocks noChangeArrowheads="1"/>
          </p:cNvSpPr>
          <p:nvPr/>
        </p:nvSpPr>
        <p:spPr bwMode="auto">
          <a:xfrm>
            <a:off x="457200" y="1842237"/>
            <a:ext cx="703262"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a:latin typeface="Calibri"/>
                <a:cs typeface="Calibri"/>
              </a:rPr>
              <a:t>xx</a:t>
            </a:r>
          </a:p>
        </p:txBody>
      </p:sp>
      <p:sp>
        <p:nvSpPr>
          <p:cNvPr id="202757" name="Rectangle 5"/>
          <p:cNvSpPr>
            <a:spLocks noChangeArrowheads="1"/>
          </p:cNvSpPr>
          <p:nvPr/>
        </p:nvSpPr>
        <p:spPr bwMode="auto">
          <a:xfrm>
            <a:off x="576262" y="1508347"/>
            <a:ext cx="526385"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t=2</a:t>
            </a:r>
          </a:p>
        </p:txBody>
      </p:sp>
      <p:sp>
        <p:nvSpPr>
          <p:cNvPr id="202758" name="Rectangle 6"/>
          <p:cNvSpPr>
            <a:spLocks noChangeArrowheads="1"/>
          </p:cNvSpPr>
          <p:nvPr/>
        </p:nvSpPr>
        <p:spPr bwMode="auto">
          <a:xfrm>
            <a:off x="1204913" y="1508347"/>
            <a:ext cx="553937"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s=1</a:t>
            </a:r>
          </a:p>
        </p:txBody>
      </p:sp>
      <p:sp>
        <p:nvSpPr>
          <p:cNvPr id="202759" name="Rectangle 7"/>
          <p:cNvSpPr>
            <a:spLocks noChangeArrowheads="1"/>
          </p:cNvSpPr>
          <p:nvPr/>
        </p:nvSpPr>
        <p:spPr bwMode="auto">
          <a:xfrm>
            <a:off x="1944688" y="1508347"/>
            <a:ext cx="581238"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b=1</a:t>
            </a:r>
          </a:p>
        </p:txBody>
      </p:sp>
      <p:sp>
        <p:nvSpPr>
          <p:cNvPr id="202760" name="Rectangle 8"/>
          <p:cNvSpPr>
            <a:spLocks noChangeArrowheads="1"/>
          </p:cNvSpPr>
          <p:nvPr/>
        </p:nvSpPr>
        <p:spPr bwMode="auto">
          <a:xfrm>
            <a:off x="1174751" y="1842237"/>
            <a:ext cx="703262"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a:latin typeface="Calibri"/>
                <a:cs typeface="Calibri"/>
              </a:rPr>
              <a:t>x</a:t>
            </a:r>
          </a:p>
        </p:txBody>
      </p:sp>
      <p:sp>
        <p:nvSpPr>
          <p:cNvPr id="202761" name="Rectangle 9"/>
          <p:cNvSpPr>
            <a:spLocks noChangeArrowheads="1"/>
          </p:cNvSpPr>
          <p:nvPr/>
        </p:nvSpPr>
        <p:spPr bwMode="auto">
          <a:xfrm>
            <a:off x="1890713" y="1842237"/>
            <a:ext cx="703263" cy="285618"/>
          </a:xfrm>
          <a:prstGeom prst="rect">
            <a:avLst/>
          </a:prstGeom>
          <a:solidFill>
            <a:schemeClr val="bg1"/>
          </a:solidFill>
          <a:ln w="12700">
            <a:solidFill>
              <a:schemeClr val="tx1"/>
            </a:solidFill>
            <a:miter lim="800000"/>
            <a:headEnd/>
            <a:tailEnd/>
          </a:ln>
          <a:effectLst/>
        </p:spPr>
        <p:txBody>
          <a:bodyPr wrap="none" lIns="90468" tIns="44441" rIns="90468" bIns="44441" anchor="ctr">
            <a:prstTxWarp prst="textNoShape">
              <a:avLst/>
            </a:prstTxWarp>
          </a:bodyPr>
          <a:lstStyle/>
          <a:p>
            <a:pPr algn="ctr">
              <a:lnSpc>
                <a:spcPct val="100000"/>
              </a:lnSpc>
            </a:pPr>
            <a:r>
              <a:rPr lang="en-US" sz="2003" b="0">
                <a:latin typeface="Calibri"/>
                <a:cs typeface="Calibri"/>
              </a:rPr>
              <a:t>x</a:t>
            </a:r>
          </a:p>
        </p:txBody>
      </p:sp>
      <p:grpSp>
        <p:nvGrpSpPr>
          <p:cNvPr id="2" name="Group 10"/>
          <p:cNvGrpSpPr>
            <a:grpSpLocks/>
          </p:cNvGrpSpPr>
          <p:nvPr/>
        </p:nvGrpSpPr>
        <p:grpSpPr bwMode="auto">
          <a:xfrm>
            <a:off x="3922714" y="5106211"/>
            <a:ext cx="2662237" cy="306245"/>
            <a:chOff x="2027" y="3244"/>
            <a:chExt cx="1677" cy="193"/>
          </a:xfrm>
          <a:solidFill>
            <a:srgbClr val="DEDFF5"/>
          </a:solidFill>
        </p:grpSpPr>
        <p:sp>
          <p:nvSpPr>
            <p:cNvPr id="202763" name="Rectangle 11"/>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0</a:t>
              </a:r>
            </a:p>
          </p:txBody>
        </p:sp>
        <p:sp>
          <p:nvSpPr>
            <p:cNvPr id="202764" name="Rectangle 12"/>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a:t>
              </a:r>
            </a:p>
          </p:txBody>
        </p:sp>
        <p:sp>
          <p:nvSpPr>
            <p:cNvPr id="202765" name="Rectangle 13"/>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a:t>
              </a:r>
            </a:p>
          </p:txBody>
        </p:sp>
      </p:grpSp>
      <p:sp>
        <p:nvSpPr>
          <p:cNvPr id="202766" name="Rectangle 14"/>
          <p:cNvSpPr>
            <a:spLocks noChangeArrowheads="1"/>
          </p:cNvSpPr>
          <p:nvPr/>
        </p:nvSpPr>
        <p:spPr bwMode="auto">
          <a:xfrm>
            <a:off x="4071938" y="4723801"/>
            <a:ext cx="304700" cy="398404"/>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dirty="0" err="1">
                <a:latin typeface="Calibri"/>
                <a:cs typeface="Calibri"/>
              </a:rPr>
              <a:t>v</a:t>
            </a:r>
            <a:endParaRPr lang="en-US" sz="2003" dirty="0">
              <a:latin typeface="Calibri"/>
              <a:cs typeface="Calibri"/>
            </a:endParaRPr>
          </a:p>
        </p:txBody>
      </p:sp>
      <p:sp>
        <p:nvSpPr>
          <p:cNvPr id="202767" name="Rectangle 15"/>
          <p:cNvSpPr>
            <a:spLocks noChangeArrowheads="1"/>
          </p:cNvSpPr>
          <p:nvPr/>
        </p:nvSpPr>
        <p:spPr bwMode="auto">
          <a:xfrm>
            <a:off x="4549775" y="4723801"/>
            <a:ext cx="558427" cy="397954"/>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dirty="0">
                <a:latin typeface="Calibri"/>
                <a:cs typeface="Calibri"/>
              </a:rPr>
              <a:t>Tag</a:t>
            </a:r>
          </a:p>
        </p:txBody>
      </p:sp>
      <p:sp>
        <p:nvSpPr>
          <p:cNvPr id="202768" name="Rectangle 16"/>
          <p:cNvSpPr>
            <a:spLocks noChangeArrowheads="1"/>
          </p:cNvSpPr>
          <p:nvPr/>
        </p:nvSpPr>
        <p:spPr bwMode="auto">
          <a:xfrm>
            <a:off x="5410201" y="4723801"/>
            <a:ext cx="757819" cy="397361"/>
          </a:xfrm>
          <a:prstGeom prst="rect">
            <a:avLst/>
          </a:prstGeom>
          <a:noFill/>
          <a:ln w="127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dirty="0">
                <a:latin typeface="Calibri"/>
                <a:cs typeface="Calibri"/>
              </a:rPr>
              <a:t>Block</a:t>
            </a:r>
          </a:p>
        </p:txBody>
      </p:sp>
      <p:sp>
        <p:nvSpPr>
          <p:cNvPr id="202769" name="Rectangle 17"/>
          <p:cNvSpPr>
            <a:spLocks noChangeArrowheads="1"/>
          </p:cNvSpPr>
          <p:nvPr/>
        </p:nvSpPr>
        <p:spPr bwMode="auto">
          <a:xfrm>
            <a:off x="3922713" y="5415628"/>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nSpc>
                <a:spcPct val="65000"/>
              </a:lnSpc>
              <a:spcBef>
                <a:spcPct val="50000"/>
              </a:spcBef>
            </a:pPr>
            <a:r>
              <a:rPr lang="en-US" sz="2003" b="0">
                <a:latin typeface="Calibri"/>
                <a:cs typeface="Calibri"/>
              </a:rPr>
              <a:t>0</a:t>
            </a:r>
          </a:p>
        </p:txBody>
      </p:sp>
      <p:sp>
        <p:nvSpPr>
          <p:cNvPr id="202770" name="Rectangle 18"/>
          <p:cNvSpPr>
            <a:spLocks noChangeArrowheads="1"/>
          </p:cNvSpPr>
          <p:nvPr/>
        </p:nvSpPr>
        <p:spPr bwMode="auto">
          <a:xfrm>
            <a:off x="4497388" y="5415628"/>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1" name="Rectangle 19"/>
          <p:cNvSpPr>
            <a:spLocks noChangeArrowheads="1"/>
          </p:cNvSpPr>
          <p:nvPr/>
        </p:nvSpPr>
        <p:spPr bwMode="auto">
          <a:xfrm>
            <a:off x="5165726" y="5415628"/>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2" name="Rectangle 20"/>
          <p:cNvSpPr>
            <a:spLocks noChangeArrowheads="1"/>
          </p:cNvSpPr>
          <p:nvPr/>
        </p:nvSpPr>
        <p:spPr bwMode="auto">
          <a:xfrm>
            <a:off x="3922713" y="5923393"/>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nSpc>
                <a:spcPct val="65000"/>
              </a:lnSpc>
              <a:spcBef>
                <a:spcPct val="50000"/>
              </a:spcBef>
            </a:pPr>
            <a:r>
              <a:rPr lang="en-US" sz="2003" b="0">
                <a:latin typeface="Calibri"/>
                <a:cs typeface="Calibri"/>
              </a:rPr>
              <a:t>0</a:t>
            </a:r>
          </a:p>
        </p:txBody>
      </p:sp>
      <p:sp>
        <p:nvSpPr>
          <p:cNvPr id="202773" name="Rectangle 21"/>
          <p:cNvSpPr>
            <a:spLocks noChangeArrowheads="1"/>
          </p:cNvSpPr>
          <p:nvPr/>
        </p:nvSpPr>
        <p:spPr bwMode="auto">
          <a:xfrm>
            <a:off x="4497388" y="5923393"/>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4" name="Rectangle 22"/>
          <p:cNvSpPr>
            <a:spLocks noChangeArrowheads="1"/>
          </p:cNvSpPr>
          <p:nvPr/>
        </p:nvSpPr>
        <p:spPr bwMode="auto">
          <a:xfrm>
            <a:off x="5165726" y="5923393"/>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5" name="Rectangle 23"/>
          <p:cNvSpPr>
            <a:spLocks noChangeArrowheads="1"/>
          </p:cNvSpPr>
          <p:nvPr/>
        </p:nvSpPr>
        <p:spPr bwMode="auto">
          <a:xfrm>
            <a:off x="3922713" y="6247093"/>
            <a:ext cx="55721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nSpc>
                <a:spcPct val="65000"/>
              </a:lnSpc>
              <a:spcBef>
                <a:spcPct val="50000"/>
              </a:spcBef>
            </a:pPr>
            <a:r>
              <a:rPr lang="en-US" sz="2003" b="0">
                <a:latin typeface="Calibri"/>
                <a:cs typeface="Calibri"/>
              </a:rPr>
              <a:t>0</a:t>
            </a:r>
          </a:p>
        </p:txBody>
      </p:sp>
      <p:sp>
        <p:nvSpPr>
          <p:cNvPr id="202776" name="Rectangle 24"/>
          <p:cNvSpPr>
            <a:spLocks noChangeArrowheads="1"/>
          </p:cNvSpPr>
          <p:nvPr/>
        </p:nvSpPr>
        <p:spPr bwMode="auto">
          <a:xfrm>
            <a:off x="4497388" y="6247093"/>
            <a:ext cx="652462"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7" name="Rectangle 25"/>
          <p:cNvSpPr>
            <a:spLocks noChangeArrowheads="1"/>
          </p:cNvSpPr>
          <p:nvPr/>
        </p:nvSpPr>
        <p:spPr bwMode="auto">
          <a:xfrm>
            <a:off x="5165726" y="6247093"/>
            <a:ext cx="1419225" cy="304659"/>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202779" name="Text Box 27"/>
          <p:cNvSpPr txBox="1">
            <a:spLocks noChangeArrowheads="1"/>
          </p:cNvSpPr>
          <p:nvPr/>
        </p:nvSpPr>
        <p:spPr bwMode="auto">
          <a:xfrm>
            <a:off x="6657975" y="2984905"/>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3" name="Group 28"/>
          <p:cNvGrpSpPr>
            <a:grpSpLocks/>
          </p:cNvGrpSpPr>
          <p:nvPr/>
        </p:nvGrpSpPr>
        <p:grpSpPr bwMode="auto">
          <a:xfrm>
            <a:off x="3922714" y="5109384"/>
            <a:ext cx="2662237" cy="306245"/>
            <a:chOff x="2027" y="3244"/>
            <a:chExt cx="1677" cy="193"/>
          </a:xfrm>
          <a:solidFill>
            <a:srgbClr val="DEDFF5"/>
          </a:solidFill>
        </p:grpSpPr>
        <p:sp>
          <p:nvSpPr>
            <p:cNvPr id="202781" name="Rectangle 29"/>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1</a:t>
              </a:r>
            </a:p>
          </p:txBody>
        </p:sp>
        <p:sp>
          <p:nvSpPr>
            <p:cNvPr id="202782" name="Rectangle 30"/>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00</a:t>
              </a:r>
            </a:p>
          </p:txBody>
        </p:sp>
        <p:sp>
          <p:nvSpPr>
            <p:cNvPr id="202783" name="Rectangle 31"/>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M[0-1]</a:t>
              </a:r>
            </a:p>
          </p:txBody>
        </p:sp>
      </p:grpSp>
      <p:sp>
        <p:nvSpPr>
          <p:cNvPr id="202784" name="Text Box 32"/>
          <p:cNvSpPr txBox="1">
            <a:spLocks noChangeArrowheads="1"/>
          </p:cNvSpPr>
          <p:nvPr/>
        </p:nvSpPr>
        <p:spPr bwMode="auto">
          <a:xfrm>
            <a:off x="6748464" y="3276672"/>
            <a:ext cx="463619"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hit</a:t>
            </a:r>
          </a:p>
        </p:txBody>
      </p:sp>
      <p:sp>
        <p:nvSpPr>
          <p:cNvPr id="202785" name="Text Box 33"/>
          <p:cNvSpPr txBox="1">
            <a:spLocks noChangeArrowheads="1"/>
          </p:cNvSpPr>
          <p:nvPr/>
        </p:nvSpPr>
        <p:spPr bwMode="auto">
          <a:xfrm>
            <a:off x="6657975" y="3581330"/>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4" name="Group 34"/>
          <p:cNvGrpSpPr>
            <a:grpSpLocks/>
          </p:cNvGrpSpPr>
          <p:nvPr/>
        </p:nvGrpSpPr>
        <p:grpSpPr bwMode="auto">
          <a:xfrm>
            <a:off x="3922714" y="5920220"/>
            <a:ext cx="2662237" cy="306245"/>
            <a:chOff x="2027" y="3244"/>
            <a:chExt cx="1677" cy="193"/>
          </a:xfrm>
          <a:solidFill>
            <a:srgbClr val="DEDFF5"/>
          </a:solidFill>
        </p:grpSpPr>
        <p:sp>
          <p:nvSpPr>
            <p:cNvPr id="202787" name="Rectangle 35"/>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1</a:t>
              </a:r>
            </a:p>
          </p:txBody>
        </p:sp>
        <p:sp>
          <p:nvSpPr>
            <p:cNvPr id="202788" name="Rectangle 36"/>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01</a:t>
              </a:r>
            </a:p>
          </p:txBody>
        </p:sp>
        <p:sp>
          <p:nvSpPr>
            <p:cNvPr id="202789" name="Rectangle 37"/>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M[6-7]</a:t>
              </a:r>
            </a:p>
          </p:txBody>
        </p:sp>
      </p:grpSp>
      <p:sp>
        <p:nvSpPr>
          <p:cNvPr id="202790" name="Text Box 38"/>
          <p:cNvSpPr txBox="1">
            <a:spLocks noChangeArrowheads="1"/>
          </p:cNvSpPr>
          <p:nvPr/>
        </p:nvSpPr>
        <p:spPr bwMode="auto">
          <a:xfrm>
            <a:off x="6657975" y="3885989"/>
            <a:ext cx="649826"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miss</a:t>
            </a:r>
          </a:p>
        </p:txBody>
      </p:sp>
      <p:grpSp>
        <p:nvGrpSpPr>
          <p:cNvPr id="5" name="Group 39"/>
          <p:cNvGrpSpPr>
            <a:grpSpLocks/>
          </p:cNvGrpSpPr>
          <p:nvPr/>
        </p:nvGrpSpPr>
        <p:grpSpPr bwMode="auto">
          <a:xfrm>
            <a:off x="3922714" y="5412455"/>
            <a:ext cx="2662237" cy="306246"/>
            <a:chOff x="2027" y="3244"/>
            <a:chExt cx="1677" cy="193"/>
          </a:xfrm>
          <a:solidFill>
            <a:srgbClr val="DEDFF5"/>
          </a:solidFill>
        </p:grpSpPr>
        <p:sp>
          <p:nvSpPr>
            <p:cNvPr id="202792" name="Rectangle 40"/>
            <p:cNvSpPr>
              <a:spLocks noChangeArrowheads="1"/>
            </p:cNvSpPr>
            <p:nvPr/>
          </p:nvSpPr>
          <p:spPr bwMode="auto">
            <a:xfrm>
              <a:off x="2027" y="3244"/>
              <a:ext cx="35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1</a:t>
              </a:r>
            </a:p>
          </p:txBody>
        </p:sp>
        <p:sp>
          <p:nvSpPr>
            <p:cNvPr id="202793" name="Rectangle 41"/>
            <p:cNvSpPr>
              <a:spLocks noChangeArrowheads="1"/>
            </p:cNvSpPr>
            <p:nvPr/>
          </p:nvSpPr>
          <p:spPr bwMode="auto">
            <a:xfrm>
              <a:off x="2389" y="3244"/>
              <a:ext cx="411"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10</a:t>
              </a:r>
            </a:p>
          </p:txBody>
        </p:sp>
        <p:sp>
          <p:nvSpPr>
            <p:cNvPr id="202794" name="Rectangle 42"/>
            <p:cNvSpPr>
              <a:spLocks noChangeArrowheads="1"/>
            </p:cNvSpPr>
            <p:nvPr/>
          </p:nvSpPr>
          <p:spPr bwMode="auto">
            <a:xfrm>
              <a:off x="2810" y="3244"/>
              <a:ext cx="894" cy="193"/>
            </a:xfrm>
            <a:prstGeom prst="rect">
              <a:avLst/>
            </a:prstGeom>
            <a:grpFill/>
            <a:ln w="12700">
              <a:solidFill>
                <a:schemeClr val="tx1"/>
              </a:solidFill>
              <a:miter lim="800000"/>
              <a:headEnd/>
              <a:tailEnd/>
            </a:ln>
            <a:effectLst/>
          </p:spPr>
          <p:txBody>
            <a:bodyPr wrap="none" lIns="90613" tIns="44512" rIns="90613" bIns="44512" anchor="ctr">
              <a:prstTxWarp prst="textNoShape">
                <a:avLst/>
              </a:prstTxWarp>
            </a:bodyPr>
            <a:lstStyle/>
            <a:p>
              <a:pPr>
                <a:lnSpc>
                  <a:spcPct val="100000"/>
                </a:lnSpc>
              </a:pPr>
              <a:r>
                <a:rPr lang="en-US" sz="2003" b="0">
                  <a:latin typeface="Calibri"/>
                  <a:cs typeface="Calibri"/>
                </a:rPr>
                <a:t>M[8-9]</a:t>
              </a:r>
            </a:p>
          </p:txBody>
        </p:sp>
      </p:grpSp>
      <p:sp>
        <p:nvSpPr>
          <p:cNvPr id="202795" name="Text Box 43"/>
          <p:cNvSpPr txBox="1">
            <a:spLocks noChangeArrowheads="1"/>
          </p:cNvSpPr>
          <p:nvPr/>
        </p:nvSpPr>
        <p:spPr bwMode="auto">
          <a:xfrm>
            <a:off x="6748464" y="4190648"/>
            <a:ext cx="463619" cy="290404"/>
          </a:xfrm>
          <a:prstGeom prst="rect">
            <a:avLst/>
          </a:prstGeom>
          <a:noFill/>
          <a:ln w="28575">
            <a:noFill/>
            <a:miter lim="800000"/>
            <a:headEnd/>
            <a:tailEnd/>
          </a:ln>
          <a:effectLst/>
        </p:spPr>
        <p:txBody>
          <a:bodyPr wrap="none" lIns="90468" tIns="44441" rIns="90468" bIns="44441">
            <a:prstTxWarp prst="textNoShape">
              <a:avLst/>
            </a:prstTxWarp>
            <a:spAutoFit/>
          </a:bodyPr>
          <a:lstStyle/>
          <a:p>
            <a:pPr>
              <a:lnSpc>
                <a:spcPct val="65000"/>
              </a:lnSpc>
              <a:spcBef>
                <a:spcPct val="50000"/>
              </a:spcBef>
            </a:pPr>
            <a:r>
              <a:rPr lang="en-US" sz="2003" b="0" dirty="0">
                <a:latin typeface="Calibri"/>
                <a:cs typeface="Calibri"/>
              </a:rPr>
              <a:t>hit</a:t>
            </a:r>
          </a:p>
        </p:txBody>
      </p:sp>
      <p:sp>
        <p:nvSpPr>
          <p:cNvPr id="47" name="TextBox 46"/>
          <p:cNvSpPr txBox="1"/>
          <p:nvPr/>
        </p:nvSpPr>
        <p:spPr>
          <a:xfrm>
            <a:off x="2825750" y="5415628"/>
            <a:ext cx="858838" cy="369161"/>
          </a:xfrm>
          <a:prstGeom prst="rect">
            <a:avLst/>
          </a:prstGeom>
          <a:noFill/>
        </p:spPr>
        <p:txBody>
          <a:bodyPr wrap="square" lIns="91421" tIns="45710" rIns="91421" bIns="45710" rtlCol="0">
            <a:normAutofit fontScale="92500" lnSpcReduction="20000"/>
          </a:bodyPr>
          <a:lstStyle/>
          <a:p>
            <a:endParaRPr lang="en-US" sz="2403" dirty="0">
              <a:latin typeface="Calibri" pitchFamily="34" charset="0"/>
            </a:endParaRPr>
          </a:p>
        </p:txBody>
      </p:sp>
      <p:sp>
        <p:nvSpPr>
          <p:cNvPr id="48" name="TextBox 47"/>
          <p:cNvSpPr txBox="1"/>
          <p:nvPr/>
        </p:nvSpPr>
        <p:spPr>
          <a:xfrm>
            <a:off x="3226723" y="5180787"/>
            <a:ext cx="710477" cy="400089"/>
          </a:xfrm>
          <a:prstGeom prst="rect">
            <a:avLst/>
          </a:prstGeom>
          <a:noFill/>
        </p:spPr>
        <p:txBody>
          <a:bodyPr wrap="none" lIns="91421" tIns="45710" rIns="91421" bIns="45710" rtlCol="0">
            <a:spAutoFit/>
          </a:bodyPr>
          <a:lstStyle/>
          <a:p>
            <a:r>
              <a:rPr lang="en-US" sz="2000" dirty="0">
                <a:latin typeface="Calibri" pitchFamily="34" charset="0"/>
              </a:rPr>
              <a:t>Set 0</a:t>
            </a:r>
          </a:p>
        </p:txBody>
      </p:sp>
      <p:sp>
        <p:nvSpPr>
          <p:cNvPr id="49" name="TextBox 48"/>
          <p:cNvSpPr txBox="1"/>
          <p:nvPr/>
        </p:nvSpPr>
        <p:spPr>
          <a:xfrm>
            <a:off x="3226723" y="6030262"/>
            <a:ext cx="710477" cy="400089"/>
          </a:xfrm>
          <a:prstGeom prst="rect">
            <a:avLst/>
          </a:prstGeom>
          <a:noFill/>
        </p:spPr>
        <p:txBody>
          <a:bodyPr wrap="none" lIns="91421" tIns="45710" rIns="91421" bIns="45710" rtlCol="0">
            <a:spAutoFit/>
          </a:bodyPr>
          <a:lstStyle/>
          <a:p>
            <a:r>
              <a:rPr lang="en-US" sz="2000" dirty="0">
                <a:latin typeface="Calibri" pitchFamily="34" charset="0"/>
              </a:rPr>
              <a:t>Set 1</a:t>
            </a:r>
          </a:p>
        </p:txBody>
      </p:sp>
    </p:spTree>
    <p:extLst>
      <p:ext uri="{BB962C8B-B14F-4D97-AF65-F5344CB8AC3E}">
        <p14:creationId xmlns:p14="http://schemas.microsoft.com/office/powerpoint/2010/main" val="11258582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27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27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2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9" grpId="0"/>
      <p:bldP spid="202784" grpId="0"/>
      <p:bldP spid="202785" grpId="0"/>
      <p:bldP spid="202790" grpId="0"/>
      <p:bldP spid="20279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Higher Level Example</a:t>
            </a:r>
          </a:p>
        </p:txBody>
      </p:sp>
      <p:sp>
        <p:nvSpPr>
          <p:cNvPr id="4" name="Text Box 3"/>
          <p:cNvSpPr txBox="1">
            <a:spLocks noChangeArrowheads="1"/>
          </p:cNvSpPr>
          <p:nvPr/>
        </p:nvSpPr>
        <p:spPr bwMode="auto">
          <a:xfrm>
            <a:off x="509588" y="1329832"/>
            <a:ext cx="4748212" cy="2403047"/>
          </a:xfrm>
          <a:prstGeom prst="rect">
            <a:avLst/>
          </a:prstGeom>
          <a:solidFill>
            <a:srgbClr val="F6F5BD"/>
          </a:solidFill>
          <a:ln w="12700">
            <a:solidFill>
              <a:schemeClr val="tx1"/>
            </a:solidFill>
            <a:miter lim="800000"/>
            <a:headEnd/>
            <a:tailEnd/>
          </a:ln>
        </p:spPr>
        <p:txBody>
          <a:bodyPr wrap="square" lIns="90340" tIns="44270" rIns="90340" bIns="44270">
            <a:spAutoFit/>
          </a:bodyPr>
          <a:lstStyle/>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err="1">
                <a:latin typeface="Courier New" pitchFamily="49" charset="0"/>
              </a:rPr>
              <a:t>int</a:t>
            </a:r>
            <a:r>
              <a:rPr lang="en-GB" sz="1602" dirty="0">
                <a:latin typeface="Courier New" pitchFamily="49" charset="0"/>
              </a:rPr>
              <a:t> </a:t>
            </a:r>
            <a:r>
              <a:rPr lang="en-GB" sz="1602" dirty="0" err="1">
                <a:latin typeface="Courier New" pitchFamily="49" charset="0"/>
              </a:rPr>
              <a:t>sum_array_rows</a:t>
            </a:r>
            <a:r>
              <a:rPr lang="en-GB" sz="1602" dirty="0">
                <a:latin typeface="Courier New" pitchFamily="49" charset="0"/>
              </a:rPr>
              <a:t>(double a[16][16])</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int i,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double sum = 0;</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endParaRPr lang="en-GB" sz="1602" dirty="0">
              <a:latin typeface="Courier New" pitchFamily="49" charset="0"/>
            </a:endParaRP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(i = 0; i &lt; 16; i++)</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(j = 0; j &lt; 16;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sum += a[i][j];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return sum;</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p:txBody>
      </p:sp>
      <p:sp>
        <p:nvSpPr>
          <p:cNvPr id="6" name="Rectangle 5"/>
          <p:cNvSpPr/>
          <p:nvPr/>
        </p:nvSpPr>
        <p:spPr bwMode="auto">
          <a:xfrm>
            <a:off x="5876430" y="2050469"/>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7" name="Rectangle 6"/>
          <p:cNvSpPr/>
          <p:nvPr/>
        </p:nvSpPr>
        <p:spPr bwMode="auto">
          <a:xfrm>
            <a:off x="5876430" y="2431292"/>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8" name="Rectangle 7"/>
          <p:cNvSpPr/>
          <p:nvPr/>
        </p:nvSpPr>
        <p:spPr bwMode="auto">
          <a:xfrm>
            <a:off x="5876430" y="2812116"/>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9" name="Rectangle 8"/>
          <p:cNvSpPr/>
          <p:nvPr/>
        </p:nvSpPr>
        <p:spPr bwMode="auto">
          <a:xfrm>
            <a:off x="5876430" y="3192939"/>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0" name="Rectangle 9"/>
          <p:cNvSpPr/>
          <p:nvPr/>
        </p:nvSpPr>
        <p:spPr bwMode="auto">
          <a:xfrm>
            <a:off x="7400430" y="2050469"/>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1" name="Rectangle 10"/>
          <p:cNvSpPr/>
          <p:nvPr/>
        </p:nvSpPr>
        <p:spPr bwMode="auto">
          <a:xfrm>
            <a:off x="7400430" y="2431292"/>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2" name="Rectangle 11"/>
          <p:cNvSpPr/>
          <p:nvPr/>
        </p:nvSpPr>
        <p:spPr bwMode="auto">
          <a:xfrm>
            <a:off x="7400430" y="2812116"/>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3" name="Rectangle 12"/>
          <p:cNvSpPr/>
          <p:nvPr/>
        </p:nvSpPr>
        <p:spPr bwMode="auto">
          <a:xfrm>
            <a:off x="7400430" y="3192939"/>
            <a:ext cx="1438771" cy="312226"/>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4" name="AutoShape 16"/>
          <p:cNvSpPr>
            <a:spLocks/>
          </p:cNvSpPr>
          <p:nvPr/>
        </p:nvSpPr>
        <p:spPr bwMode="auto">
          <a:xfrm rot="16200000" flipV="1">
            <a:off x="6493967" y="2997621"/>
            <a:ext cx="228494" cy="1395913"/>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403" dirty="0">
              <a:latin typeface="Calibri" pitchFamily="34" charset="0"/>
            </a:endParaRPr>
          </a:p>
        </p:txBody>
      </p:sp>
      <p:sp>
        <p:nvSpPr>
          <p:cNvPr id="15" name="TextBox 14"/>
          <p:cNvSpPr txBox="1"/>
          <p:nvPr/>
        </p:nvSpPr>
        <p:spPr>
          <a:xfrm>
            <a:off x="6326816" y="3809823"/>
            <a:ext cx="1923886" cy="400089"/>
          </a:xfrm>
          <a:prstGeom prst="rect">
            <a:avLst/>
          </a:prstGeom>
          <a:noFill/>
        </p:spPr>
        <p:txBody>
          <a:bodyPr wrap="none" lIns="91421" tIns="45710" rIns="91421" bIns="45710" rtlCol="0">
            <a:spAutoFit/>
          </a:bodyPr>
          <a:lstStyle/>
          <a:p>
            <a:r>
              <a:rPr lang="en-US" sz="2000" dirty="0">
                <a:latin typeface="Calibri" pitchFamily="34" charset="0"/>
              </a:rPr>
              <a:t>32 B = 4 doubles</a:t>
            </a:r>
          </a:p>
        </p:txBody>
      </p:sp>
      <p:sp>
        <p:nvSpPr>
          <p:cNvPr id="16" name="TextBox 15"/>
          <p:cNvSpPr txBox="1"/>
          <p:nvPr/>
        </p:nvSpPr>
        <p:spPr>
          <a:xfrm>
            <a:off x="5632164" y="1067896"/>
            <a:ext cx="3200005" cy="707866"/>
          </a:xfrm>
          <a:prstGeom prst="rect">
            <a:avLst/>
          </a:prstGeom>
          <a:noFill/>
        </p:spPr>
        <p:txBody>
          <a:bodyPr wrap="none" lIns="91421" tIns="45710" rIns="91421" bIns="45710" rtlCol="0">
            <a:spAutoFit/>
          </a:bodyPr>
          <a:lstStyle/>
          <a:p>
            <a:r>
              <a:rPr lang="en-US" sz="2000" dirty="0">
                <a:latin typeface="Calibri" pitchFamily="34" charset="0"/>
              </a:rPr>
              <a:t>assume: cold (empty) cache,</a:t>
            </a:r>
          </a:p>
          <a:p>
            <a:r>
              <a:rPr lang="en-US" sz="2000" dirty="0">
                <a:latin typeface="Calibri" pitchFamily="34" charset="0"/>
              </a:rPr>
              <a:t>a[0][0] goes here</a:t>
            </a:r>
          </a:p>
        </p:txBody>
      </p:sp>
      <p:cxnSp>
        <p:nvCxnSpPr>
          <p:cNvPr id="18" name="Straight Arrow Connector 17"/>
          <p:cNvCxnSpPr/>
          <p:nvPr/>
        </p:nvCxnSpPr>
        <p:spPr bwMode="auto">
          <a:xfrm rot="5400000">
            <a:off x="5771350" y="1962145"/>
            <a:ext cx="496438" cy="1588"/>
          </a:xfrm>
          <a:prstGeom prst="straightConnector1">
            <a:avLst/>
          </a:prstGeom>
          <a:noFill/>
          <a:ln w="25400" cap="flat" cmpd="sng" algn="ctr">
            <a:solidFill>
              <a:schemeClr val="tx1"/>
            </a:solidFill>
            <a:prstDash val="solid"/>
            <a:round/>
            <a:headEnd type="none" w="med" len="med"/>
            <a:tailEnd type="arrow"/>
          </a:ln>
          <a:effectLst/>
        </p:spPr>
      </p:cxnSp>
      <p:sp>
        <p:nvSpPr>
          <p:cNvPr id="19" name="Text Box 3"/>
          <p:cNvSpPr txBox="1">
            <a:spLocks noChangeArrowheads="1"/>
          </p:cNvSpPr>
          <p:nvPr/>
        </p:nvSpPr>
        <p:spPr bwMode="auto">
          <a:xfrm>
            <a:off x="509588" y="3962154"/>
            <a:ext cx="4748212" cy="2403047"/>
          </a:xfrm>
          <a:prstGeom prst="rect">
            <a:avLst/>
          </a:prstGeom>
          <a:solidFill>
            <a:srgbClr val="F6F5BD"/>
          </a:solidFill>
          <a:ln w="12700">
            <a:solidFill>
              <a:schemeClr val="tx1"/>
            </a:solidFill>
            <a:miter lim="800000"/>
            <a:headEnd/>
            <a:tailEnd/>
          </a:ln>
        </p:spPr>
        <p:txBody>
          <a:bodyPr wrap="square" lIns="90340" tIns="44270" rIns="90340" bIns="44270">
            <a:spAutoFit/>
          </a:bodyPr>
          <a:lstStyle/>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err="1">
                <a:latin typeface="Courier New" pitchFamily="49" charset="0"/>
              </a:rPr>
              <a:t>int</a:t>
            </a:r>
            <a:r>
              <a:rPr lang="en-GB" sz="1602" dirty="0">
                <a:latin typeface="Courier New" pitchFamily="49" charset="0"/>
              </a:rPr>
              <a:t> </a:t>
            </a:r>
            <a:r>
              <a:rPr lang="en-GB" sz="1602" dirty="0" err="1">
                <a:latin typeface="Courier New" pitchFamily="49" charset="0"/>
              </a:rPr>
              <a:t>sum_array_rows</a:t>
            </a:r>
            <a:r>
              <a:rPr lang="en-GB" sz="1602" dirty="0">
                <a:latin typeface="Courier New" pitchFamily="49" charset="0"/>
              </a:rPr>
              <a:t>(double a[16][16])</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int i,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double sum = 0;</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endParaRPr lang="en-GB" sz="1602" dirty="0">
              <a:latin typeface="Courier New" pitchFamily="49" charset="0"/>
            </a:endParaRP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(j = 0; j &lt; 16; 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for (</a:t>
            </a:r>
            <a:r>
              <a:rPr lang="en-GB" sz="1602" dirty="0" err="1">
                <a:latin typeface="Courier New" pitchFamily="49" charset="0"/>
              </a:rPr>
              <a:t>i</a:t>
            </a:r>
            <a:r>
              <a:rPr lang="en-GB" sz="1602" dirty="0">
                <a:latin typeface="Courier New" pitchFamily="49" charset="0"/>
              </a:rPr>
              <a:t> = 0; </a:t>
            </a:r>
            <a:r>
              <a:rPr lang="en-GB" sz="1602" dirty="0" err="1">
                <a:latin typeface="Courier New" pitchFamily="49" charset="0"/>
              </a:rPr>
              <a:t>i</a:t>
            </a:r>
            <a:r>
              <a:rPr lang="en-GB" sz="1602" dirty="0">
                <a:latin typeface="Courier New" pitchFamily="49" charset="0"/>
              </a:rPr>
              <a:t> &lt; 16; </a:t>
            </a:r>
            <a:r>
              <a:rPr lang="en-GB" sz="1602" dirty="0" err="1">
                <a:latin typeface="Courier New" pitchFamily="49" charset="0"/>
              </a:rPr>
              <a:t>i</a:t>
            </a:r>
            <a:r>
              <a:rPr lang="en-GB" sz="1602" dirty="0">
                <a:latin typeface="Courier New" pitchFamily="49" charset="0"/>
              </a:rPr>
              <a:t>++)</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sum += a[i][j];</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    return sum;</a:t>
            </a:r>
          </a:p>
          <a:p>
            <a:pPr>
              <a:lnSpc>
                <a:spcPct val="94000"/>
              </a:lnSpc>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sz="1602" dirty="0">
                <a:latin typeface="Courier New" pitchFamily="49" charset="0"/>
              </a:rPr>
              <a:t>}</a:t>
            </a:r>
          </a:p>
        </p:txBody>
      </p:sp>
      <p:sp>
        <p:nvSpPr>
          <p:cNvPr id="21" name="TextBox 20"/>
          <p:cNvSpPr txBox="1"/>
          <p:nvPr/>
        </p:nvSpPr>
        <p:spPr>
          <a:xfrm>
            <a:off x="5613424" y="534742"/>
            <a:ext cx="3180641" cy="400089"/>
          </a:xfrm>
          <a:prstGeom prst="rect">
            <a:avLst/>
          </a:prstGeom>
          <a:noFill/>
        </p:spPr>
        <p:txBody>
          <a:bodyPr wrap="none" lIns="91421" tIns="45710" rIns="91421" bIns="45710" rtlCol="0">
            <a:spAutoFit/>
          </a:bodyPr>
          <a:lstStyle/>
          <a:p>
            <a:r>
              <a:rPr lang="en-US" sz="2000" i="1" dirty="0">
                <a:solidFill>
                  <a:schemeClr val="tx1">
                    <a:lumMod val="50000"/>
                    <a:lumOff val="50000"/>
                  </a:schemeClr>
                </a:solidFill>
                <a:latin typeface="Calibri" pitchFamily="34" charset="0"/>
              </a:rPr>
              <a:t>Ignore the variables sum, </a:t>
            </a:r>
            <a:r>
              <a:rPr lang="en-US" sz="2000" i="1" dirty="0" err="1">
                <a:solidFill>
                  <a:schemeClr val="tx1">
                    <a:lumMod val="50000"/>
                    <a:lumOff val="50000"/>
                  </a:schemeClr>
                </a:solidFill>
                <a:latin typeface="Calibri" pitchFamily="34" charset="0"/>
              </a:rPr>
              <a:t>i</a:t>
            </a:r>
            <a:r>
              <a:rPr lang="en-US" sz="2000" i="1" dirty="0">
                <a:solidFill>
                  <a:schemeClr val="tx1">
                    <a:lumMod val="50000"/>
                    <a:lumOff val="50000"/>
                  </a:schemeClr>
                </a:solidFill>
                <a:latin typeface="Calibri" pitchFamily="34" charset="0"/>
              </a:rPr>
              <a:t>, j</a:t>
            </a:r>
          </a:p>
        </p:txBody>
      </p:sp>
    </p:spTree>
    <p:extLst>
      <p:ext uri="{BB962C8B-B14F-4D97-AF65-F5344CB8AC3E}">
        <p14:creationId xmlns:p14="http://schemas.microsoft.com/office/powerpoint/2010/main" val="15870882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404814" y="311487"/>
            <a:ext cx="8716962" cy="782275"/>
          </a:xfrm>
        </p:spPr>
        <p:txBody>
          <a:bodyPr/>
          <a:lstStyle/>
          <a:p>
            <a:pPr>
              <a:tabLst>
                <a:tab pos="0" algn="l"/>
                <a:tab pos="914215" algn="l"/>
                <a:tab pos="1828430" algn="l"/>
                <a:tab pos="2742645" algn="l"/>
                <a:tab pos="3656860" algn="l"/>
                <a:tab pos="4571076" algn="l"/>
                <a:tab pos="5485291" algn="l"/>
                <a:tab pos="6399506" algn="l"/>
                <a:tab pos="7313721" algn="l"/>
                <a:tab pos="8227936" algn="l"/>
                <a:tab pos="9142151" algn="l"/>
                <a:tab pos="10056366" algn="l"/>
              </a:tabLst>
            </a:pPr>
            <a:r>
              <a:rPr lang="en-GB"/>
              <a:t>What about writes?</a:t>
            </a:r>
          </a:p>
        </p:txBody>
      </p:sp>
      <p:sp>
        <p:nvSpPr>
          <p:cNvPr id="26626" name="Rectangle 2"/>
          <p:cNvSpPr>
            <a:spLocks noGrp="1" noChangeArrowheads="1"/>
          </p:cNvSpPr>
          <p:nvPr>
            <p:ph type="body" idx="1"/>
          </p:nvPr>
        </p:nvSpPr>
        <p:spPr>
          <a:xfrm>
            <a:off x="455614" y="1221813"/>
            <a:ext cx="8307387" cy="5320419"/>
          </a:xfrm>
        </p:spPr>
        <p:txBody>
          <a:bodyPr vert="horz" wrap="square" lIns="90340" tIns="44270" rIns="90340" bIns="44270" numCol="1" anchor="t" anchorCtr="0" compatLnSpc="1">
            <a:prstTxWarp prst="textNoShape">
              <a:avLst/>
            </a:prstTxWarp>
          </a:bodyPr>
          <a:lstStyle/>
          <a:p>
            <a:pPr>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Multiple copies of data exist:</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L1, L2, Main Memory, Disk</a:t>
            </a:r>
          </a:p>
          <a:p>
            <a:pPr>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What to do on a write-hit?</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solidFill>
                  <a:srgbClr val="FF0000"/>
                </a:solidFill>
              </a:rPr>
              <a:t>Write-through </a:t>
            </a:r>
            <a:r>
              <a:rPr lang="en-GB" dirty="0"/>
              <a:t>(write immediately to memory)</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solidFill>
                  <a:srgbClr val="FF0000"/>
                </a:solidFill>
              </a:rPr>
              <a:t>Write-back </a:t>
            </a:r>
            <a:r>
              <a:rPr lang="en-GB" dirty="0"/>
              <a:t>(defer write to memory until replacement of line)</a:t>
            </a:r>
          </a:p>
          <a:p>
            <a:pPr lvl="2">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Need a dirty bit (line different from memory or not)</a:t>
            </a:r>
          </a:p>
          <a:p>
            <a:pPr>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What to do on a write-miss?</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solidFill>
                  <a:srgbClr val="FF0000"/>
                </a:solidFill>
              </a:rPr>
              <a:t>Write-allocate </a:t>
            </a:r>
            <a:r>
              <a:rPr lang="en-GB" dirty="0"/>
              <a:t>(load into cache, update line in cache)</a:t>
            </a:r>
          </a:p>
          <a:p>
            <a:pPr lvl="2">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Good if more writes to the location follow</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solidFill>
                  <a:srgbClr val="FF0000"/>
                </a:solidFill>
              </a:rPr>
              <a:t>No-write-allocate </a:t>
            </a:r>
            <a:r>
              <a:rPr lang="en-GB" dirty="0"/>
              <a:t>(writes immediately to memory)</a:t>
            </a:r>
          </a:p>
          <a:p>
            <a:pPr>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Typical</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dirty="0"/>
              <a:t>Write-through + No-write-allocate</a:t>
            </a:r>
          </a:p>
          <a:p>
            <a:pPr lvl="1">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r>
              <a:rPr lang="en-GB" b="1" dirty="0"/>
              <a:t>Write-back + Write-allocate</a:t>
            </a:r>
          </a:p>
          <a:p>
            <a:pPr>
              <a:tabLst>
                <a:tab pos="319023" algn="l"/>
                <a:tab pos="845967" algn="l"/>
                <a:tab pos="1760182" algn="l"/>
                <a:tab pos="2674397" algn="l"/>
                <a:tab pos="3588612" algn="l"/>
                <a:tab pos="4502827" algn="l"/>
                <a:tab pos="5417042" algn="l"/>
                <a:tab pos="6331257" algn="l"/>
                <a:tab pos="7245472" algn="l"/>
                <a:tab pos="8159688" algn="l"/>
                <a:tab pos="9073903" algn="l"/>
                <a:tab pos="9988118" algn="l"/>
              </a:tabLst>
              <a:defRPr/>
            </a:pPr>
            <a:endParaRPr lang="en-GB" dirty="0"/>
          </a:p>
        </p:txBody>
      </p:sp>
    </p:spTree>
    <p:extLst>
      <p:ext uri="{BB962C8B-B14F-4D97-AF65-F5344CB8AC3E}">
        <p14:creationId xmlns:p14="http://schemas.microsoft.com/office/powerpoint/2010/main" val="2445322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62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62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62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2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62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62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425"/>
          <p:cNvSpPr>
            <a:spLocks noChangeArrowheads="1"/>
          </p:cNvSpPr>
          <p:nvPr/>
        </p:nvSpPr>
        <p:spPr bwMode="auto">
          <a:xfrm>
            <a:off x="228599" y="1677213"/>
            <a:ext cx="6172201" cy="3884398"/>
          </a:xfrm>
          <a:prstGeom prst="rect">
            <a:avLst/>
          </a:prstGeom>
          <a:solidFill>
            <a:srgbClr val="D5F1CF"/>
          </a:solidFill>
          <a:ln w="12700">
            <a:solidFill>
              <a:schemeClr val="tx1"/>
            </a:solidFill>
            <a:prstDash val="dash"/>
            <a:miter lim="800000"/>
            <a:headEnd/>
            <a:tailEnd/>
          </a:ln>
          <a:effectLst/>
        </p:spPr>
        <p:txBody>
          <a:bodyPr wrap="none" lIns="91421" tIns="45710" rIns="91421" bIns="45710" anchor="ctr">
            <a:prstTxWarp prst="textNoShape">
              <a:avLst/>
            </a:prstTxWarp>
          </a:bodyPr>
          <a:lstStyle/>
          <a:p>
            <a:endParaRPr lang="en-US" sz="1202"/>
          </a:p>
        </p:txBody>
      </p:sp>
      <p:sp>
        <p:nvSpPr>
          <p:cNvPr id="11" name="Rectangle 404"/>
          <p:cNvSpPr>
            <a:spLocks noChangeArrowheads="1"/>
          </p:cNvSpPr>
          <p:nvPr/>
        </p:nvSpPr>
        <p:spPr bwMode="auto">
          <a:xfrm>
            <a:off x="381000" y="1981871"/>
            <a:ext cx="2122488" cy="2437269"/>
          </a:xfrm>
          <a:prstGeom prst="rect">
            <a:avLst/>
          </a:prstGeom>
          <a:solidFill>
            <a:srgbClr val="F6F5BD"/>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1602"/>
          </a:p>
        </p:txBody>
      </p:sp>
      <p:sp>
        <p:nvSpPr>
          <p:cNvPr id="20" name="Rectangle 413"/>
          <p:cNvSpPr>
            <a:spLocks noChangeArrowheads="1"/>
          </p:cNvSpPr>
          <p:nvPr/>
        </p:nvSpPr>
        <p:spPr bwMode="auto">
          <a:xfrm>
            <a:off x="4114800" y="1981871"/>
            <a:ext cx="2122488" cy="2437269"/>
          </a:xfrm>
          <a:prstGeom prst="rect">
            <a:avLst/>
          </a:prstGeom>
          <a:solidFill>
            <a:srgbClr val="F6F5BD"/>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1602"/>
          </a:p>
        </p:txBody>
      </p:sp>
      <p:sp>
        <p:nvSpPr>
          <p:cNvPr id="2" name="Title 1"/>
          <p:cNvSpPr>
            <a:spLocks noGrp="1"/>
          </p:cNvSpPr>
          <p:nvPr>
            <p:ph type="title"/>
          </p:nvPr>
        </p:nvSpPr>
        <p:spPr>
          <a:noFill/>
        </p:spPr>
        <p:txBody>
          <a:bodyPr/>
          <a:lstStyle/>
          <a:p>
            <a:r>
              <a:rPr lang="en-US" dirty="0"/>
              <a:t>Intel Core i7 Cache Hierarchy</a:t>
            </a:r>
          </a:p>
        </p:txBody>
      </p:sp>
      <p:sp>
        <p:nvSpPr>
          <p:cNvPr id="4" name="Rectangle 396"/>
          <p:cNvSpPr>
            <a:spLocks noChangeArrowheads="1"/>
          </p:cNvSpPr>
          <p:nvPr/>
        </p:nvSpPr>
        <p:spPr bwMode="auto">
          <a:xfrm>
            <a:off x="546100" y="2134201"/>
            <a:ext cx="977900" cy="3046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dirty="0" err="1"/>
              <a:t>Regs</a:t>
            </a:r>
            <a:endParaRPr lang="en-US" sz="1602" dirty="0"/>
          </a:p>
        </p:txBody>
      </p:sp>
      <p:sp>
        <p:nvSpPr>
          <p:cNvPr id="5" name="Rectangle 397"/>
          <p:cNvSpPr>
            <a:spLocks noChangeArrowheads="1"/>
          </p:cNvSpPr>
          <p:nvPr/>
        </p:nvSpPr>
        <p:spPr bwMode="auto">
          <a:xfrm>
            <a:off x="588963" y="2781600"/>
            <a:ext cx="782637" cy="571235"/>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L1 </a:t>
            </a:r>
          </a:p>
          <a:p>
            <a:pPr algn="ctr"/>
            <a:r>
              <a:rPr lang="en-US" sz="1602"/>
              <a:t>d-cache</a:t>
            </a:r>
          </a:p>
        </p:txBody>
      </p:sp>
      <p:sp>
        <p:nvSpPr>
          <p:cNvPr id="6" name="Rectangle 399"/>
          <p:cNvSpPr>
            <a:spLocks noChangeArrowheads="1"/>
          </p:cNvSpPr>
          <p:nvPr/>
        </p:nvSpPr>
        <p:spPr bwMode="auto">
          <a:xfrm>
            <a:off x="1524001" y="2781600"/>
            <a:ext cx="795338" cy="571235"/>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dirty="0"/>
              <a:t>L1 </a:t>
            </a:r>
          </a:p>
          <a:p>
            <a:pPr algn="ctr"/>
            <a:r>
              <a:rPr lang="en-US" sz="1602" dirty="0" err="1"/>
              <a:t>i</a:t>
            </a:r>
            <a:r>
              <a:rPr lang="en-US" sz="1602" dirty="0"/>
              <a:t>-cache</a:t>
            </a:r>
          </a:p>
        </p:txBody>
      </p:sp>
      <p:sp>
        <p:nvSpPr>
          <p:cNvPr id="7" name="Rectangle 400"/>
          <p:cNvSpPr>
            <a:spLocks noChangeArrowheads="1"/>
          </p:cNvSpPr>
          <p:nvPr/>
        </p:nvSpPr>
        <p:spPr bwMode="auto">
          <a:xfrm>
            <a:off x="609601" y="3695576"/>
            <a:ext cx="1709738" cy="571235"/>
          </a:xfrm>
          <a:prstGeom prst="rect">
            <a:avLst/>
          </a:prstGeom>
          <a:solidFill>
            <a:srgbClr val="DEDFF5"/>
          </a:solidFill>
          <a:ln w="12700">
            <a:solidFill>
              <a:schemeClr val="tx1"/>
            </a:solidFill>
            <a:miter lim="800000"/>
            <a:headEnd/>
            <a:tailEnd/>
          </a:ln>
          <a:effectLst/>
        </p:spPr>
        <p:txBody>
          <a:bodyPr lIns="91421" tIns="45710" rIns="91421" bIns="45710" anchor="ctr">
            <a:prstTxWarp prst="textNoShape">
              <a:avLst/>
            </a:prstTxWarp>
          </a:bodyPr>
          <a:lstStyle/>
          <a:p>
            <a:pPr algn="ctr"/>
            <a:r>
              <a:rPr lang="en-US" sz="1602"/>
              <a:t>L2 unified cache</a:t>
            </a:r>
          </a:p>
        </p:txBody>
      </p:sp>
      <p:sp>
        <p:nvSpPr>
          <p:cNvPr id="8" name="Line 401"/>
          <p:cNvSpPr>
            <a:spLocks noChangeShapeType="1"/>
          </p:cNvSpPr>
          <p:nvPr/>
        </p:nvSpPr>
        <p:spPr bwMode="auto">
          <a:xfrm>
            <a:off x="1066800" y="2438859"/>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9" name="Line 402"/>
          <p:cNvSpPr>
            <a:spLocks noChangeShapeType="1"/>
          </p:cNvSpPr>
          <p:nvPr/>
        </p:nvSpPr>
        <p:spPr bwMode="auto">
          <a:xfrm>
            <a:off x="1066800" y="3352836"/>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10" name="Line 403"/>
          <p:cNvSpPr>
            <a:spLocks noChangeShapeType="1"/>
          </p:cNvSpPr>
          <p:nvPr/>
        </p:nvSpPr>
        <p:spPr bwMode="auto">
          <a:xfrm>
            <a:off x="1905000" y="3352836"/>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12" name="Text Box 405"/>
          <p:cNvSpPr txBox="1">
            <a:spLocks noChangeArrowheads="1"/>
          </p:cNvSpPr>
          <p:nvPr/>
        </p:nvSpPr>
        <p:spPr bwMode="auto">
          <a:xfrm>
            <a:off x="279591" y="1677213"/>
            <a:ext cx="707933" cy="339199"/>
          </a:xfrm>
          <a:prstGeom prst="rect">
            <a:avLst/>
          </a:prstGeom>
          <a:noFill/>
          <a:ln w="12700">
            <a:noFill/>
            <a:miter lim="800000"/>
            <a:headEnd/>
            <a:tailEnd/>
          </a:ln>
          <a:effectLst/>
        </p:spPr>
        <p:txBody>
          <a:bodyPr wrap="none" lIns="91421" tIns="45710" rIns="91421" bIns="45710">
            <a:prstTxWarp prst="textNoShape">
              <a:avLst/>
            </a:prstTxWarp>
            <a:spAutoFit/>
          </a:bodyPr>
          <a:lstStyle/>
          <a:p>
            <a:r>
              <a:rPr lang="en-US" sz="1602"/>
              <a:t>Core 0</a:t>
            </a:r>
          </a:p>
        </p:txBody>
      </p:sp>
      <p:sp>
        <p:nvSpPr>
          <p:cNvPr id="13" name="Rectangle 406"/>
          <p:cNvSpPr>
            <a:spLocks noChangeArrowheads="1"/>
          </p:cNvSpPr>
          <p:nvPr/>
        </p:nvSpPr>
        <p:spPr bwMode="auto">
          <a:xfrm>
            <a:off x="4279900" y="2134201"/>
            <a:ext cx="977900" cy="3046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Regs</a:t>
            </a:r>
          </a:p>
        </p:txBody>
      </p:sp>
      <p:sp>
        <p:nvSpPr>
          <p:cNvPr id="14" name="Rectangle 407"/>
          <p:cNvSpPr>
            <a:spLocks noChangeArrowheads="1"/>
          </p:cNvSpPr>
          <p:nvPr/>
        </p:nvSpPr>
        <p:spPr bwMode="auto">
          <a:xfrm>
            <a:off x="4322764" y="2781600"/>
            <a:ext cx="782637" cy="571235"/>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dirty="0"/>
              <a:t>L1 </a:t>
            </a:r>
          </a:p>
          <a:p>
            <a:pPr algn="ctr"/>
            <a:r>
              <a:rPr lang="en-US" sz="1602" dirty="0" err="1"/>
              <a:t>d</a:t>
            </a:r>
            <a:r>
              <a:rPr lang="en-US" sz="1602" dirty="0"/>
              <a:t>-cache</a:t>
            </a:r>
          </a:p>
        </p:txBody>
      </p:sp>
      <p:sp>
        <p:nvSpPr>
          <p:cNvPr id="15" name="Rectangle 408"/>
          <p:cNvSpPr>
            <a:spLocks noChangeArrowheads="1"/>
          </p:cNvSpPr>
          <p:nvPr/>
        </p:nvSpPr>
        <p:spPr bwMode="auto">
          <a:xfrm>
            <a:off x="5257801" y="2781600"/>
            <a:ext cx="795338" cy="571235"/>
          </a:xfrm>
          <a:prstGeom prst="rect">
            <a:avLst/>
          </a:prstGeom>
          <a:solidFill>
            <a:srgbClr val="DEDFF5"/>
          </a:solidFill>
          <a:ln w="12700">
            <a:solidFill>
              <a:schemeClr val="tx1"/>
            </a:solidFill>
            <a:miter lim="800000"/>
            <a:headEnd/>
            <a:tailEnd/>
          </a:ln>
          <a:effectLst/>
        </p:spPr>
        <p:txBody>
          <a:bodyPr wrap="none" lIns="91421" tIns="45710" rIns="91421" bIns="45710" anchor="ctr">
            <a:prstTxWarp prst="textNoShape">
              <a:avLst/>
            </a:prstTxWarp>
          </a:bodyPr>
          <a:lstStyle/>
          <a:p>
            <a:pPr algn="ctr"/>
            <a:r>
              <a:rPr lang="en-US" sz="1602"/>
              <a:t>L1 </a:t>
            </a:r>
          </a:p>
          <a:p>
            <a:pPr algn="ctr"/>
            <a:r>
              <a:rPr lang="en-US" sz="1602"/>
              <a:t>i-cache</a:t>
            </a:r>
          </a:p>
        </p:txBody>
      </p:sp>
      <p:sp>
        <p:nvSpPr>
          <p:cNvPr id="16" name="Rectangle 409"/>
          <p:cNvSpPr>
            <a:spLocks noChangeArrowheads="1"/>
          </p:cNvSpPr>
          <p:nvPr/>
        </p:nvSpPr>
        <p:spPr bwMode="auto">
          <a:xfrm>
            <a:off x="4343401" y="3695576"/>
            <a:ext cx="1709738" cy="571235"/>
          </a:xfrm>
          <a:prstGeom prst="rect">
            <a:avLst/>
          </a:prstGeom>
          <a:solidFill>
            <a:srgbClr val="DEDFF5"/>
          </a:solidFill>
          <a:ln w="12700">
            <a:solidFill>
              <a:schemeClr val="tx1"/>
            </a:solidFill>
            <a:miter lim="800000"/>
            <a:headEnd/>
            <a:tailEnd/>
          </a:ln>
          <a:effectLst/>
        </p:spPr>
        <p:txBody>
          <a:bodyPr lIns="91421" tIns="45710" rIns="91421" bIns="45710" anchor="ctr">
            <a:prstTxWarp prst="textNoShape">
              <a:avLst/>
            </a:prstTxWarp>
          </a:bodyPr>
          <a:lstStyle/>
          <a:p>
            <a:pPr algn="ctr"/>
            <a:r>
              <a:rPr lang="en-US" sz="1602"/>
              <a:t>L2 unified cache</a:t>
            </a:r>
          </a:p>
        </p:txBody>
      </p:sp>
      <p:sp>
        <p:nvSpPr>
          <p:cNvPr id="17" name="Line 410"/>
          <p:cNvSpPr>
            <a:spLocks noChangeShapeType="1"/>
          </p:cNvSpPr>
          <p:nvPr/>
        </p:nvSpPr>
        <p:spPr bwMode="auto">
          <a:xfrm>
            <a:off x="4800601" y="2438859"/>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18" name="Line 411"/>
          <p:cNvSpPr>
            <a:spLocks noChangeShapeType="1"/>
          </p:cNvSpPr>
          <p:nvPr/>
        </p:nvSpPr>
        <p:spPr bwMode="auto">
          <a:xfrm>
            <a:off x="4800601" y="3352836"/>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19" name="Line 412"/>
          <p:cNvSpPr>
            <a:spLocks noChangeShapeType="1"/>
          </p:cNvSpPr>
          <p:nvPr/>
        </p:nvSpPr>
        <p:spPr bwMode="auto">
          <a:xfrm>
            <a:off x="5638800" y="3352836"/>
            <a:ext cx="0" cy="342741"/>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21" name="Text Box 414"/>
          <p:cNvSpPr txBox="1">
            <a:spLocks noChangeArrowheads="1"/>
          </p:cNvSpPr>
          <p:nvPr/>
        </p:nvSpPr>
        <p:spPr bwMode="auto">
          <a:xfrm>
            <a:off x="4013391" y="1677213"/>
            <a:ext cx="707933" cy="339199"/>
          </a:xfrm>
          <a:prstGeom prst="rect">
            <a:avLst/>
          </a:prstGeom>
          <a:noFill/>
          <a:ln w="12700">
            <a:noFill/>
            <a:miter lim="800000"/>
            <a:headEnd/>
            <a:tailEnd/>
          </a:ln>
          <a:effectLst/>
        </p:spPr>
        <p:txBody>
          <a:bodyPr wrap="none" lIns="91421" tIns="45710" rIns="91421" bIns="45710">
            <a:prstTxWarp prst="textNoShape">
              <a:avLst/>
            </a:prstTxWarp>
            <a:spAutoFit/>
          </a:bodyPr>
          <a:lstStyle/>
          <a:p>
            <a:r>
              <a:rPr lang="en-US" sz="1602"/>
              <a:t>Core 3</a:t>
            </a:r>
          </a:p>
        </p:txBody>
      </p:sp>
      <p:sp>
        <p:nvSpPr>
          <p:cNvPr id="22" name="Text Box 415"/>
          <p:cNvSpPr txBox="1">
            <a:spLocks noChangeArrowheads="1"/>
          </p:cNvSpPr>
          <p:nvPr/>
        </p:nvSpPr>
        <p:spPr bwMode="auto">
          <a:xfrm>
            <a:off x="2971800" y="2983676"/>
            <a:ext cx="723900" cy="586083"/>
          </a:xfrm>
          <a:prstGeom prst="rect">
            <a:avLst/>
          </a:prstGeom>
          <a:noFill/>
          <a:ln w="12700">
            <a:noFill/>
            <a:miter lim="800000"/>
            <a:headEnd/>
            <a:tailEnd/>
          </a:ln>
          <a:effectLst/>
        </p:spPr>
        <p:txBody>
          <a:bodyPr wrap="square" lIns="91421" tIns="45710" rIns="91421" bIns="45710">
            <a:prstTxWarp prst="textNoShape">
              <a:avLst/>
            </a:prstTxWarp>
            <a:spAutoFit/>
          </a:bodyPr>
          <a:lstStyle/>
          <a:p>
            <a:pPr algn="ctr"/>
            <a:r>
              <a:rPr lang="en-US" sz="3204" dirty="0"/>
              <a:t>…</a:t>
            </a:r>
          </a:p>
        </p:txBody>
      </p:sp>
      <p:sp>
        <p:nvSpPr>
          <p:cNvPr id="23" name="Line 417"/>
          <p:cNvSpPr>
            <a:spLocks noChangeShapeType="1"/>
          </p:cNvSpPr>
          <p:nvPr/>
        </p:nvSpPr>
        <p:spPr bwMode="auto">
          <a:xfrm>
            <a:off x="1447800" y="4266812"/>
            <a:ext cx="0" cy="533152"/>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24" name="Line 418"/>
          <p:cNvSpPr>
            <a:spLocks noChangeShapeType="1"/>
          </p:cNvSpPr>
          <p:nvPr/>
        </p:nvSpPr>
        <p:spPr bwMode="auto">
          <a:xfrm>
            <a:off x="5181600" y="4266812"/>
            <a:ext cx="0" cy="533152"/>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25" name="Rectangle 419"/>
          <p:cNvSpPr>
            <a:spLocks noChangeArrowheads="1"/>
          </p:cNvSpPr>
          <p:nvPr/>
        </p:nvSpPr>
        <p:spPr bwMode="auto">
          <a:xfrm>
            <a:off x="1098550" y="4799964"/>
            <a:ext cx="4387850" cy="571235"/>
          </a:xfrm>
          <a:prstGeom prst="rect">
            <a:avLst/>
          </a:prstGeom>
          <a:solidFill>
            <a:srgbClr val="DEDFF5"/>
          </a:solidFill>
          <a:ln w="12700">
            <a:solidFill>
              <a:schemeClr val="tx1"/>
            </a:solidFill>
            <a:miter lim="800000"/>
            <a:headEnd/>
            <a:tailEnd/>
          </a:ln>
          <a:effectLst/>
        </p:spPr>
        <p:txBody>
          <a:bodyPr lIns="91421" tIns="45710" rIns="91421" bIns="45710" anchor="ctr">
            <a:prstTxWarp prst="textNoShape">
              <a:avLst/>
            </a:prstTxWarp>
          </a:bodyPr>
          <a:lstStyle/>
          <a:p>
            <a:pPr algn="ctr"/>
            <a:r>
              <a:rPr lang="en-US" sz="1602"/>
              <a:t>L3 unified cache</a:t>
            </a:r>
          </a:p>
          <a:p>
            <a:pPr algn="ctr"/>
            <a:r>
              <a:rPr lang="en-US" sz="1602"/>
              <a:t>(shared by all cores)</a:t>
            </a:r>
          </a:p>
        </p:txBody>
      </p:sp>
      <p:sp>
        <p:nvSpPr>
          <p:cNvPr id="26" name="Rectangle 420"/>
          <p:cNvSpPr>
            <a:spLocks noChangeArrowheads="1"/>
          </p:cNvSpPr>
          <p:nvPr/>
        </p:nvSpPr>
        <p:spPr bwMode="auto">
          <a:xfrm>
            <a:off x="228599" y="6056682"/>
            <a:ext cx="6172201" cy="571235"/>
          </a:xfrm>
          <a:prstGeom prst="rect">
            <a:avLst/>
          </a:prstGeom>
          <a:solidFill>
            <a:srgbClr val="D5F1CF"/>
          </a:solidFill>
          <a:ln w="12700">
            <a:solidFill>
              <a:schemeClr val="tx1"/>
            </a:solidFill>
            <a:miter lim="800000"/>
            <a:headEnd/>
            <a:tailEnd/>
          </a:ln>
          <a:effectLst/>
        </p:spPr>
        <p:txBody>
          <a:bodyPr lIns="91421" tIns="45710" rIns="91421" bIns="45710" anchor="ctr">
            <a:prstTxWarp prst="textNoShape">
              <a:avLst/>
            </a:prstTxWarp>
          </a:bodyPr>
          <a:lstStyle/>
          <a:p>
            <a:pPr algn="ctr"/>
            <a:r>
              <a:rPr lang="en-US" sz="1602"/>
              <a:t>Main memory</a:t>
            </a:r>
          </a:p>
        </p:txBody>
      </p:sp>
      <p:sp>
        <p:nvSpPr>
          <p:cNvPr id="27" name="Line 421"/>
          <p:cNvSpPr>
            <a:spLocks noChangeShapeType="1"/>
          </p:cNvSpPr>
          <p:nvPr/>
        </p:nvSpPr>
        <p:spPr bwMode="auto">
          <a:xfrm>
            <a:off x="3371850" y="5371200"/>
            <a:ext cx="0" cy="685482"/>
          </a:xfrm>
          <a:prstGeom prst="line">
            <a:avLst/>
          </a:prstGeom>
          <a:noFill/>
          <a:ln w="12700">
            <a:solidFill>
              <a:schemeClr val="tx1"/>
            </a:solidFill>
            <a:round/>
            <a:headEnd/>
            <a:tailEnd/>
          </a:ln>
          <a:effectLst/>
        </p:spPr>
        <p:txBody>
          <a:bodyPr wrap="none" lIns="91421" tIns="45710" rIns="91421" bIns="45710" anchor="ctr">
            <a:prstTxWarp prst="textNoShape">
              <a:avLst/>
            </a:prstTxWarp>
          </a:bodyPr>
          <a:lstStyle/>
          <a:p>
            <a:endParaRPr lang="en-US" sz="1602"/>
          </a:p>
        </p:txBody>
      </p:sp>
      <p:sp>
        <p:nvSpPr>
          <p:cNvPr id="29" name="Text Box 426"/>
          <p:cNvSpPr txBox="1">
            <a:spLocks noChangeArrowheads="1"/>
          </p:cNvSpPr>
          <p:nvPr/>
        </p:nvSpPr>
        <p:spPr bwMode="auto">
          <a:xfrm>
            <a:off x="76588" y="1296389"/>
            <a:ext cx="1724046" cy="339199"/>
          </a:xfrm>
          <a:prstGeom prst="rect">
            <a:avLst/>
          </a:prstGeom>
          <a:noFill/>
          <a:ln w="12700">
            <a:noFill/>
            <a:miter lim="800000"/>
            <a:headEnd/>
            <a:tailEnd/>
          </a:ln>
          <a:effectLst/>
        </p:spPr>
        <p:txBody>
          <a:bodyPr wrap="none" lIns="91421" tIns="45710" rIns="91421" bIns="45710">
            <a:prstTxWarp prst="textNoShape">
              <a:avLst/>
            </a:prstTxWarp>
            <a:spAutoFit/>
          </a:bodyPr>
          <a:lstStyle/>
          <a:p>
            <a:r>
              <a:rPr lang="en-US" sz="1602" dirty="0"/>
              <a:t>Processor package</a:t>
            </a:r>
          </a:p>
        </p:txBody>
      </p:sp>
      <p:sp>
        <p:nvSpPr>
          <p:cNvPr id="30" name="TextBox 29"/>
          <p:cNvSpPr txBox="1"/>
          <p:nvPr/>
        </p:nvSpPr>
        <p:spPr>
          <a:xfrm>
            <a:off x="6553199" y="1677212"/>
            <a:ext cx="2514601" cy="5016738"/>
          </a:xfrm>
          <a:prstGeom prst="rect">
            <a:avLst/>
          </a:prstGeom>
          <a:noFill/>
        </p:spPr>
        <p:txBody>
          <a:bodyPr wrap="square" lIns="91421" tIns="45710" rIns="91421" bIns="45710" rtlCol="0">
            <a:spAutoFit/>
          </a:bodyPr>
          <a:lstStyle/>
          <a:p>
            <a:pPr algn="l"/>
            <a:r>
              <a:rPr lang="en-US" sz="2000" dirty="0">
                <a:latin typeface="Calibri" pitchFamily="34" charset="0"/>
              </a:rPr>
              <a:t>L1 </a:t>
            </a:r>
            <a:r>
              <a:rPr lang="en-US" sz="2000" dirty="0" err="1">
                <a:latin typeface="Calibri" pitchFamily="34" charset="0"/>
              </a:rPr>
              <a:t>i</a:t>
            </a:r>
            <a:r>
              <a:rPr lang="en-US" sz="2000" dirty="0">
                <a:latin typeface="Calibri" pitchFamily="34" charset="0"/>
              </a:rPr>
              <a:t>-cache and </a:t>
            </a:r>
            <a:r>
              <a:rPr lang="en-US" sz="2000" dirty="0" err="1">
                <a:latin typeface="Calibri" pitchFamily="34" charset="0"/>
              </a:rPr>
              <a:t>d</a:t>
            </a:r>
            <a:r>
              <a:rPr lang="en-US" sz="2000" dirty="0">
                <a:latin typeface="Calibri" pitchFamily="34" charset="0"/>
              </a:rPr>
              <a:t>-cache:</a:t>
            </a:r>
          </a:p>
          <a:p>
            <a:pPr lvl="1" algn="l"/>
            <a:r>
              <a:rPr lang="en-US" sz="2000" b="0" dirty="0">
                <a:latin typeface="Calibri" pitchFamily="34" charset="0"/>
              </a:rPr>
              <a:t>32 KB,  8-way, </a:t>
            </a:r>
          </a:p>
          <a:p>
            <a:pPr lvl="1" algn="l"/>
            <a:r>
              <a:rPr lang="en-US" sz="2000" b="0" dirty="0">
                <a:latin typeface="Calibri" pitchFamily="34" charset="0"/>
              </a:rPr>
              <a:t>Access: 4 cycles</a:t>
            </a:r>
          </a:p>
          <a:p>
            <a:pPr algn="l"/>
            <a:endParaRPr lang="en-US" sz="2000" b="0" dirty="0">
              <a:latin typeface="Calibri" pitchFamily="34" charset="0"/>
            </a:endParaRPr>
          </a:p>
          <a:p>
            <a:pPr algn="l"/>
            <a:r>
              <a:rPr lang="en-US" sz="2000" dirty="0">
                <a:latin typeface="Calibri" pitchFamily="34" charset="0"/>
              </a:rPr>
              <a:t>L2 unified cache:</a:t>
            </a:r>
          </a:p>
          <a:p>
            <a:pPr lvl="1" algn="l"/>
            <a:r>
              <a:rPr lang="en-US" sz="2000" b="0" dirty="0">
                <a:latin typeface="Calibri" pitchFamily="34" charset="0"/>
              </a:rPr>
              <a:t> 256 KB, 8-way, </a:t>
            </a:r>
          </a:p>
          <a:p>
            <a:pPr lvl="1" algn="l"/>
            <a:r>
              <a:rPr lang="en-US" sz="2000" b="0" dirty="0">
                <a:latin typeface="Calibri" pitchFamily="34" charset="0"/>
              </a:rPr>
              <a:t>Access: 11 cycles</a:t>
            </a:r>
          </a:p>
          <a:p>
            <a:pPr lvl="1" algn="l"/>
            <a:endParaRPr lang="en-US" sz="2000" b="0" dirty="0">
              <a:latin typeface="Calibri" pitchFamily="34" charset="0"/>
            </a:endParaRPr>
          </a:p>
          <a:p>
            <a:pPr algn="l"/>
            <a:r>
              <a:rPr lang="en-US" sz="2000" dirty="0">
                <a:latin typeface="Calibri" pitchFamily="34" charset="0"/>
              </a:rPr>
              <a:t>L3 unified cache:</a:t>
            </a:r>
          </a:p>
          <a:p>
            <a:pPr lvl="1" algn="l"/>
            <a:r>
              <a:rPr lang="en-US" sz="2000" b="0" dirty="0">
                <a:latin typeface="Calibri" pitchFamily="34" charset="0"/>
              </a:rPr>
              <a:t>8 MB, 16-way,</a:t>
            </a:r>
          </a:p>
          <a:p>
            <a:pPr lvl="1" algn="l"/>
            <a:r>
              <a:rPr lang="en-US" sz="2000" b="0" dirty="0">
                <a:latin typeface="Calibri" pitchFamily="34" charset="0"/>
              </a:rPr>
              <a:t>Access: 30-40 cycles</a:t>
            </a:r>
          </a:p>
          <a:p>
            <a:pPr lvl="1" algn="l"/>
            <a:endParaRPr lang="en-US" sz="2000" b="0" dirty="0">
              <a:latin typeface="Calibri" pitchFamily="34" charset="0"/>
            </a:endParaRPr>
          </a:p>
          <a:p>
            <a:pPr algn="l"/>
            <a:r>
              <a:rPr lang="en-US" sz="2000" dirty="0">
                <a:latin typeface="Calibri" pitchFamily="34" charset="0"/>
              </a:rPr>
              <a:t>Block size</a:t>
            </a:r>
            <a:r>
              <a:rPr lang="en-US" sz="2000" b="0" dirty="0">
                <a:latin typeface="Calibri" pitchFamily="34" charset="0"/>
              </a:rPr>
              <a:t>: 64 bytes for all caches. </a:t>
            </a:r>
          </a:p>
        </p:txBody>
      </p:sp>
    </p:spTree>
    <p:extLst>
      <p:ext uri="{BB962C8B-B14F-4D97-AF65-F5344CB8AC3E}">
        <p14:creationId xmlns:p14="http://schemas.microsoft.com/office/powerpoint/2010/main" val="182390112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6FA020-28CA-437B-A1E8-A34E69FA8012}"/>
              </a:ext>
            </a:extLst>
          </p:cNvPr>
          <p:cNvSpPr>
            <a:spLocks noGrp="1"/>
          </p:cNvSpPr>
          <p:nvPr>
            <p:ph type="sldNum" sz="quarter" idx="10"/>
          </p:nvPr>
        </p:nvSpPr>
        <p:spPr/>
        <p:txBody>
          <a:bodyPr/>
          <a:lstStyle/>
          <a:p>
            <a:pPr>
              <a:defRPr/>
            </a:pPr>
            <a:fld id="{7142D0FF-28DA-4C73-BF5F-423BAD45C139}" type="slidenum">
              <a:rPr lang="en-US" smtClean="0"/>
              <a:pPr>
                <a:defRPr/>
              </a:pPr>
              <a:t>35</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27CD02D-0E45-4432-8DC7-3C97BAB813F2}"/>
                  </a:ext>
                </a:extLst>
              </p14:cNvPr>
              <p14:cNvContentPartPr/>
              <p14:nvPr/>
            </p14:nvContentPartPr>
            <p14:xfrm>
              <a:off x="693000" y="546840"/>
              <a:ext cx="8157960" cy="5913360"/>
            </p14:xfrm>
          </p:contentPart>
        </mc:Choice>
        <mc:Fallback xmlns="">
          <p:pic>
            <p:nvPicPr>
              <p:cNvPr id="5" name="Ink 4">
                <a:extLst>
                  <a:ext uri="{FF2B5EF4-FFF2-40B4-BE49-F238E27FC236}">
                    <a16:creationId xmlns:a16="http://schemas.microsoft.com/office/drawing/2014/main" id="{827CD02D-0E45-4432-8DC7-3C97BAB813F2}"/>
                  </a:ext>
                </a:extLst>
              </p:cNvPr>
              <p:cNvPicPr/>
              <p:nvPr/>
            </p:nvPicPr>
            <p:blipFill>
              <a:blip r:embed="rId3"/>
              <a:stretch>
                <a:fillRect/>
              </a:stretch>
            </p:blipFill>
            <p:spPr>
              <a:xfrm>
                <a:off x="683640" y="537480"/>
                <a:ext cx="8176680" cy="5932080"/>
              </a:xfrm>
              <a:prstGeom prst="rect">
                <a:avLst/>
              </a:prstGeom>
            </p:spPr>
          </p:pic>
        </mc:Fallback>
      </mc:AlternateContent>
    </p:spTree>
    <p:extLst>
      <p:ext uri="{BB962C8B-B14F-4D97-AF65-F5344CB8AC3E}">
        <p14:creationId xmlns:p14="http://schemas.microsoft.com/office/powerpoint/2010/main" val="24567663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Cache Organization (S, E, B)</a:t>
            </a:r>
            <a:endParaRPr lang="en-US" dirty="0"/>
          </a:p>
        </p:txBody>
      </p:sp>
      <p:sp>
        <p:nvSpPr>
          <p:cNvPr id="8" name="AutoShape 16"/>
          <p:cNvSpPr>
            <a:spLocks/>
          </p:cNvSpPr>
          <p:nvPr/>
        </p:nvSpPr>
        <p:spPr bwMode="auto">
          <a:xfrm rot="5400000">
            <a:off x="4114855" y="-495092"/>
            <a:ext cx="228494" cy="46482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grpSp>
        <p:nvGrpSpPr>
          <p:cNvPr id="3" name="Group 79"/>
          <p:cNvGrpSpPr/>
          <p:nvPr/>
        </p:nvGrpSpPr>
        <p:grpSpPr>
          <a:xfrm>
            <a:off x="1905000" y="2079625"/>
            <a:ext cx="4648200" cy="492256"/>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cxnSp>
        <p:nvCxnSpPr>
          <p:cNvPr id="45" name="Straight Connector 44"/>
          <p:cNvCxnSpPr/>
          <p:nvPr/>
        </p:nvCxnSpPr>
        <p:spPr bwMode="auto">
          <a:xfrm>
            <a:off x="2133601" y="4019010"/>
            <a:ext cx="4267200" cy="11110"/>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1524000" y="2068366"/>
            <a:ext cx="228601" cy="2731598"/>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56" name="TextBox 55"/>
          <p:cNvSpPr txBox="1"/>
          <p:nvPr/>
        </p:nvSpPr>
        <p:spPr>
          <a:xfrm>
            <a:off x="3901999" y="1345601"/>
            <a:ext cx="2116310" cy="400089"/>
          </a:xfrm>
          <a:prstGeom prst="rect">
            <a:avLst/>
          </a:prstGeom>
          <a:noFill/>
        </p:spPr>
        <p:txBody>
          <a:bodyPr wrap="none" lIns="91421" tIns="45710" rIns="91421" bIns="45710" rtlCol="0">
            <a:spAutoFit/>
          </a:bodyPr>
          <a:lstStyle/>
          <a:p>
            <a:r>
              <a:rPr lang="en-US" sz="2000" dirty="0">
                <a:latin typeface="Calibri" pitchFamily="34" charset="0"/>
              </a:rPr>
              <a:t>E = 2</a:t>
            </a:r>
            <a:r>
              <a:rPr lang="en-US" sz="2000" baseline="30000" dirty="0">
                <a:latin typeface="Calibri" pitchFamily="34" charset="0"/>
              </a:rPr>
              <a:t>e</a:t>
            </a:r>
            <a:r>
              <a:rPr lang="en-US" sz="2000" dirty="0">
                <a:latin typeface="Calibri" pitchFamily="34" charset="0"/>
              </a:rPr>
              <a:t> lines per set</a:t>
            </a:r>
          </a:p>
        </p:txBody>
      </p:sp>
      <p:sp>
        <p:nvSpPr>
          <p:cNvPr id="57" name="TextBox 56"/>
          <p:cNvSpPr txBox="1"/>
          <p:nvPr/>
        </p:nvSpPr>
        <p:spPr>
          <a:xfrm>
            <a:off x="425874" y="3244491"/>
            <a:ext cx="1228247" cy="400089"/>
          </a:xfrm>
          <a:prstGeom prst="rect">
            <a:avLst/>
          </a:prstGeom>
          <a:noFill/>
        </p:spPr>
        <p:txBody>
          <a:bodyPr wrap="none" lIns="91421" tIns="45710" rIns="91421" bIns="45710" rtlCol="0">
            <a:spAutoFit/>
          </a:bodyPr>
          <a:lstStyle/>
          <a:p>
            <a:r>
              <a:rPr lang="en-US" sz="2000" dirty="0">
                <a:latin typeface="Calibri" pitchFamily="34" charset="0"/>
              </a:rPr>
              <a:t>S = 2</a:t>
            </a:r>
            <a:r>
              <a:rPr lang="en-US" sz="2000" baseline="30000" dirty="0">
                <a:latin typeface="Calibri" pitchFamily="34" charset="0"/>
              </a:rPr>
              <a:t>s</a:t>
            </a:r>
            <a:r>
              <a:rPr lang="en-US" sz="2000" dirty="0">
                <a:latin typeface="Calibri" pitchFamily="34" charset="0"/>
              </a:rPr>
              <a:t> sets</a:t>
            </a:r>
          </a:p>
        </p:txBody>
      </p:sp>
      <p:cxnSp>
        <p:nvCxnSpPr>
          <p:cNvPr id="59" name="Straight Connector 58"/>
          <p:cNvCxnSpPr/>
          <p:nvPr/>
        </p:nvCxnSpPr>
        <p:spPr bwMode="auto">
          <a:xfrm>
            <a:off x="6553201" y="2078038"/>
            <a:ext cx="609600" cy="1587"/>
          </a:xfrm>
          <a:prstGeom prst="line">
            <a:avLst/>
          </a:prstGeom>
          <a:noFill/>
          <a:ln w="9525" cap="flat" cmpd="sng" algn="ctr">
            <a:solidFill>
              <a:schemeClr val="tx1"/>
            </a:solidFill>
            <a:prstDash val="solid"/>
            <a:round/>
            <a:headEnd type="none" w="med" len="med"/>
            <a:tailEnd type="none" w="med" len="med"/>
          </a:ln>
          <a:effectLst/>
        </p:spPr>
      </p:cxnSp>
      <p:sp>
        <p:nvSpPr>
          <p:cNvPr id="61" name="TextBox 60"/>
          <p:cNvSpPr txBox="1"/>
          <p:nvPr/>
        </p:nvSpPr>
        <p:spPr>
          <a:xfrm>
            <a:off x="7148330" y="1886399"/>
            <a:ext cx="503689" cy="400089"/>
          </a:xfrm>
          <a:prstGeom prst="rect">
            <a:avLst/>
          </a:prstGeom>
          <a:noFill/>
        </p:spPr>
        <p:txBody>
          <a:bodyPr wrap="none" lIns="91421" tIns="45710" rIns="91421" bIns="45710" rtlCol="0">
            <a:spAutoFit/>
          </a:bodyPr>
          <a:lstStyle/>
          <a:p>
            <a:r>
              <a:rPr lang="en-US" sz="2000" dirty="0">
                <a:solidFill>
                  <a:schemeClr val="accent2">
                    <a:lumMod val="60000"/>
                    <a:lumOff val="40000"/>
                  </a:schemeClr>
                </a:solidFill>
                <a:latin typeface="Calibri" pitchFamily="34" charset="0"/>
              </a:rPr>
              <a:t>set</a:t>
            </a:r>
          </a:p>
        </p:txBody>
      </p:sp>
      <p:cxnSp>
        <p:nvCxnSpPr>
          <p:cNvPr id="62" name="Straight Connector 61"/>
          <p:cNvCxnSpPr/>
          <p:nvPr/>
        </p:nvCxnSpPr>
        <p:spPr bwMode="auto">
          <a:xfrm>
            <a:off x="6400800" y="2475889"/>
            <a:ext cx="609600" cy="1587"/>
          </a:xfrm>
          <a:prstGeom prst="line">
            <a:avLst/>
          </a:prstGeom>
          <a:noFill/>
          <a:ln w="9525" cap="flat" cmpd="sng" algn="ctr">
            <a:solidFill>
              <a:schemeClr val="tx1"/>
            </a:solidFill>
            <a:prstDash val="solid"/>
            <a:round/>
            <a:headEnd type="none" w="med" len="med"/>
            <a:tailEnd type="none" w="med" len="med"/>
          </a:ln>
          <a:effectLst/>
        </p:spPr>
      </p:cxnSp>
      <p:sp>
        <p:nvSpPr>
          <p:cNvPr id="63" name="TextBox 62"/>
          <p:cNvSpPr txBox="1"/>
          <p:nvPr/>
        </p:nvSpPr>
        <p:spPr>
          <a:xfrm>
            <a:off x="6967528" y="2278885"/>
            <a:ext cx="577364" cy="400089"/>
          </a:xfrm>
          <a:prstGeom prst="rect">
            <a:avLst/>
          </a:prstGeom>
          <a:noFill/>
        </p:spPr>
        <p:txBody>
          <a:bodyPr wrap="none" lIns="91421" tIns="45710" rIns="91421" bIns="45710" rtlCol="0">
            <a:spAutoFit/>
          </a:bodyPr>
          <a:lstStyle/>
          <a:p>
            <a:r>
              <a:rPr lang="en-US" sz="2000" dirty="0">
                <a:solidFill>
                  <a:schemeClr val="accent2">
                    <a:lumMod val="60000"/>
                    <a:lumOff val="40000"/>
                  </a:schemeClr>
                </a:solidFill>
                <a:latin typeface="Calibri" pitchFamily="34" charset="0"/>
              </a:rPr>
              <a:t>line</a:t>
            </a:r>
          </a:p>
        </p:txBody>
      </p:sp>
      <p:grpSp>
        <p:nvGrpSpPr>
          <p:cNvPr id="4" name="Group 80"/>
          <p:cNvGrpSpPr/>
          <p:nvPr/>
        </p:nvGrpSpPr>
        <p:grpSpPr>
          <a:xfrm>
            <a:off x="1905000" y="2648045"/>
            <a:ext cx="4648200" cy="492256"/>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grpSp>
        <p:nvGrpSpPr>
          <p:cNvPr id="5" name="Group 86"/>
          <p:cNvGrpSpPr/>
          <p:nvPr/>
        </p:nvGrpSpPr>
        <p:grpSpPr>
          <a:xfrm>
            <a:off x="1905000" y="3222094"/>
            <a:ext cx="4648200" cy="492256"/>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grpSp>
        <p:nvGrpSpPr>
          <p:cNvPr id="6" name="Group 92"/>
          <p:cNvGrpSpPr/>
          <p:nvPr/>
        </p:nvGrpSpPr>
        <p:grpSpPr>
          <a:xfrm>
            <a:off x="1905000" y="4288400"/>
            <a:ext cx="4648200" cy="492256"/>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grpSp>
      <p:sp>
        <p:nvSpPr>
          <p:cNvPr id="99" name="Trapezoid 98"/>
          <p:cNvSpPr/>
          <p:nvPr/>
        </p:nvSpPr>
        <p:spPr bwMode="auto">
          <a:xfrm>
            <a:off x="2146825" y="4708971"/>
            <a:ext cx="3523449" cy="865512"/>
          </a:xfrm>
          <a:prstGeom prst="trapezoid">
            <a:avLst>
              <a:gd name="adj" fmla="val 135061"/>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64" name="Rectangle 63"/>
          <p:cNvSpPr/>
          <p:nvPr/>
        </p:nvSpPr>
        <p:spPr bwMode="auto">
          <a:xfrm>
            <a:off x="2146825" y="5574483"/>
            <a:ext cx="3523449"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sp>
        <p:nvSpPr>
          <p:cNvPr id="65" name="Rectangle 64"/>
          <p:cNvSpPr/>
          <p:nvPr/>
        </p:nvSpPr>
        <p:spPr bwMode="auto">
          <a:xfrm>
            <a:off x="364506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0</a:t>
            </a:r>
          </a:p>
        </p:txBody>
      </p:sp>
      <p:sp>
        <p:nvSpPr>
          <p:cNvPr id="66" name="Rectangle 65"/>
          <p:cNvSpPr/>
          <p:nvPr/>
        </p:nvSpPr>
        <p:spPr bwMode="auto">
          <a:xfrm>
            <a:off x="3917673"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1</a:t>
            </a:r>
          </a:p>
        </p:txBody>
      </p:sp>
      <p:sp>
        <p:nvSpPr>
          <p:cNvPr id="67" name="Rectangle 66"/>
          <p:cNvSpPr/>
          <p:nvPr/>
        </p:nvSpPr>
        <p:spPr bwMode="auto">
          <a:xfrm>
            <a:off x="417846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2</a:t>
            </a:r>
          </a:p>
        </p:txBody>
      </p:sp>
      <p:sp>
        <p:nvSpPr>
          <p:cNvPr id="68" name="Rectangle 67"/>
          <p:cNvSpPr/>
          <p:nvPr/>
        </p:nvSpPr>
        <p:spPr bwMode="auto">
          <a:xfrm>
            <a:off x="5092869" y="5688730"/>
            <a:ext cx="4572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B-1</a:t>
            </a:r>
          </a:p>
        </p:txBody>
      </p:sp>
      <p:sp>
        <p:nvSpPr>
          <p:cNvPr id="69" name="Rectangle 68"/>
          <p:cNvSpPr/>
          <p:nvPr/>
        </p:nvSpPr>
        <p:spPr bwMode="auto">
          <a:xfrm>
            <a:off x="4451073" y="5688730"/>
            <a:ext cx="6417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cxnSp>
        <p:nvCxnSpPr>
          <p:cNvPr id="70" name="Straight Connector 69"/>
          <p:cNvCxnSpPr/>
          <p:nvPr/>
        </p:nvCxnSpPr>
        <p:spPr bwMode="auto">
          <a:xfrm>
            <a:off x="4585225" y="5840267"/>
            <a:ext cx="457200" cy="1587"/>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2742478" y="5688730"/>
            <a:ext cx="7179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r>
              <a:rPr lang="en-US" sz="1400" dirty="0">
                <a:latin typeface="Calibri" pitchFamily="34" charset="0"/>
              </a:rPr>
              <a:t>tag</a:t>
            </a:r>
          </a:p>
        </p:txBody>
      </p:sp>
      <p:sp>
        <p:nvSpPr>
          <p:cNvPr id="73" name="Rectangle 72"/>
          <p:cNvSpPr/>
          <p:nvPr/>
        </p:nvSpPr>
        <p:spPr bwMode="auto">
          <a:xfrm>
            <a:off x="2273468" y="5701068"/>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v</a:t>
            </a:r>
          </a:p>
        </p:txBody>
      </p:sp>
      <p:sp>
        <p:nvSpPr>
          <p:cNvPr id="77" name="AutoShape 16"/>
          <p:cNvSpPr>
            <a:spLocks/>
          </p:cNvSpPr>
          <p:nvPr/>
        </p:nvSpPr>
        <p:spPr bwMode="auto">
          <a:xfrm rot="16200000" flipV="1">
            <a:off x="4496198" y="5332142"/>
            <a:ext cx="228494" cy="1905000"/>
          </a:xfrm>
          <a:prstGeom prst="leftBrace">
            <a:avLst>
              <a:gd name="adj1" fmla="val 136972"/>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8" name="TextBox 77"/>
          <p:cNvSpPr txBox="1"/>
          <p:nvPr/>
        </p:nvSpPr>
        <p:spPr>
          <a:xfrm>
            <a:off x="4049933" y="6373537"/>
            <a:ext cx="4243816" cy="400089"/>
          </a:xfrm>
          <a:prstGeom prst="rect">
            <a:avLst/>
          </a:prstGeom>
          <a:noFill/>
        </p:spPr>
        <p:txBody>
          <a:bodyPr wrap="none" lIns="91421" tIns="45710" rIns="91421" bIns="45710" rtlCol="0">
            <a:spAutoFit/>
          </a:bodyPr>
          <a:lstStyle/>
          <a:p>
            <a:r>
              <a:rPr lang="en-US" sz="2000" dirty="0">
                <a:latin typeface="Calibri" pitchFamily="34" charset="0"/>
              </a:rPr>
              <a:t>B = 2</a:t>
            </a:r>
            <a:r>
              <a:rPr lang="en-US" sz="2000" baseline="30000" dirty="0">
                <a:latin typeface="Calibri" pitchFamily="34" charset="0"/>
              </a:rPr>
              <a:t>b</a:t>
            </a:r>
            <a:r>
              <a:rPr lang="en-US" sz="2000" dirty="0">
                <a:latin typeface="Calibri" pitchFamily="34" charset="0"/>
              </a:rPr>
              <a:t> bytes per cache block (the data)</a:t>
            </a:r>
          </a:p>
        </p:txBody>
      </p:sp>
      <p:sp>
        <p:nvSpPr>
          <p:cNvPr id="100" name="TextBox 99"/>
          <p:cNvSpPr txBox="1"/>
          <p:nvPr/>
        </p:nvSpPr>
        <p:spPr>
          <a:xfrm>
            <a:off x="6064498" y="5160287"/>
            <a:ext cx="2590414" cy="707866"/>
          </a:xfrm>
          <a:prstGeom prst="rect">
            <a:avLst/>
          </a:prstGeom>
          <a:noFill/>
        </p:spPr>
        <p:txBody>
          <a:bodyPr wrap="none" lIns="91421" tIns="45710" rIns="91421" bIns="45710" rtlCol="0">
            <a:spAutoFit/>
          </a:bodyPr>
          <a:lstStyle/>
          <a:p>
            <a:r>
              <a:rPr lang="en-US" sz="2000" i="1" dirty="0">
                <a:solidFill>
                  <a:srgbClr val="C00000"/>
                </a:solidFill>
                <a:latin typeface="Calibri" pitchFamily="34" charset="0"/>
              </a:rPr>
              <a:t>Cache size:</a:t>
            </a:r>
          </a:p>
          <a:p>
            <a:r>
              <a:rPr lang="en-US" sz="2000" i="1" dirty="0">
                <a:latin typeface="Calibri" pitchFamily="34" charset="0"/>
              </a:rPr>
              <a:t>C = S x E x B data bytes</a:t>
            </a:r>
          </a:p>
        </p:txBody>
      </p:sp>
      <p:sp>
        <p:nvSpPr>
          <p:cNvPr id="53" name="TextBox 52"/>
          <p:cNvSpPr txBox="1"/>
          <p:nvPr/>
        </p:nvSpPr>
        <p:spPr>
          <a:xfrm>
            <a:off x="1635193" y="6126944"/>
            <a:ext cx="1038644" cy="400089"/>
          </a:xfrm>
          <a:prstGeom prst="rect">
            <a:avLst/>
          </a:prstGeom>
          <a:noFill/>
        </p:spPr>
        <p:txBody>
          <a:bodyPr wrap="none" lIns="91421" tIns="45710" rIns="91421" bIns="45710" rtlCol="0">
            <a:spAutoFit/>
          </a:bodyPr>
          <a:lstStyle/>
          <a:p>
            <a:r>
              <a:rPr lang="en-US" sz="2000" dirty="0">
                <a:latin typeface="Calibri" pitchFamily="34" charset="0"/>
              </a:rPr>
              <a:t>valid bit</a:t>
            </a:r>
          </a:p>
        </p:txBody>
      </p:sp>
      <p:cxnSp>
        <p:nvCxnSpPr>
          <p:cNvPr id="55" name="Straight Connector 54"/>
          <p:cNvCxnSpPr/>
          <p:nvPr/>
        </p:nvCxnSpPr>
        <p:spPr bwMode="auto">
          <a:xfrm rot="5400000" flipH="1" flipV="1">
            <a:off x="2413508" y="6157262"/>
            <a:ext cx="304659" cy="1588"/>
          </a:xfrm>
          <a:prstGeom prst="line">
            <a:avLst/>
          </a:prstGeom>
          <a:no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205913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64" grpId="0" animBg="1"/>
      <p:bldP spid="65" grpId="0" animBg="1"/>
      <p:bldP spid="66" grpId="0" animBg="1"/>
      <p:bldP spid="67" grpId="0" animBg="1"/>
      <p:bldP spid="68" grpId="0" animBg="1"/>
      <p:bldP spid="69" grpId="0" animBg="1"/>
      <p:bldP spid="72" grpId="0" animBg="1"/>
      <p:bldP spid="73" grpId="0" animBg="1"/>
      <p:bldP spid="77" grpId="0" animBg="1"/>
      <p:bldP spid="78" grpId="0"/>
      <p:bldP spid="100" grpId="0"/>
      <p:bldP spid="5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Read</a:t>
            </a:r>
          </a:p>
        </p:txBody>
      </p:sp>
      <p:sp>
        <p:nvSpPr>
          <p:cNvPr id="8" name="AutoShape 16"/>
          <p:cNvSpPr>
            <a:spLocks/>
          </p:cNvSpPr>
          <p:nvPr/>
        </p:nvSpPr>
        <p:spPr bwMode="auto">
          <a:xfrm rot="5400000">
            <a:off x="3558289" y="-289658"/>
            <a:ext cx="228494" cy="4237334"/>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grpSp>
        <p:nvGrpSpPr>
          <p:cNvPr id="3" name="Group 79"/>
          <p:cNvGrpSpPr/>
          <p:nvPr/>
        </p:nvGrpSpPr>
        <p:grpSpPr>
          <a:xfrm>
            <a:off x="1553867" y="2079625"/>
            <a:ext cx="4237333" cy="492256"/>
            <a:chOff x="1637766" y="1995289"/>
            <a:chExt cx="4648200" cy="492484"/>
          </a:xfrm>
        </p:grpSpPr>
        <p:sp>
          <p:nvSpPr>
            <p:cNvPr id="34" name="Rectangle 3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5" name="Rectangle 3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6" name="Rectangle 3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37" name="Rectangle 3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38" name="Straight Connector 3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cxnSp>
        <p:nvCxnSpPr>
          <p:cNvPr id="45" name="Straight Connector 44"/>
          <p:cNvCxnSpPr/>
          <p:nvPr/>
        </p:nvCxnSpPr>
        <p:spPr bwMode="auto">
          <a:xfrm>
            <a:off x="1782468" y="4019010"/>
            <a:ext cx="3875673" cy="10091"/>
          </a:xfrm>
          <a:prstGeom prst="line">
            <a:avLst/>
          </a:prstGeom>
          <a:noFill/>
          <a:ln w="76200" cap="rnd" cmpd="sng" algn="ctr">
            <a:solidFill>
              <a:schemeClr val="tx1"/>
            </a:solidFill>
            <a:prstDash val="sysDot"/>
            <a:round/>
            <a:headEnd type="none" w="med" len="med"/>
            <a:tailEnd type="none" w="med" len="med"/>
          </a:ln>
          <a:effectLst/>
        </p:spPr>
      </p:cxnSp>
      <p:sp>
        <p:nvSpPr>
          <p:cNvPr id="54" name="AutoShape 16"/>
          <p:cNvSpPr>
            <a:spLocks/>
          </p:cNvSpPr>
          <p:nvPr/>
        </p:nvSpPr>
        <p:spPr bwMode="auto">
          <a:xfrm>
            <a:off x="1172867" y="2068366"/>
            <a:ext cx="228601" cy="2731598"/>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56" name="TextBox 55"/>
          <p:cNvSpPr txBox="1"/>
          <p:nvPr/>
        </p:nvSpPr>
        <p:spPr>
          <a:xfrm>
            <a:off x="3316012" y="1345601"/>
            <a:ext cx="2116310" cy="400089"/>
          </a:xfrm>
          <a:prstGeom prst="rect">
            <a:avLst/>
          </a:prstGeom>
          <a:noFill/>
        </p:spPr>
        <p:txBody>
          <a:bodyPr wrap="none" lIns="91421" tIns="45710" rIns="91421" bIns="45710" rtlCol="0">
            <a:spAutoFit/>
          </a:bodyPr>
          <a:lstStyle/>
          <a:p>
            <a:r>
              <a:rPr lang="en-US" sz="2000" dirty="0">
                <a:latin typeface="Calibri" pitchFamily="34" charset="0"/>
              </a:rPr>
              <a:t>E = 2</a:t>
            </a:r>
            <a:r>
              <a:rPr lang="en-US" sz="2000" baseline="30000" dirty="0">
                <a:latin typeface="Calibri" pitchFamily="34" charset="0"/>
              </a:rPr>
              <a:t>e</a:t>
            </a:r>
            <a:r>
              <a:rPr lang="en-US" sz="2000" dirty="0">
                <a:latin typeface="Calibri" pitchFamily="34" charset="0"/>
              </a:rPr>
              <a:t> lines per set</a:t>
            </a:r>
          </a:p>
        </p:txBody>
      </p:sp>
      <p:sp>
        <p:nvSpPr>
          <p:cNvPr id="57" name="TextBox 56"/>
          <p:cNvSpPr txBox="1"/>
          <p:nvPr/>
        </p:nvSpPr>
        <p:spPr>
          <a:xfrm>
            <a:off x="74741" y="3244491"/>
            <a:ext cx="1228247" cy="400089"/>
          </a:xfrm>
          <a:prstGeom prst="rect">
            <a:avLst/>
          </a:prstGeom>
          <a:noFill/>
        </p:spPr>
        <p:txBody>
          <a:bodyPr wrap="none" lIns="91421" tIns="45710" rIns="91421" bIns="45710" rtlCol="0">
            <a:spAutoFit/>
          </a:bodyPr>
          <a:lstStyle/>
          <a:p>
            <a:r>
              <a:rPr lang="en-US" sz="2000" dirty="0">
                <a:latin typeface="Calibri" pitchFamily="34" charset="0"/>
              </a:rPr>
              <a:t>S = 2</a:t>
            </a:r>
            <a:r>
              <a:rPr lang="en-US" sz="2000" baseline="30000" dirty="0">
                <a:latin typeface="Calibri" pitchFamily="34" charset="0"/>
              </a:rPr>
              <a:t>s</a:t>
            </a:r>
            <a:r>
              <a:rPr lang="en-US" sz="2000" dirty="0">
                <a:latin typeface="Calibri" pitchFamily="34" charset="0"/>
              </a:rPr>
              <a:t> sets</a:t>
            </a:r>
          </a:p>
        </p:txBody>
      </p:sp>
      <p:grpSp>
        <p:nvGrpSpPr>
          <p:cNvPr id="4" name="Group 80"/>
          <p:cNvGrpSpPr/>
          <p:nvPr/>
        </p:nvGrpSpPr>
        <p:grpSpPr>
          <a:xfrm>
            <a:off x="1553867" y="2648045"/>
            <a:ext cx="4237333" cy="492256"/>
            <a:chOff x="1637766" y="1995289"/>
            <a:chExt cx="4648200" cy="492484"/>
          </a:xfrm>
        </p:grpSpPr>
        <p:sp>
          <p:nvSpPr>
            <p:cNvPr id="82" name="Rectangle 81"/>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3" name="Rectangle 82"/>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4" name="Rectangle 83"/>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5" name="Rectangle 84"/>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86" name="Straight Connector 85"/>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5" name="Group 86"/>
          <p:cNvGrpSpPr/>
          <p:nvPr/>
        </p:nvGrpSpPr>
        <p:grpSpPr>
          <a:xfrm>
            <a:off x="1553867" y="3222094"/>
            <a:ext cx="4237333" cy="492256"/>
            <a:chOff x="1637766" y="1995289"/>
            <a:chExt cx="4648200" cy="492484"/>
          </a:xfrm>
        </p:grpSpPr>
        <p:sp>
          <p:nvSpPr>
            <p:cNvPr id="88" name="Rectangle 87"/>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89" name="Rectangle 88"/>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0" name="Rectangle 89"/>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1" name="Rectangle 90"/>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2" name="Straight Connector 91"/>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grpSp>
        <p:nvGrpSpPr>
          <p:cNvPr id="6" name="Group 92"/>
          <p:cNvGrpSpPr/>
          <p:nvPr/>
        </p:nvGrpSpPr>
        <p:grpSpPr>
          <a:xfrm>
            <a:off x="1553867" y="4288400"/>
            <a:ext cx="4237333" cy="492256"/>
            <a:chOff x="1637766" y="1995289"/>
            <a:chExt cx="4648200" cy="492484"/>
          </a:xfrm>
        </p:grpSpPr>
        <p:sp>
          <p:nvSpPr>
            <p:cNvPr id="94" name="Rectangle 93"/>
            <p:cNvSpPr/>
            <p:nvPr/>
          </p:nvSpPr>
          <p:spPr bwMode="auto">
            <a:xfrm>
              <a:off x="1637766" y="1995289"/>
              <a:ext cx="4648200" cy="492484"/>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5" name="Rectangle 94"/>
            <p:cNvSpPr/>
            <p:nvPr/>
          </p:nvSpPr>
          <p:spPr bwMode="auto">
            <a:xfrm>
              <a:off x="1784795"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6" name="Rectangle 95"/>
            <p:cNvSpPr/>
            <p:nvPr/>
          </p:nvSpPr>
          <p:spPr bwMode="auto">
            <a:xfrm>
              <a:off x="3048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sp>
          <p:nvSpPr>
            <p:cNvPr id="97" name="Rectangle 96"/>
            <p:cNvSpPr/>
            <p:nvPr/>
          </p:nvSpPr>
          <p:spPr bwMode="auto">
            <a:xfrm>
              <a:off x="4953000" y="2090806"/>
              <a:ext cx="1187005" cy="312370"/>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square" lIns="91567" tIns="45784" rIns="91567" bIns="45784" numCol="1" rtlCol="0" anchor="ctr" anchorCtr="1" compatLnSpc="1">
              <a:prstTxWarp prst="textNoShape">
                <a:avLst/>
              </a:prstTxWarp>
            </a:bodyPr>
            <a:lstStyle/>
            <a:p>
              <a:pPr defTabSz="914215"/>
              <a:endParaRPr lang="en-US" sz="2000" dirty="0">
                <a:latin typeface="Calibri" pitchFamily="34" charset="0"/>
              </a:endParaRPr>
            </a:p>
          </p:txBody>
        </p:sp>
        <p:cxnSp>
          <p:nvCxnSpPr>
            <p:cNvPr id="98" name="Straight Connector 97"/>
            <p:cNvCxnSpPr/>
            <p:nvPr/>
          </p:nvCxnSpPr>
          <p:spPr bwMode="auto">
            <a:xfrm>
              <a:off x="4349839" y="2254873"/>
              <a:ext cx="609600" cy="1588"/>
            </a:xfrm>
            <a:prstGeom prst="line">
              <a:avLst/>
            </a:prstGeom>
            <a:noFill/>
            <a:ln w="76200" cap="rnd" cmpd="sng" algn="ctr">
              <a:solidFill>
                <a:schemeClr val="tx1"/>
              </a:solidFill>
              <a:prstDash val="sysDot"/>
              <a:round/>
              <a:headEnd type="none" w="med" len="med"/>
              <a:tailEnd type="none" w="med" len="med"/>
            </a:ln>
            <a:effectLst/>
          </p:spPr>
        </p:cxnSp>
      </p:grpSp>
      <p:sp>
        <p:nvSpPr>
          <p:cNvPr id="99" name="Trapezoid 98"/>
          <p:cNvSpPr/>
          <p:nvPr/>
        </p:nvSpPr>
        <p:spPr bwMode="auto">
          <a:xfrm>
            <a:off x="1619864" y="4708971"/>
            <a:ext cx="3523449" cy="865512"/>
          </a:xfrm>
          <a:prstGeom prst="trapezoid">
            <a:avLst>
              <a:gd name="adj" fmla="val 141754"/>
            </a:avLst>
          </a:prstGeom>
          <a:solidFill>
            <a:schemeClr val="bg2">
              <a:lumMod val="20000"/>
              <a:lumOff val="80000"/>
            </a:schemeClr>
          </a:solidFill>
          <a:ln w="9525"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000" dirty="0">
              <a:latin typeface="Calibri" pitchFamily="34" charset="0"/>
            </a:endParaRPr>
          </a:p>
        </p:txBody>
      </p:sp>
      <p:sp>
        <p:nvSpPr>
          <p:cNvPr id="64" name="Rectangle 63"/>
          <p:cNvSpPr/>
          <p:nvPr/>
        </p:nvSpPr>
        <p:spPr bwMode="auto">
          <a:xfrm>
            <a:off x="1619864" y="5574483"/>
            <a:ext cx="3523449" cy="533152"/>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bodyPr>
          <a:lstStyle/>
          <a:p>
            <a:pPr defTabSz="914215"/>
            <a:endParaRPr lang="en-US" sz="1400" dirty="0">
              <a:latin typeface="Calibri" pitchFamily="34" charset="0"/>
            </a:endParaRPr>
          </a:p>
        </p:txBody>
      </p:sp>
      <p:sp>
        <p:nvSpPr>
          <p:cNvPr id="65" name="Rectangle 64"/>
          <p:cNvSpPr/>
          <p:nvPr/>
        </p:nvSpPr>
        <p:spPr bwMode="auto">
          <a:xfrm>
            <a:off x="311810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0</a:t>
            </a:r>
          </a:p>
        </p:txBody>
      </p:sp>
      <p:sp>
        <p:nvSpPr>
          <p:cNvPr id="66" name="Rectangle 65"/>
          <p:cNvSpPr/>
          <p:nvPr/>
        </p:nvSpPr>
        <p:spPr bwMode="auto">
          <a:xfrm>
            <a:off x="3390712"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1</a:t>
            </a:r>
          </a:p>
        </p:txBody>
      </p:sp>
      <p:sp>
        <p:nvSpPr>
          <p:cNvPr id="67" name="Rectangle 66"/>
          <p:cNvSpPr/>
          <p:nvPr/>
        </p:nvSpPr>
        <p:spPr bwMode="auto">
          <a:xfrm>
            <a:off x="3651507"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2</a:t>
            </a:r>
          </a:p>
        </p:txBody>
      </p:sp>
      <p:sp>
        <p:nvSpPr>
          <p:cNvPr id="68" name="Rectangle 67"/>
          <p:cNvSpPr/>
          <p:nvPr/>
        </p:nvSpPr>
        <p:spPr bwMode="auto">
          <a:xfrm>
            <a:off x="4565907" y="5688730"/>
            <a:ext cx="457200"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B-1</a:t>
            </a:r>
          </a:p>
        </p:txBody>
      </p:sp>
      <p:sp>
        <p:nvSpPr>
          <p:cNvPr id="69" name="Rectangle 68"/>
          <p:cNvSpPr/>
          <p:nvPr/>
        </p:nvSpPr>
        <p:spPr bwMode="auto">
          <a:xfrm>
            <a:off x="3924112" y="5688730"/>
            <a:ext cx="64179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endParaRPr lang="en-US" sz="1200" dirty="0">
              <a:latin typeface="Calibri" pitchFamily="34" charset="0"/>
            </a:endParaRPr>
          </a:p>
        </p:txBody>
      </p:sp>
      <p:cxnSp>
        <p:nvCxnSpPr>
          <p:cNvPr id="70" name="Straight Connector 69"/>
          <p:cNvCxnSpPr/>
          <p:nvPr/>
        </p:nvCxnSpPr>
        <p:spPr bwMode="auto">
          <a:xfrm>
            <a:off x="4058264" y="5840267"/>
            <a:ext cx="457200" cy="1587"/>
          </a:xfrm>
          <a:prstGeom prst="line">
            <a:avLst/>
          </a:prstGeom>
          <a:noFill/>
          <a:ln w="38100" cap="rnd" cmpd="sng" algn="ctr">
            <a:solidFill>
              <a:schemeClr val="tx1"/>
            </a:solidFill>
            <a:prstDash val="sysDot"/>
            <a:round/>
            <a:headEnd type="none" w="med" len="med"/>
            <a:tailEnd type="none" w="med" len="med"/>
          </a:ln>
          <a:effectLst/>
        </p:spPr>
      </p:cxnSp>
      <p:sp>
        <p:nvSpPr>
          <p:cNvPr id="72" name="Rectangle 71"/>
          <p:cNvSpPr/>
          <p:nvPr/>
        </p:nvSpPr>
        <p:spPr bwMode="auto">
          <a:xfrm>
            <a:off x="2215517" y="5688730"/>
            <a:ext cx="717995" cy="304659"/>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rmAutofit/>
          </a:bodyPr>
          <a:lstStyle/>
          <a:p>
            <a:pPr defTabSz="914215"/>
            <a:r>
              <a:rPr lang="en-US" sz="1200" dirty="0">
                <a:latin typeface="Calibri" pitchFamily="34" charset="0"/>
              </a:rPr>
              <a:t>tag</a:t>
            </a:r>
          </a:p>
        </p:txBody>
      </p:sp>
      <p:sp>
        <p:nvSpPr>
          <p:cNvPr id="73" name="Rectangle 72"/>
          <p:cNvSpPr/>
          <p:nvPr/>
        </p:nvSpPr>
        <p:spPr bwMode="auto">
          <a:xfrm>
            <a:off x="1746508" y="5688730"/>
            <a:ext cx="272605" cy="304659"/>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none" lIns="91421" tIns="45710" rIns="91421" bIns="45710" numCol="1" rtlCol="0" anchor="ctr" anchorCtr="1" compatLnSpc="1">
            <a:prstTxWarp prst="textNoShape">
              <a:avLst/>
            </a:prstTxWarp>
            <a:noAutofit/>
          </a:bodyPr>
          <a:lstStyle/>
          <a:p>
            <a:pPr defTabSz="914215"/>
            <a:r>
              <a:rPr lang="en-US" sz="1400" dirty="0">
                <a:latin typeface="Calibri" pitchFamily="34" charset="0"/>
              </a:rPr>
              <a:t>v</a:t>
            </a:r>
          </a:p>
        </p:txBody>
      </p:sp>
      <p:sp>
        <p:nvSpPr>
          <p:cNvPr id="74" name="TextBox 73"/>
          <p:cNvSpPr txBox="1"/>
          <p:nvPr/>
        </p:nvSpPr>
        <p:spPr>
          <a:xfrm>
            <a:off x="1089262" y="6106427"/>
            <a:ext cx="1038644" cy="400089"/>
          </a:xfrm>
          <a:prstGeom prst="rect">
            <a:avLst/>
          </a:prstGeom>
          <a:noFill/>
        </p:spPr>
        <p:txBody>
          <a:bodyPr wrap="none" lIns="91421" tIns="45710" rIns="91421" bIns="45710" rtlCol="0">
            <a:spAutoFit/>
          </a:bodyPr>
          <a:lstStyle/>
          <a:p>
            <a:r>
              <a:rPr lang="en-US" sz="2000" dirty="0">
                <a:latin typeface="Calibri" pitchFamily="34" charset="0"/>
              </a:rPr>
              <a:t>valid bit</a:t>
            </a:r>
          </a:p>
        </p:txBody>
      </p:sp>
      <p:cxnSp>
        <p:nvCxnSpPr>
          <p:cNvPr id="76" name="Straight Connector 75"/>
          <p:cNvCxnSpPr/>
          <p:nvPr/>
        </p:nvCxnSpPr>
        <p:spPr bwMode="auto">
          <a:xfrm rot="5400000" flipH="1" flipV="1">
            <a:off x="1867577" y="6136745"/>
            <a:ext cx="304659" cy="1588"/>
          </a:xfrm>
          <a:prstGeom prst="line">
            <a:avLst/>
          </a:prstGeom>
          <a:noFill/>
          <a:ln w="9525" cap="flat" cmpd="sng" algn="ctr">
            <a:solidFill>
              <a:schemeClr val="tx1"/>
            </a:solidFill>
            <a:prstDash val="solid"/>
            <a:round/>
            <a:headEnd type="none" w="med" len="med"/>
            <a:tailEnd type="none" w="med" len="med"/>
          </a:ln>
          <a:effectLst/>
        </p:spPr>
      </p:cxnSp>
      <p:sp>
        <p:nvSpPr>
          <p:cNvPr id="77" name="AutoShape 16"/>
          <p:cNvSpPr>
            <a:spLocks/>
          </p:cNvSpPr>
          <p:nvPr/>
        </p:nvSpPr>
        <p:spPr bwMode="auto">
          <a:xfrm rot="16200000" flipV="1">
            <a:off x="3969238" y="5332142"/>
            <a:ext cx="228494" cy="1905000"/>
          </a:xfrm>
          <a:prstGeom prst="leftBrace">
            <a:avLst>
              <a:gd name="adj1" fmla="val 136972"/>
              <a:gd name="adj2" fmla="val 50000"/>
            </a:avLst>
          </a:prstGeom>
          <a:noFill/>
          <a:ln w="2540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8" name="TextBox 77"/>
          <p:cNvSpPr txBox="1"/>
          <p:nvPr/>
        </p:nvSpPr>
        <p:spPr>
          <a:xfrm>
            <a:off x="3477286" y="6373537"/>
            <a:ext cx="4243816" cy="400089"/>
          </a:xfrm>
          <a:prstGeom prst="rect">
            <a:avLst/>
          </a:prstGeom>
          <a:noFill/>
        </p:spPr>
        <p:txBody>
          <a:bodyPr wrap="none" lIns="91421" tIns="45710" rIns="91421" bIns="45710" rtlCol="0">
            <a:spAutoFit/>
          </a:bodyPr>
          <a:lstStyle/>
          <a:p>
            <a:r>
              <a:rPr lang="en-US" sz="2000" dirty="0">
                <a:latin typeface="Calibri" pitchFamily="34" charset="0"/>
              </a:rPr>
              <a:t>B = 2</a:t>
            </a:r>
            <a:r>
              <a:rPr lang="en-US" sz="2000" baseline="30000" dirty="0">
                <a:latin typeface="Calibri" pitchFamily="34" charset="0"/>
              </a:rPr>
              <a:t>b</a:t>
            </a:r>
            <a:r>
              <a:rPr lang="en-US" sz="2000" dirty="0">
                <a:latin typeface="Calibri" pitchFamily="34" charset="0"/>
              </a:rPr>
              <a:t> bytes per cache block (the data)</a:t>
            </a:r>
          </a:p>
        </p:txBody>
      </p:sp>
      <p:sp>
        <p:nvSpPr>
          <p:cNvPr id="51" name="Rectangle 50"/>
          <p:cNvSpPr/>
          <p:nvPr/>
        </p:nvSpPr>
        <p:spPr bwMode="auto">
          <a:xfrm>
            <a:off x="6337478" y="2853619"/>
            <a:ext cx="990600" cy="270722"/>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400" dirty="0">
                <a:latin typeface="Calibri" pitchFamily="34" charset="0"/>
              </a:rPr>
              <a:t>t bits</a:t>
            </a:r>
          </a:p>
        </p:txBody>
      </p:sp>
      <p:sp>
        <p:nvSpPr>
          <p:cNvPr id="52" name="Rectangle 51"/>
          <p:cNvSpPr/>
          <p:nvPr/>
        </p:nvSpPr>
        <p:spPr bwMode="auto">
          <a:xfrm>
            <a:off x="7328078" y="2853619"/>
            <a:ext cx="762000"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r>
              <a:rPr lang="en-US" sz="1400" dirty="0">
                <a:latin typeface="Calibri" pitchFamily="34" charset="0"/>
              </a:rPr>
              <a:t>s bits</a:t>
            </a:r>
          </a:p>
        </p:txBody>
      </p:sp>
      <p:sp>
        <p:nvSpPr>
          <p:cNvPr id="53" name="Rectangle 52"/>
          <p:cNvSpPr/>
          <p:nvPr/>
        </p:nvSpPr>
        <p:spPr bwMode="auto">
          <a:xfrm>
            <a:off x="8090078" y="2853619"/>
            <a:ext cx="685801" cy="270722"/>
          </a:xfrm>
          <a:prstGeom prst="rect">
            <a:avLst/>
          </a:prstGeom>
          <a:solidFill>
            <a:schemeClr val="bg1"/>
          </a:solidFill>
          <a:ln w="12700" cap="flat" cmpd="sng" algn="ctr">
            <a:solidFill>
              <a:schemeClr val="tx1"/>
            </a:solid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lvl="0" algn="ctr"/>
            <a:r>
              <a:rPr lang="en-US" sz="1400" dirty="0">
                <a:solidFill>
                  <a:srgbClr val="000000"/>
                </a:solidFill>
                <a:latin typeface="Calibri" pitchFamily="34" charset="0"/>
              </a:rPr>
              <a:t>b bits</a:t>
            </a:r>
          </a:p>
        </p:txBody>
      </p:sp>
      <p:sp>
        <p:nvSpPr>
          <p:cNvPr id="55" name="TextBox 54"/>
          <p:cNvSpPr txBox="1"/>
          <p:nvPr/>
        </p:nvSpPr>
        <p:spPr>
          <a:xfrm>
            <a:off x="6241736" y="2513815"/>
            <a:ext cx="1997688" cy="400089"/>
          </a:xfrm>
          <a:prstGeom prst="rect">
            <a:avLst/>
          </a:prstGeom>
          <a:noFill/>
        </p:spPr>
        <p:txBody>
          <a:bodyPr wrap="none" lIns="91421" tIns="45710" rIns="91421" bIns="45710" rtlCol="0">
            <a:spAutoFit/>
          </a:bodyPr>
          <a:lstStyle/>
          <a:p>
            <a:r>
              <a:rPr lang="en-US" sz="2000" dirty="0">
                <a:latin typeface="Calibri" pitchFamily="34" charset="0"/>
              </a:rPr>
              <a:t>Address of word:</a:t>
            </a:r>
          </a:p>
        </p:txBody>
      </p:sp>
      <p:sp>
        <p:nvSpPr>
          <p:cNvPr id="58" name="AutoShape 16"/>
          <p:cNvSpPr>
            <a:spLocks/>
          </p:cNvSpPr>
          <p:nvPr/>
        </p:nvSpPr>
        <p:spPr bwMode="auto">
          <a:xfrm rot="16200000" flipV="1">
            <a:off x="6718532" y="2822269"/>
            <a:ext cx="228494" cy="990598"/>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60" name="AutoShape 16"/>
          <p:cNvSpPr>
            <a:spLocks/>
          </p:cNvSpPr>
          <p:nvPr/>
        </p:nvSpPr>
        <p:spPr bwMode="auto">
          <a:xfrm rot="16200000" flipV="1">
            <a:off x="7594832" y="2933755"/>
            <a:ext cx="228494" cy="761998"/>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1" name="AutoShape 16"/>
          <p:cNvSpPr>
            <a:spLocks/>
          </p:cNvSpPr>
          <p:nvPr/>
        </p:nvSpPr>
        <p:spPr bwMode="auto">
          <a:xfrm rot="16200000" flipV="1">
            <a:off x="8280632" y="3009954"/>
            <a:ext cx="228494" cy="609600"/>
          </a:xfrm>
          <a:prstGeom prst="leftBrace">
            <a:avLst>
              <a:gd name="adj1" fmla="val 75000"/>
              <a:gd name="adj2" fmla="val 50000"/>
            </a:avLst>
          </a:prstGeom>
          <a:noFill/>
          <a:ln w="19050">
            <a:solidFill>
              <a:schemeClr val="tx1"/>
            </a:solidFill>
            <a:round/>
            <a:headEnd/>
            <a:tailEnd/>
          </a:ln>
          <a:effectLst/>
        </p:spPr>
        <p:txBody>
          <a:bodyPr wrap="none" lIns="91421" tIns="45710" rIns="91421" bIns="45710" anchor="ctr"/>
          <a:lstStyle/>
          <a:p>
            <a:endParaRPr lang="en-US" sz="2000" dirty="0">
              <a:latin typeface="Calibri" pitchFamily="34" charset="0"/>
            </a:endParaRPr>
          </a:p>
        </p:txBody>
      </p:sp>
      <p:sp>
        <p:nvSpPr>
          <p:cNvPr id="75" name="TextBox 74"/>
          <p:cNvSpPr txBox="1"/>
          <p:nvPr/>
        </p:nvSpPr>
        <p:spPr>
          <a:xfrm>
            <a:off x="6591051" y="3365707"/>
            <a:ext cx="518950" cy="400089"/>
          </a:xfrm>
          <a:prstGeom prst="rect">
            <a:avLst/>
          </a:prstGeom>
          <a:noFill/>
        </p:spPr>
        <p:txBody>
          <a:bodyPr wrap="none" lIns="91421" tIns="45710" rIns="91421" bIns="45710" rtlCol="0">
            <a:spAutoFit/>
          </a:bodyPr>
          <a:lstStyle/>
          <a:p>
            <a:r>
              <a:rPr lang="en-US" sz="2000" dirty="0">
                <a:latin typeface="Calibri" pitchFamily="34" charset="0"/>
              </a:rPr>
              <a:t>tag</a:t>
            </a:r>
          </a:p>
        </p:txBody>
      </p:sp>
      <p:sp>
        <p:nvSpPr>
          <p:cNvPr id="80" name="TextBox 79"/>
          <p:cNvSpPr txBox="1"/>
          <p:nvPr/>
        </p:nvSpPr>
        <p:spPr>
          <a:xfrm>
            <a:off x="7329163" y="3364499"/>
            <a:ext cx="767479" cy="707866"/>
          </a:xfrm>
          <a:prstGeom prst="rect">
            <a:avLst/>
          </a:prstGeom>
          <a:noFill/>
        </p:spPr>
        <p:txBody>
          <a:bodyPr wrap="none" lIns="91421" tIns="45710" rIns="91421" bIns="45710" rtlCol="0">
            <a:spAutoFit/>
          </a:bodyPr>
          <a:lstStyle/>
          <a:p>
            <a:pPr algn="ctr"/>
            <a:r>
              <a:rPr lang="en-US" sz="2000" dirty="0">
                <a:latin typeface="Calibri" pitchFamily="34" charset="0"/>
              </a:rPr>
              <a:t>set</a:t>
            </a:r>
          </a:p>
          <a:p>
            <a:pPr algn="ctr"/>
            <a:r>
              <a:rPr lang="en-US" sz="2000" dirty="0">
                <a:latin typeface="Calibri" pitchFamily="34" charset="0"/>
              </a:rPr>
              <a:t>index</a:t>
            </a:r>
          </a:p>
        </p:txBody>
      </p:sp>
      <p:sp>
        <p:nvSpPr>
          <p:cNvPr id="81" name="TextBox 80"/>
          <p:cNvSpPr txBox="1"/>
          <p:nvPr/>
        </p:nvSpPr>
        <p:spPr>
          <a:xfrm>
            <a:off x="8001155" y="3364499"/>
            <a:ext cx="802745" cy="707866"/>
          </a:xfrm>
          <a:prstGeom prst="rect">
            <a:avLst/>
          </a:prstGeom>
          <a:noFill/>
        </p:spPr>
        <p:txBody>
          <a:bodyPr wrap="none" lIns="91421" tIns="45710" rIns="91421" bIns="45710" rtlCol="0">
            <a:spAutoFit/>
          </a:bodyPr>
          <a:lstStyle/>
          <a:p>
            <a:pPr algn="ctr"/>
            <a:r>
              <a:rPr lang="en-US" sz="2000" dirty="0">
                <a:latin typeface="Calibri" pitchFamily="34" charset="0"/>
              </a:rPr>
              <a:t>block</a:t>
            </a:r>
          </a:p>
          <a:p>
            <a:pPr algn="ctr"/>
            <a:r>
              <a:rPr lang="en-US" sz="2000" dirty="0">
                <a:latin typeface="Calibri" pitchFamily="34" charset="0"/>
              </a:rPr>
              <a:t>offset</a:t>
            </a:r>
          </a:p>
        </p:txBody>
      </p:sp>
      <p:cxnSp>
        <p:nvCxnSpPr>
          <p:cNvPr id="93" name="Shape 92"/>
          <p:cNvCxnSpPr>
            <a:stCxn id="80" idx="2"/>
            <a:endCxn id="94" idx="3"/>
          </p:cNvCxnSpPr>
          <p:nvPr/>
        </p:nvCxnSpPr>
        <p:spPr bwMode="auto">
          <a:xfrm rot="5400000">
            <a:off x="6520971" y="3342595"/>
            <a:ext cx="462163" cy="1921703"/>
          </a:xfrm>
          <a:prstGeom prst="bentConnector2">
            <a:avLst/>
          </a:prstGeom>
          <a:noFill/>
          <a:ln w="25400" cap="flat" cmpd="sng" algn="ctr">
            <a:solidFill>
              <a:schemeClr val="accent2">
                <a:lumMod val="75000"/>
              </a:schemeClr>
            </a:solidFill>
            <a:prstDash val="solid"/>
            <a:round/>
            <a:headEnd type="none" w="med" len="med"/>
            <a:tailEnd type="none" w="med" len="med"/>
          </a:ln>
          <a:effectLst/>
        </p:spPr>
      </p:cxnSp>
      <p:cxnSp>
        <p:nvCxnSpPr>
          <p:cNvPr id="102" name="Elbow Connector 101"/>
          <p:cNvCxnSpPr>
            <a:stCxn id="81" idx="2"/>
            <a:endCxn id="67" idx="0"/>
          </p:cNvCxnSpPr>
          <p:nvPr/>
        </p:nvCxnSpPr>
        <p:spPr bwMode="auto">
          <a:xfrm rot="5400000">
            <a:off x="5286987" y="2573188"/>
            <a:ext cx="1616365" cy="4614718"/>
          </a:xfrm>
          <a:prstGeom prst="bentConnector3">
            <a:avLst>
              <a:gd name="adj1" fmla="val 50000"/>
            </a:avLst>
          </a:prstGeom>
          <a:noFill/>
          <a:ln w="25400" cap="flat" cmpd="sng" algn="ctr">
            <a:solidFill>
              <a:schemeClr val="accent2">
                <a:lumMod val="75000"/>
              </a:schemeClr>
            </a:solidFill>
            <a:prstDash val="solid"/>
            <a:round/>
            <a:headEnd type="none" w="med" len="med"/>
            <a:tailEnd type="none" w="med" len="med"/>
          </a:ln>
          <a:effectLst/>
        </p:spPr>
      </p:cxnSp>
      <p:sp>
        <p:nvSpPr>
          <p:cNvPr id="104" name="TextBox 103"/>
          <p:cNvSpPr txBox="1"/>
          <p:nvPr/>
        </p:nvSpPr>
        <p:spPr>
          <a:xfrm>
            <a:off x="6467425" y="5054202"/>
            <a:ext cx="1757046" cy="276979"/>
          </a:xfrm>
          <a:prstGeom prst="rect">
            <a:avLst/>
          </a:prstGeom>
          <a:noFill/>
        </p:spPr>
        <p:txBody>
          <a:bodyPr wrap="none" lIns="91421" tIns="45710" rIns="91421" bIns="45710" rtlCol="0">
            <a:spAutoFit/>
          </a:bodyPr>
          <a:lstStyle/>
          <a:p>
            <a:r>
              <a:rPr lang="en-US" sz="1200" dirty="0">
                <a:solidFill>
                  <a:schemeClr val="accent2">
                    <a:lumMod val="75000"/>
                  </a:schemeClr>
                </a:solidFill>
                <a:latin typeface="Calibri" pitchFamily="34" charset="0"/>
              </a:rPr>
              <a:t>data begins at this offset</a:t>
            </a:r>
          </a:p>
        </p:txBody>
      </p:sp>
      <p:sp>
        <p:nvSpPr>
          <p:cNvPr id="105" name="TextBox 104"/>
          <p:cNvSpPr txBox="1"/>
          <p:nvPr/>
        </p:nvSpPr>
        <p:spPr>
          <a:xfrm>
            <a:off x="6303022" y="533018"/>
            <a:ext cx="2641134" cy="1938972"/>
          </a:xfrm>
          <a:prstGeom prst="rect">
            <a:avLst/>
          </a:prstGeom>
          <a:solidFill>
            <a:schemeClr val="bg2">
              <a:lumMod val="20000"/>
              <a:lumOff val="80000"/>
            </a:schemeClr>
          </a:solidFill>
        </p:spPr>
        <p:txBody>
          <a:bodyPr wrap="none" lIns="91421" tIns="45710" rIns="91421" bIns="45710" rtlCol="0">
            <a:spAutoFit/>
          </a:bodyPr>
          <a:lstStyle/>
          <a:p>
            <a:pPr marL="115865" indent="-115865">
              <a:buFont typeface="Arial" pitchFamily="34" charset="0"/>
              <a:buChar char="•"/>
            </a:pPr>
            <a:r>
              <a:rPr lang="en-US" sz="2000" i="1" dirty="0">
                <a:solidFill>
                  <a:srgbClr val="C00000"/>
                </a:solidFill>
                <a:latin typeface="Calibri" pitchFamily="34" charset="0"/>
              </a:rPr>
              <a:t>Locate set</a:t>
            </a:r>
          </a:p>
          <a:p>
            <a:pPr marL="115865" indent="-115865">
              <a:buFont typeface="Arial" pitchFamily="34" charset="0"/>
              <a:buChar char="•"/>
            </a:pPr>
            <a:r>
              <a:rPr lang="en-US" sz="2000" i="1" dirty="0">
                <a:solidFill>
                  <a:srgbClr val="C00000"/>
                </a:solidFill>
                <a:latin typeface="Calibri" pitchFamily="34" charset="0"/>
              </a:rPr>
              <a:t>Check if any line in set</a:t>
            </a:r>
            <a:br>
              <a:rPr lang="en-US" sz="2000" i="1" dirty="0">
                <a:solidFill>
                  <a:srgbClr val="C00000"/>
                </a:solidFill>
                <a:latin typeface="Calibri" pitchFamily="34" charset="0"/>
              </a:rPr>
            </a:br>
            <a:r>
              <a:rPr lang="en-US" sz="2000" i="1" dirty="0">
                <a:solidFill>
                  <a:srgbClr val="C00000"/>
                </a:solidFill>
                <a:latin typeface="Calibri" pitchFamily="34" charset="0"/>
              </a:rPr>
              <a:t>has matching tag</a:t>
            </a:r>
          </a:p>
          <a:p>
            <a:pPr marL="115865" indent="-115865">
              <a:buFont typeface="Arial" pitchFamily="34" charset="0"/>
              <a:buChar char="•"/>
            </a:pPr>
            <a:r>
              <a:rPr lang="en-US" sz="2000" i="1" dirty="0">
                <a:solidFill>
                  <a:srgbClr val="C00000"/>
                </a:solidFill>
                <a:latin typeface="Calibri" pitchFamily="34" charset="0"/>
              </a:rPr>
              <a:t>Yes + line valid: hit</a:t>
            </a:r>
          </a:p>
          <a:p>
            <a:pPr marL="115865" indent="-115865">
              <a:buFont typeface="Arial" pitchFamily="34" charset="0"/>
              <a:buChar char="•"/>
            </a:pPr>
            <a:r>
              <a:rPr lang="en-US" sz="2000" i="1" dirty="0">
                <a:solidFill>
                  <a:srgbClr val="C00000"/>
                </a:solidFill>
                <a:latin typeface="Calibri" pitchFamily="34" charset="0"/>
              </a:rPr>
              <a:t>Locate data starting</a:t>
            </a:r>
            <a:br>
              <a:rPr lang="en-US" sz="2000" i="1" dirty="0">
                <a:solidFill>
                  <a:srgbClr val="C00000"/>
                </a:solidFill>
                <a:latin typeface="Calibri" pitchFamily="34" charset="0"/>
              </a:rPr>
            </a:br>
            <a:r>
              <a:rPr lang="en-US" sz="2000" i="1" dirty="0">
                <a:solidFill>
                  <a:srgbClr val="C00000"/>
                </a:solidFill>
                <a:latin typeface="Calibri" pitchFamily="34" charset="0"/>
              </a:rPr>
              <a:t>at offset</a:t>
            </a:r>
          </a:p>
        </p:txBody>
      </p:sp>
    </p:spTree>
    <p:extLst>
      <p:ext uri="{BB962C8B-B14F-4D97-AF65-F5344CB8AC3E}">
        <p14:creationId xmlns:p14="http://schemas.microsoft.com/office/powerpoint/2010/main" val="1779705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5">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5">
                                            <p:txEl>
                                              <p:pRg st="3" end="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64" grpId="0" animBg="1"/>
      <p:bldP spid="65" grpId="0" animBg="1"/>
      <p:bldP spid="66" grpId="0" animBg="1"/>
      <p:bldP spid="67" grpId="0" animBg="1"/>
      <p:bldP spid="68" grpId="0" animBg="1"/>
      <p:bldP spid="69" grpId="0" animBg="1"/>
      <p:bldP spid="72" grpId="0" animBg="1"/>
      <p:bldP spid="73" grpId="0" animBg="1"/>
      <p:bldP spid="74" grpId="0"/>
      <p:bldP spid="77" grpId="0" animBg="1"/>
      <p:bldP spid="78" grpId="0"/>
      <p:bldP spid="10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18C1B-34B9-3947-B62A-72CB92C09ED5}"/>
              </a:ext>
            </a:extLst>
          </p:cNvPr>
          <p:cNvSpPr>
            <a:spLocks noGrp="1"/>
          </p:cNvSpPr>
          <p:nvPr>
            <p:ph type="sldNum" sz="quarter" idx="10"/>
          </p:nvPr>
        </p:nvSpPr>
        <p:spPr/>
        <p:txBody>
          <a:bodyPr/>
          <a:lstStyle/>
          <a:p>
            <a:pPr>
              <a:defRPr/>
            </a:pPr>
            <a:fld id="{F9852D90-7953-4C6D-B4C9-CEC3ABF777D2}" type="slidenum">
              <a:rPr lang="en-US" smtClean="0"/>
              <a:pPr>
                <a:defRPr/>
              </a:pPr>
              <a:t>38</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856766D-7C17-4478-BCFE-1780EABB6ED1}"/>
                  </a:ext>
                </a:extLst>
              </p14:cNvPr>
              <p14:cNvContentPartPr/>
              <p14:nvPr/>
            </p14:nvContentPartPr>
            <p14:xfrm>
              <a:off x="428400" y="476280"/>
              <a:ext cx="6289200" cy="1805400"/>
            </p14:xfrm>
          </p:contentPart>
        </mc:Choice>
        <mc:Fallback xmlns="">
          <p:pic>
            <p:nvPicPr>
              <p:cNvPr id="3" name="Ink 2">
                <a:extLst>
                  <a:ext uri="{FF2B5EF4-FFF2-40B4-BE49-F238E27FC236}">
                    <a16:creationId xmlns:a16="http://schemas.microsoft.com/office/drawing/2014/main" id="{8856766D-7C17-4478-BCFE-1780EABB6ED1}"/>
                  </a:ext>
                </a:extLst>
              </p:cNvPr>
              <p:cNvPicPr/>
              <p:nvPr/>
            </p:nvPicPr>
            <p:blipFill>
              <a:blip r:embed="rId3"/>
              <a:stretch>
                <a:fillRect/>
              </a:stretch>
            </p:blipFill>
            <p:spPr>
              <a:xfrm>
                <a:off x="419040" y="466920"/>
                <a:ext cx="6307920" cy="1824120"/>
              </a:xfrm>
              <a:prstGeom prst="rect">
                <a:avLst/>
              </a:prstGeom>
            </p:spPr>
          </p:pic>
        </mc:Fallback>
      </mc:AlternateContent>
    </p:spTree>
    <p:extLst>
      <p:ext uri="{BB962C8B-B14F-4D97-AF65-F5344CB8AC3E}">
        <p14:creationId xmlns:p14="http://schemas.microsoft.com/office/powerpoint/2010/main" val="111302493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18C1B-34B9-3947-B62A-72CB92C09ED5}"/>
              </a:ext>
            </a:extLst>
          </p:cNvPr>
          <p:cNvSpPr>
            <a:spLocks noGrp="1"/>
          </p:cNvSpPr>
          <p:nvPr>
            <p:ph type="sldNum" sz="quarter" idx="10"/>
          </p:nvPr>
        </p:nvSpPr>
        <p:spPr/>
        <p:txBody>
          <a:bodyPr/>
          <a:lstStyle/>
          <a:p>
            <a:pPr>
              <a:defRPr/>
            </a:pPr>
            <a:fld id="{F9852D90-7953-4C6D-B4C9-CEC3ABF777D2}" type="slidenum">
              <a:rPr lang="en-US" smtClean="0"/>
              <a:pPr>
                <a:defRPr/>
              </a:pPr>
              <a:t>39</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45F7217-BFD5-4BD0-A690-DC0A34CEA00B}"/>
                  </a:ext>
                </a:extLst>
              </p14:cNvPr>
              <p14:cNvContentPartPr/>
              <p14:nvPr/>
            </p14:nvContentPartPr>
            <p14:xfrm>
              <a:off x="417600" y="351360"/>
              <a:ext cx="8340120" cy="6182280"/>
            </p14:xfrm>
          </p:contentPart>
        </mc:Choice>
        <mc:Fallback xmlns="">
          <p:pic>
            <p:nvPicPr>
              <p:cNvPr id="3" name="Ink 2">
                <a:extLst>
                  <a:ext uri="{FF2B5EF4-FFF2-40B4-BE49-F238E27FC236}">
                    <a16:creationId xmlns:a16="http://schemas.microsoft.com/office/drawing/2014/main" id="{A45F7217-BFD5-4BD0-A690-DC0A34CEA00B}"/>
                  </a:ext>
                </a:extLst>
              </p:cNvPr>
              <p:cNvPicPr/>
              <p:nvPr/>
            </p:nvPicPr>
            <p:blipFill>
              <a:blip r:embed="rId3"/>
              <a:stretch>
                <a:fillRect/>
              </a:stretch>
            </p:blipFill>
            <p:spPr>
              <a:xfrm>
                <a:off x="408240" y="342000"/>
                <a:ext cx="8358840" cy="6201000"/>
              </a:xfrm>
              <a:prstGeom prst="rect">
                <a:avLst/>
              </a:prstGeom>
            </p:spPr>
          </p:pic>
        </mc:Fallback>
      </mc:AlternateContent>
    </p:spTree>
    <p:extLst>
      <p:ext uri="{BB962C8B-B14F-4D97-AF65-F5344CB8AC3E}">
        <p14:creationId xmlns:p14="http://schemas.microsoft.com/office/powerpoint/2010/main" val="148176155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4"/>
          <p:cNvSpPr>
            <a:spLocks noGrp="1" noChangeArrowheads="1"/>
          </p:cNvSpPr>
          <p:nvPr>
            <p:ph type="title"/>
          </p:nvPr>
        </p:nvSpPr>
        <p:spPr/>
        <p:txBody>
          <a:bodyPr/>
          <a:lstStyle/>
          <a:p>
            <a:r>
              <a:rPr lang="en-US" dirty="0"/>
              <a:t>General Caching Concepts: </a:t>
            </a:r>
            <a:br>
              <a:rPr lang="en-US" dirty="0"/>
            </a:br>
            <a:r>
              <a:rPr lang="en-US" dirty="0"/>
              <a:t>Types of Cache Misses</a:t>
            </a:r>
          </a:p>
        </p:txBody>
      </p:sp>
      <p:sp>
        <p:nvSpPr>
          <p:cNvPr id="138245" name="Rectangle 5"/>
          <p:cNvSpPr>
            <a:spLocks noGrp="1" noChangeArrowheads="1"/>
          </p:cNvSpPr>
          <p:nvPr>
            <p:ph type="body" idx="1"/>
          </p:nvPr>
        </p:nvSpPr>
        <p:spPr>
          <a:xfrm>
            <a:off x="396875" y="1734336"/>
            <a:ext cx="8518525" cy="4969745"/>
          </a:xfrm>
        </p:spPr>
        <p:txBody>
          <a:bodyPr/>
          <a:lstStyle/>
          <a:p>
            <a:r>
              <a:rPr lang="en-US" dirty="0">
                <a:solidFill>
                  <a:srgbClr val="FF0000"/>
                </a:solidFill>
              </a:rPr>
              <a:t>Cold (compulsory) miss</a:t>
            </a:r>
          </a:p>
          <a:p>
            <a:pPr lvl="1"/>
            <a:r>
              <a:rPr lang="en-US" dirty="0"/>
              <a:t>Cold misses occur because the cache is empty.</a:t>
            </a:r>
          </a:p>
          <a:p>
            <a:r>
              <a:rPr lang="en-US" dirty="0">
                <a:solidFill>
                  <a:srgbClr val="FF0000"/>
                </a:solidFill>
              </a:rPr>
              <a:t>Conflict miss</a:t>
            </a:r>
          </a:p>
          <a:p>
            <a:pPr lvl="1"/>
            <a:r>
              <a:rPr lang="en-US" dirty="0"/>
              <a:t>Most caches limit blocks at level k+1 to a small subset (sometimes a singleton) of the block positions at level </a:t>
            </a:r>
            <a:r>
              <a:rPr lang="en-US" dirty="0" err="1"/>
              <a:t>k</a:t>
            </a:r>
            <a:r>
              <a:rPr lang="en-US" dirty="0"/>
              <a:t>.</a:t>
            </a:r>
          </a:p>
          <a:p>
            <a:pPr lvl="2"/>
            <a:r>
              <a:rPr lang="en-US" dirty="0"/>
              <a:t>E.g. Block </a:t>
            </a:r>
            <a:r>
              <a:rPr lang="en-US" dirty="0" err="1"/>
              <a:t>i</a:t>
            </a:r>
            <a:r>
              <a:rPr lang="en-US" dirty="0"/>
              <a:t> at level k+1 must be placed in block (</a:t>
            </a:r>
            <a:r>
              <a:rPr lang="en-US" dirty="0" err="1"/>
              <a:t>i</a:t>
            </a:r>
            <a:r>
              <a:rPr lang="en-US" dirty="0"/>
              <a:t> mod 4) at level </a:t>
            </a:r>
            <a:r>
              <a:rPr lang="en-US" dirty="0" err="1"/>
              <a:t>k</a:t>
            </a:r>
            <a:r>
              <a:rPr lang="en-US" dirty="0"/>
              <a:t>.</a:t>
            </a:r>
          </a:p>
          <a:p>
            <a:pPr lvl="1"/>
            <a:r>
              <a:rPr lang="en-US" dirty="0"/>
              <a:t>Conflict misses occur when the level </a:t>
            </a:r>
            <a:r>
              <a:rPr lang="en-US" dirty="0" err="1"/>
              <a:t>k</a:t>
            </a:r>
            <a:r>
              <a:rPr lang="en-US" dirty="0"/>
              <a:t> cache is large enough, but multiple data objects all map to the same level </a:t>
            </a:r>
            <a:r>
              <a:rPr lang="en-US" dirty="0" err="1"/>
              <a:t>k</a:t>
            </a:r>
            <a:r>
              <a:rPr lang="en-US" dirty="0"/>
              <a:t> block.</a:t>
            </a:r>
          </a:p>
          <a:p>
            <a:pPr lvl="2"/>
            <a:r>
              <a:rPr lang="en-US" dirty="0"/>
              <a:t>E.g. Referencing blocks 0, 8, 0, 8, 0, 8, ... would miss every time.</a:t>
            </a:r>
          </a:p>
          <a:p>
            <a:r>
              <a:rPr lang="en-US" dirty="0">
                <a:solidFill>
                  <a:srgbClr val="FF0000"/>
                </a:solidFill>
              </a:rPr>
              <a:t>Capacity miss</a:t>
            </a:r>
          </a:p>
          <a:p>
            <a:pPr lvl="1"/>
            <a:r>
              <a:rPr lang="en-US" dirty="0"/>
              <a:t>Occurs when the set of active cache blocks (</a:t>
            </a:r>
            <a:r>
              <a:rPr lang="en-US" dirty="0">
                <a:solidFill>
                  <a:srgbClr val="FF0000"/>
                </a:solidFill>
              </a:rPr>
              <a:t>working set</a:t>
            </a:r>
            <a:r>
              <a:rPr lang="en-US" dirty="0"/>
              <a:t>) is larger than the cache.</a:t>
            </a:r>
          </a:p>
        </p:txBody>
      </p:sp>
    </p:spTree>
    <p:extLst>
      <p:ext uri="{BB962C8B-B14F-4D97-AF65-F5344CB8AC3E}">
        <p14:creationId xmlns:p14="http://schemas.microsoft.com/office/powerpoint/2010/main" val="374127240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a:t>Cache Performance Metrics</a:t>
            </a:r>
            <a:endParaRPr lang="en-GB" dirty="0"/>
          </a:p>
        </p:txBody>
      </p:sp>
      <p:sp>
        <p:nvSpPr>
          <p:cNvPr id="114691" name="Rectangle 3"/>
          <p:cNvSpPr>
            <a:spLocks noGrp="1" noChangeArrowheads="1"/>
          </p:cNvSpPr>
          <p:nvPr>
            <p:ph type="body" idx="1"/>
          </p:nvPr>
        </p:nvSpPr>
        <p:spPr>
          <a:xfrm>
            <a:off x="396875" y="1363033"/>
            <a:ext cx="8594725" cy="4969745"/>
          </a:xfrm>
        </p:spPr>
        <p:txBody>
          <a:bodyPr>
            <a:normAutofit fontScale="92500" lnSpcReduction="10000"/>
          </a:bodyPr>
          <a:lstStyle/>
          <a:p>
            <a:r>
              <a:rPr lang="en-GB" dirty="0"/>
              <a:t>Miss Rate</a:t>
            </a:r>
          </a:p>
          <a:p>
            <a:pPr lvl="1"/>
            <a:r>
              <a:rPr lang="en-GB" dirty="0"/>
              <a:t>Fraction of memory references not found in cache (misses / accesses)</a:t>
            </a:r>
            <a:br>
              <a:rPr lang="en-GB" dirty="0"/>
            </a:br>
            <a:r>
              <a:rPr lang="en-GB" dirty="0"/>
              <a:t>= 1 – hit rate</a:t>
            </a:r>
          </a:p>
          <a:p>
            <a:pPr lvl="1"/>
            <a:r>
              <a:rPr lang="en-GB" dirty="0"/>
              <a:t>Typical numbers (in percentages):</a:t>
            </a:r>
          </a:p>
          <a:p>
            <a:pPr lvl="2"/>
            <a:r>
              <a:rPr lang="en-GB" dirty="0"/>
              <a:t>3-10% for L1</a:t>
            </a:r>
          </a:p>
          <a:p>
            <a:pPr lvl="2"/>
            <a:r>
              <a:rPr lang="en-GB" dirty="0"/>
              <a:t>can be quite small (e.g., &lt; 1%) for L2, depending on size, etc.</a:t>
            </a:r>
          </a:p>
          <a:p>
            <a:r>
              <a:rPr lang="en-GB" dirty="0"/>
              <a:t>Hit Time</a:t>
            </a:r>
          </a:p>
          <a:p>
            <a:pPr lvl="1"/>
            <a:r>
              <a:rPr lang="en-GB" dirty="0"/>
              <a:t>Time to deliver a line in the cache to the processor</a:t>
            </a:r>
          </a:p>
          <a:p>
            <a:pPr lvl="2"/>
            <a:r>
              <a:rPr lang="en-GB" dirty="0"/>
              <a:t>includes time to determine whether the line is in the cache</a:t>
            </a:r>
          </a:p>
          <a:p>
            <a:pPr lvl="1"/>
            <a:r>
              <a:rPr lang="en-GB" dirty="0"/>
              <a:t>Typical numbers:</a:t>
            </a:r>
          </a:p>
          <a:p>
            <a:pPr lvl="2"/>
            <a:r>
              <a:rPr lang="en-GB" dirty="0"/>
              <a:t>1-2 clock cycle for L1</a:t>
            </a:r>
          </a:p>
          <a:p>
            <a:pPr lvl="2"/>
            <a:r>
              <a:rPr lang="en-GB" dirty="0"/>
              <a:t>5-20 clock cycles for L2</a:t>
            </a:r>
          </a:p>
          <a:p>
            <a:r>
              <a:rPr lang="en-GB" dirty="0"/>
              <a:t>Miss Penalty</a:t>
            </a:r>
          </a:p>
          <a:p>
            <a:pPr lvl="1"/>
            <a:r>
              <a:rPr lang="en-GB" dirty="0"/>
              <a:t>Additional time required because of a miss</a:t>
            </a:r>
          </a:p>
          <a:p>
            <a:pPr lvl="2"/>
            <a:r>
              <a:rPr lang="en-GB" dirty="0"/>
              <a:t>typically 50-200 cycles for main memory (Trend: increasing!)</a:t>
            </a:r>
          </a:p>
        </p:txBody>
      </p:sp>
    </p:spTree>
    <p:extLst>
      <p:ext uri="{BB962C8B-B14F-4D97-AF65-F5344CB8AC3E}">
        <p14:creationId xmlns:p14="http://schemas.microsoft.com/office/powerpoint/2010/main" val="112456336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vert="horz" wrap="square" lIns="90469" tIns="44441" rIns="90469" bIns="44441" numCol="1" anchor="b" anchorCtr="0" compatLnSpc="1">
            <a:prstTxWarp prst="textNoShape">
              <a:avLst/>
            </a:prstTxWarp>
          </a:bodyPr>
          <a:lstStyle/>
          <a:p>
            <a:pPr eaLnBrk="1" hangingPunct="1"/>
            <a:r>
              <a:rPr lang="en-US"/>
              <a:t>Lets think about those numbers</a:t>
            </a:r>
          </a:p>
        </p:txBody>
      </p:sp>
      <p:sp>
        <p:nvSpPr>
          <p:cNvPr id="112643" name="Rectangle 3"/>
          <p:cNvSpPr>
            <a:spLocks noGrp="1" noChangeArrowheads="1"/>
          </p:cNvSpPr>
          <p:nvPr>
            <p:ph type="body" idx="1"/>
          </p:nvPr>
        </p:nvSpPr>
        <p:spPr/>
        <p:txBody>
          <a:bodyPr vert="horz" wrap="square" lIns="90469" tIns="44441" rIns="90469" bIns="44441" numCol="1" anchor="t" anchorCtr="0" compatLnSpc="1">
            <a:prstTxWarp prst="textNoShape">
              <a:avLst/>
            </a:prstTxWarp>
          </a:bodyPr>
          <a:lstStyle/>
          <a:p>
            <a:pPr>
              <a:defRPr/>
            </a:pPr>
            <a:r>
              <a:rPr lang="en-US" dirty="0"/>
              <a:t>Huge difference between a hit and a miss</a:t>
            </a:r>
          </a:p>
          <a:p>
            <a:pPr lvl="1" eaLnBrk="1" hangingPunct="1">
              <a:lnSpc>
                <a:spcPct val="100000"/>
              </a:lnSpc>
              <a:defRPr/>
            </a:pPr>
            <a:r>
              <a:rPr lang="en-US" sz="1803" dirty="0"/>
              <a:t>Could be 100x, if just L1 and main memory</a:t>
            </a:r>
          </a:p>
          <a:p>
            <a:pPr>
              <a:defRPr/>
            </a:pPr>
            <a:endParaRPr lang="en-US" dirty="0"/>
          </a:p>
          <a:p>
            <a:pPr>
              <a:defRPr/>
            </a:pPr>
            <a:r>
              <a:rPr lang="en-US" dirty="0"/>
              <a:t>Would you believe 99% hits is twice as good as 97%?</a:t>
            </a:r>
          </a:p>
          <a:p>
            <a:pPr lvl="1" eaLnBrk="1" hangingPunct="1">
              <a:lnSpc>
                <a:spcPct val="100000"/>
              </a:lnSpc>
              <a:defRPr/>
            </a:pPr>
            <a:r>
              <a:rPr lang="en-US" sz="1803" dirty="0"/>
              <a:t>Consider: </a:t>
            </a:r>
            <a:br>
              <a:rPr lang="en-US" sz="1803" dirty="0"/>
            </a:br>
            <a:r>
              <a:rPr lang="en-US" sz="1803" dirty="0"/>
              <a:t>cache hit time of 1 cycle</a:t>
            </a:r>
            <a:br>
              <a:rPr lang="en-US" sz="1803" dirty="0"/>
            </a:br>
            <a:r>
              <a:rPr lang="en-US" sz="1803" dirty="0"/>
              <a:t>miss penalty of 100 cycles</a:t>
            </a:r>
          </a:p>
          <a:p>
            <a:pPr lvl="1">
              <a:defRPr/>
            </a:pPr>
            <a:endParaRPr lang="en-US" sz="1803" dirty="0"/>
          </a:p>
          <a:p>
            <a:pPr lvl="1">
              <a:defRPr/>
            </a:pPr>
            <a:r>
              <a:rPr lang="en-US" sz="1803" dirty="0"/>
              <a:t>Average access time:</a:t>
            </a:r>
          </a:p>
          <a:p>
            <a:pPr lvl="1" eaLnBrk="1" hangingPunct="1">
              <a:lnSpc>
                <a:spcPct val="100000"/>
              </a:lnSpc>
              <a:buFont typeface="Wingdings" pitchFamily="2" charset="2"/>
              <a:buNone/>
              <a:defRPr/>
            </a:pPr>
            <a:r>
              <a:rPr lang="en-US" sz="1803" dirty="0"/>
              <a:t>	 97% hits:  1 cycle + 0.03 * 100 cycles =</a:t>
            </a:r>
            <a:r>
              <a:rPr lang="en-US" sz="1803" dirty="0">
                <a:solidFill>
                  <a:srgbClr val="FF0000"/>
                </a:solidFill>
              </a:rPr>
              <a:t> </a:t>
            </a:r>
            <a:r>
              <a:rPr lang="en-US" sz="1803" b="1" dirty="0">
                <a:solidFill>
                  <a:srgbClr val="C00000"/>
                </a:solidFill>
              </a:rPr>
              <a:t>4 cycles</a:t>
            </a:r>
          </a:p>
          <a:p>
            <a:pPr lvl="1" eaLnBrk="1" hangingPunct="1">
              <a:lnSpc>
                <a:spcPct val="100000"/>
              </a:lnSpc>
              <a:buFont typeface="Wingdings" pitchFamily="2" charset="2"/>
              <a:buNone/>
              <a:defRPr/>
            </a:pPr>
            <a:r>
              <a:rPr lang="en-US" sz="1803" dirty="0"/>
              <a:t>	 99% hits:  1 cycle + 0.01 * 100 cycles = </a:t>
            </a:r>
            <a:r>
              <a:rPr lang="en-US" sz="1803" b="1" dirty="0">
                <a:solidFill>
                  <a:srgbClr val="C00000"/>
                </a:solidFill>
              </a:rPr>
              <a:t>2 cycles</a:t>
            </a:r>
          </a:p>
          <a:p>
            <a:pPr lvl="1" eaLnBrk="1" hangingPunct="1">
              <a:lnSpc>
                <a:spcPct val="100000"/>
              </a:lnSpc>
              <a:buFont typeface="Wingdings" pitchFamily="2" charset="2"/>
              <a:buNone/>
              <a:defRPr/>
            </a:pPr>
            <a:endParaRPr lang="en-US" sz="1602" dirty="0">
              <a:solidFill>
                <a:srgbClr val="C00000"/>
              </a:solidFill>
            </a:endParaRPr>
          </a:p>
          <a:p>
            <a:pPr>
              <a:defRPr/>
            </a:pPr>
            <a:r>
              <a:rPr lang="en-US" dirty="0">
                <a:solidFill>
                  <a:srgbClr val="C00000"/>
                </a:solidFill>
              </a:rPr>
              <a:t>This is why “miss rate” is used instead of “hit rate”</a:t>
            </a:r>
            <a:endParaRPr lang="en-US" sz="1803" dirty="0">
              <a:solidFill>
                <a:srgbClr val="C00000"/>
              </a:solidFill>
            </a:endParaRPr>
          </a:p>
        </p:txBody>
      </p:sp>
    </p:spTree>
    <p:extLst>
      <p:ext uri="{BB962C8B-B14F-4D97-AF65-F5344CB8AC3E}">
        <p14:creationId xmlns:p14="http://schemas.microsoft.com/office/powerpoint/2010/main" val="3974719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4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4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6" name="Rectangle 8"/>
          <p:cNvSpPr>
            <a:spLocks noGrp="1" noChangeArrowheads="1"/>
          </p:cNvSpPr>
          <p:nvPr>
            <p:ph type="title"/>
          </p:nvPr>
        </p:nvSpPr>
        <p:spPr/>
        <p:txBody>
          <a:bodyPr/>
          <a:lstStyle/>
          <a:p>
            <a:r>
              <a:rPr lang="en-US"/>
              <a:t>Writing Cache Friendly Code</a:t>
            </a:r>
          </a:p>
        </p:txBody>
      </p:sp>
      <p:sp>
        <p:nvSpPr>
          <p:cNvPr id="160777" name="Rectangle 9"/>
          <p:cNvSpPr>
            <a:spLocks noGrp="1" noChangeArrowheads="1"/>
          </p:cNvSpPr>
          <p:nvPr>
            <p:ph type="body" idx="1"/>
          </p:nvPr>
        </p:nvSpPr>
        <p:spPr>
          <a:xfrm>
            <a:off x="396876" y="1363033"/>
            <a:ext cx="8289925" cy="4969745"/>
          </a:xfrm>
        </p:spPr>
        <p:txBody>
          <a:bodyPr/>
          <a:lstStyle/>
          <a:p>
            <a:r>
              <a:rPr lang="en-US" dirty="0"/>
              <a:t>Make the common case go fast</a:t>
            </a:r>
          </a:p>
          <a:p>
            <a:pPr lvl="1"/>
            <a:r>
              <a:rPr lang="en-US" dirty="0"/>
              <a:t>Focus on the inner loops of the core functions</a:t>
            </a:r>
          </a:p>
          <a:p>
            <a:pPr lvl="1"/>
            <a:endParaRPr lang="en-US" dirty="0"/>
          </a:p>
          <a:p>
            <a:r>
              <a:rPr lang="en-US" dirty="0"/>
              <a:t>Minimize the misses in the inner loops</a:t>
            </a:r>
          </a:p>
          <a:p>
            <a:pPr lvl="1"/>
            <a:r>
              <a:rPr lang="en-US" dirty="0"/>
              <a:t>Repeated references to variables are good (</a:t>
            </a:r>
            <a:r>
              <a:rPr lang="en-US" dirty="0">
                <a:solidFill>
                  <a:srgbClr val="FF0000"/>
                </a:solidFill>
              </a:rPr>
              <a:t>temporal locality</a:t>
            </a:r>
            <a:r>
              <a:rPr lang="en-US" dirty="0"/>
              <a:t>)</a:t>
            </a:r>
          </a:p>
          <a:p>
            <a:pPr lvl="1"/>
            <a:r>
              <a:rPr lang="en-US" dirty="0"/>
              <a:t>Stride-1 reference patterns are good (</a:t>
            </a:r>
            <a:r>
              <a:rPr lang="en-US" dirty="0">
                <a:solidFill>
                  <a:srgbClr val="FF0000"/>
                </a:solidFill>
              </a:rPr>
              <a:t>spatial locality</a:t>
            </a:r>
            <a:r>
              <a:rPr lang="en-US" dirty="0"/>
              <a:t>)</a:t>
            </a:r>
          </a:p>
        </p:txBody>
      </p:sp>
      <p:sp>
        <p:nvSpPr>
          <p:cNvPr id="12" name="TextBox 11"/>
          <p:cNvSpPr txBox="1"/>
          <p:nvPr/>
        </p:nvSpPr>
        <p:spPr>
          <a:xfrm>
            <a:off x="396877" y="4799965"/>
            <a:ext cx="8518524" cy="956571"/>
          </a:xfrm>
          <a:prstGeom prst="rect">
            <a:avLst/>
          </a:prstGeom>
          <a:noFill/>
        </p:spPr>
        <p:txBody>
          <a:bodyPr wrap="square" lIns="91421" tIns="45710" rIns="91421" bIns="45710" rtlCol="0">
            <a:spAutoFit/>
          </a:bodyPr>
          <a:lstStyle/>
          <a:p>
            <a:r>
              <a:rPr lang="en-US" sz="2804" dirty="0">
                <a:latin typeface="Calibri" pitchFamily="34" charset="0"/>
              </a:rPr>
              <a:t>Key idea: Our qualitative notion of locality is quantified through our understanding of cache memories.</a:t>
            </a:r>
          </a:p>
        </p:txBody>
      </p:sp>
    </p:spTree>
    <p:extLst>
      <p:ext uri="{BB962C8B-B14F-4D97-AF65-F5344CB8AC3E}">
        <p14:creationId xmlns:p14="http://schemas.microsoft.com/office/powerpoint/2010/main" val="11770971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Today</a:t>
            </a:r>
            <a:endParaRPr lang="en-US" dirty="0"/>
          </a:p>
        </p:txBody>
      </p:sp>
      <p:sp>
        <p:nvSpPr>
          <p:cNvPr id="3" name="Content Placeholder 2"/>
          <p:cNvSpPr>
            <a:spLocks noGrp="1"/>
          </p:cNvSpPr>
          <p:nvPr>
            <p:ph idx="1"/>
          </p:nvPr>
        </p:nvSpPr>
        <p:spPr/>
        <p:txBody>
          <a:bodyPr/>
          <a:lstStyle/>
          <a:p>
            <a:r>
              <a:rPr lang="en-US" dirty="0">
                <a:solidFill>
                  <a:srgbClr val="BFBFBF"/>
                </a:solidFill>
              </a:rPr>
              <a:t>Cache organization and operation</a:t>
            </a:r>
          </a:p>
          <a:p>
            <a:r>
              <a:rPr lang="en-US" dirty="0"/>
              <a:t>Performance impact of caches</a:t>
            </a:r>
          </a:p>
          <a:p>
            <a:pPr lvl="1"/>
            <a:r>
              <a:rPr lang="en-US" dirty="0"/>
              <a:t>The memory mountain</a:t>
            </a:r>
          </a:p>
          <a:p>
            <a:pPr lvl="1"/>
            <a:r>
              <a:rPr lang="en-US" dirty="0">
                <a:solidFill>
                  <a:srgbClr val="BFBFBF"/>
                </a:solidFill>
              </a:rPr>
              <a:t>Rearranging loops to improve spatial locality</a:t>
            </a:r>
          </a:p>
          <a:p>
            <a:pPr lvl="1"/>
            <a:r>
              <a:rPr lang="en-US" dirty="0">
                <a:solidFill>
                  <a:srgbClr val="BFBFBF"/>
                </a:solidFill>
              </a:rPr>
              <a:t>Using blocking to improve temporal locality</a:t>
            </a:r>
          </a:p>
          <a:p>
            <a:endParaRPr lang="en-US" dirty="0"/>
          </a:p>
          <a:p>
            <a:pPr>
              <a:buNone/>
            </a:pPr>
            <a:endParaRPr lang="en-US" dirty="0"/>
          </a:p>
        </p:txBody>
      </p:sp>
    </p:spTree>
    <p:extLst>
      <p:ext uri="{BB962C8B-B14F-4D97-AF65-F5344CB8AC3E}">
        <p14:creationId xmlns:p14="http://schemas.microsoft.com/office/powerpoint/2010/main" val="53819380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4"/>
          <p:cNvSpPr>
            <a:spLocks noGrp="1" noChangeArrowheads="1"/>
          </p:cNvSpPr>
          <p:nvPr>
            <p:ph type="title"/>
          </p:nvPr>
        </p:nvSpPr>
        <p:spPr/>
        <p:txBody>
          <a:bodyPr/>
          <a:lstStyle/>
          <a:p>
            <a:r>
              <a:rPr lang="en-US"/>
              <a:t>The Memory Mountain</a:t>
            </a:r>
          </a:p>
        </p:txBody>
      </p:sp>
      <p:sp>
        <p:nvSpPr>
          <p:cNvPr id="161797" name="Rectangle 5"/>
          <p:cNvSpPr>
            <a:spLocks noGrp="1" noChangeArrowheads="1"/>
          </p:cNvSpPr>
          <p:nvPr>
            <p:ph type="body" idx="1"/>
          </p:nvPr>
        </p:nvSpPr>
        <p:spPr/>
        <p:txBody>
          <a:bodyPr/>
          <a:lstStyle/>
          <a:p>
            <a:r>
              <a:rPr lang="en-US" dirty="0">
                <a:solidFill>
                  <a:srgbClr val="FF0000"/>
                </a:solidFill>
              </a:rPr>
              <a:t>Read throughput </a:t>
            </a:r>
            <a:r>
              <a:rPr lang="en-US" dirty="0"/>
              <a:t>(read bandwidth)</a:t>
            </a:r>
          </a:p>
          <a:p>
            <a:pPr lvl="1"/>
            <a:r>
              <a:rPr lang="en-US" dirty="0"/>
              <a:t>Number of bytes read from memory per second (MB/</a:t>
            </a:r>
            <a:r>
              <a:rPr lang="en-US" dirty="0" err="1"/>
              <a:t>s</a:t>
            </a:r>
            <a:r>
              <a:rPr lang="en-US" dirty="0"/>
              <a:t>)</a:t>
            </a:r>
          </a:p>
          <a:p>
            <a:pPr>
              <a:buNone/>
            </a:pPr>
            <a:endParaRPr lang="en-US" dirty="0">
              <a:solidFill>
                <a:srgbClr val="FF0000"/>
              </a:solidFill>
            </a:endParaRPr>
          </a:p>
          <a:p>
            <a:r>
              <a:rPr lang="en-US" dirty="0">
                <a:solidFill>
                  <a:srgbClr val="FF0000"/>
                </a:solidFill>
              </a:rPr>
              <a:t>Memory mountain: </a:t>
            </a:r>
            <a:r>
              <a:rPr lang="en-US" dirty="0"/>
              <a:t>Measured read throughput as a function of spatial and temporal locality.</a:t>
            </a:r>
          </a:p>
          <a:p>
            <a:pPr lvl="1"/>
            <a:r>
              <a:rPr lang="en-US" dirty="0"/>
              <a:t>Compact way to characterize memory system performance. </a:t>
            </a:r>
          </a:p>
          <a:p>
            <a:endParaRPr lang="en-US" dirty="0"/>
          </a:p>
        </p:txBody>
      </p:sp>
    </p:spTree>
    <p:extLst>
      <p:ext uri="{BB962C8B-B14F-4D97-AF65-F5344CB8AC3E}">
        <p14:creationId xmlns:p14="http://schemas.microsoft.com/office/powerpoint/2010/main" val="207592711"/>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Rectangle 4"/>
          <p:cNvSpPr>
            <a:spLocks noGrp="1" noChangeArrowheads="1"/>
          </p:cNvSpPr>
          <p:nvPr>
            <p:ph type="title"/>
          </p:nvPr>
        </p:nvSpPr>
        <p:spPr/>
        <p:txBody>
          <a:bodyPr/>
          <a:lstStyle/>
          <a:p>
            <a:r>
              <a:rPr lang="en-US"/>
              <a:t>Memory Mountain Test Function</a:t>
            </a:r>
          </a:p>
        </p:txBody>
      </p:sp>
      <p:sp>
        <p:nvSpPr>
          <p:cNvPr id="162819" name="Text Box 3"/>
          <p:cNvSpPr txBox="1">
            <a:spLocks noChangeArrowheads="1"/>
          </p:cNvSpPr>
          <p:nvPr/>
        </p:nvSpPr>
        <p:spPr bwMode="auto">
          <a:xfrm>
            <a:off x="304801" y="1436026"/>
            <a:ext cx="8667750" cy="4915794"/>
          </a:xfrm>
          <a:prstGeom prst="rect">
            <a:avLst/>
          </a:prstGeom>
          <a:solidFill>
            <a:srgbClr val="F6F5BD"/>
          </a:solidFill>
          <a:ln w="25400">
            <a:solidFill>
              <a:schemeClr val="tx1"/>
            </a:solidFill>
            <a:miter lim="800000"/>
            <a:headEnd/>
            <a:tailEnd/>
          </a:ln>
          <a:effectLst/>
        </p:spPr>
        <p:txBody>
          <a:bodyPr wrap="none" lIns="91421" tIns="45710" rIns="91421" bIns="45710">
            <a:prstTxWarp prst="textNoShape">
              <a:avLst/>
            </a:prstTxWarp>
            <a:spAutoFit/>
          </a:bodyPr>
          <a:lstStyle/>
          <a:p>
            <a:pPr algn="l">
              <a:lnSpc>
                <a:spcPct val="100000"/>
              </a:lnSpc>
            </a:pPr>
            <a:r>
              <a:rPr lang="en-US" sz="1502">
                <a:latin typeface="Courier New" charset="0"/>
              </a:rPr>
              <a:t>/* The test function */</a:t>
            </a:r>
          </a:p>
          <a:p>
            <a:pPr algn="l">
              <a:lnSpc>
                <a:spcPct val="100000"/>
              </a:lnSpc>
            </a:pPr>
            <a:r>
              <a:rPr lang="en-US" sz="1502">
                <a:latin typeface="Courier New" charset="0"/>
              </a:rPr>
              <a:t>void test(int elems, int stride) {</a:t>
            </a:r>
          </a:p>
          <a:p>
            <a:pPr algn="l">
              <a:lnSpc>
                <a:spcPct val="100000"/>
              </a:lnSpc>
            </a:pPr>
            <a:r>
              <a:rPr lang="en-US" sz="1502">
                <a:latin typeface="Courier New" charset="0"/>
              </a:rPr>
              <a:t>    int i, result = 0; </a:t>
            </a:r>
          </a:p>
          <a:p>
            <a:pPr algn="l">
              <a:lnSpc>
                <a:spcPct val="100000"/>
              </a:lnSpc>
            </a:pPr>
            <a:r>
              <a:rPr lang="en-US" sz="1502">
                <a:latin typeface="Courier New" charset="0"/>
              </a:rPr>
              <a:t>    volatile int sink; </a:t>
            </a:r>
          </a:p>
          <a:p>
            <a:pPr algn="l">
              <a:lnSpc>
                <a:spcPct val="100000"/>
              </a:lnSpc>
            </a:pPr>
            <a:endParaRPr lang="en-US" sz="1502">
              <a:latin typeface="Courier New" charset="0"/>
            </a:endParaRPr>
          </a:p>
          <a:p>
            <a:pPr algn="l">
              <a:lnSpc>
                <a:spcPct val="100000"/>
              </a:lnSpc>
            </a:pPr>
            <a:r>
              <a:rPr lang="en-US" sz="1502">
                <a:latin typeface="Courier New" charset="0"/>
              </a:rPr>
              <a:t>    for (i = 0; i &lt; elems; i += stride)</a:t>
            </a:r>
          </a:p>
          <a:p>
            <a:pPr algn="l">
              <a:lnSpc>
                <a:spcPct val="100000"/>
              </a:lnSpc>
            </a:pPr>
            <a:r>
              <a:rPr lang="en-US" sz="1502">
                <a:latin typeface="Courier New" charset="0"/>
              </a:rPr>
              <a:t>	result += data[i];</a:t>
            </a:r>
          </a:p>
          <a:p>
            <a:pPr algn="l">
              <a:lnSpc>
                <a:spcPct val="100000"/>
              </a:lnSpc>
            </a:pPr>
            <a:r>
              <a:rPr lang="en-US" sz="1502">
                <a:latin typeface="Courier New" charset="0"/>
              </a:rPr>
              <a:t>    sink = result; /* So compiler doesn't optimize away the loop */</a:t>
            </a:r>
          </a:p>
          <a:p>
            <a:pPr algn="l">
              <a:lnSpc>
                <a:spcPct val="100000"/>
              </a:lnSpc>
            </a:pPr>
            <a:r>
              <a:rPr lang="en-US" sz="1502">
                <a:latin typeface="Courier New" charset="0"/>
              </a:rPr>
              <a:t>}</a:t>
            </a:r>
          </a:p>
          <a:p>
            <a:pPr algn="l">
              <a:lnSpc>
                <a:spcPct val="100000"/>
              </a:lnSpc>
            </a:pPr>
            <a:endParaRPr lang="en-US" sz="1502">
              <a:latin typeface="Courier New" charset="0"/>
            </a:endParaRPr>
          </a:p>
          <a:p>
            <a:pPr algn="l">
              <a:lnSpc>
                <a:spcPct val="100000"/>
              </a:lnSpc>
            </a:pPr>
            <a:r>
              <a:rPr lang="en-US" sz="1502">
                <a:latin typeface="Courier New" charset="0"/>
              </a:rPr>
              <a:t>/* Run test(elems, stride) and return read throughput (MB/s) */</a:t>
            </a:r>
          </a:p>
          <a:p>
            <a:pPr algn="l">
              <a:lnSpc>
                <a:spcPct val="100000"/>
              </a:lnSpc>
            </a:pPr>
            <a:r>
              <a:rPr lang="en-US" sz="1502">
                <a:latin typeface="Courier New" charset="0"/>
              </a:rPr>
              <a:t>double run(int size, int stride, double Mhz)</a:t>
            </a:r>
          </a:p>
          <a:p>
            <a:pPr algn="l">
              <a:lnSpc>
                <a:spcPct val="100000"/>
              </a:lnSpc>
            </a:pPr>
            <a:r>
              <a:rPr lang="en-US" sz="1502">
                <a:latin typeface="Courier New" charset="0"/>
              </a:rPr>
              <a:t>{</a:t>
            </a:r>
          </a:p>
          <a:p>
            <a:pPr algn="l">
              <a:lnSpc>
                <a:spcPct val="100000"/>
              </a:lnSpc>
            </a:pPr>
            <a:r>
              <a:rPr lang="en-US" sz="1502">
                <a:latin typeface="Courier New" charset="0"/>
              </a:rPr>
              <a:t>    double cycles;</a:t>
            </a:r>
          </a:p>
          <a:p>
            <a:pPr algn="l">
              <a:lnSpc>
                <a:spcPct val="100000"/>
              </a:lnSpc>
            </a:pPr>
            <a:r>
              <a:rPr lang="en-US" sz="1502">
                <a:latin typeface="Courier New" charset="0"/>
              </a:rPr>
              <a:t>    int elems = size / sizeof(int); </a:t>
            </a:r>
          </a:p>
          <a:p>
            <a:pPr algn="l">
              <a:lnSpc>
                <a:spcPct val="100000"/>
              </a:lnSpc>
            </a:pPr>
            <a:endParaRPr lang="en-US" sz="1502">
              <a:latin typeface="Courier New" charset="0"/>
            </a:endParaRPr>
          </a:p>
          <a:p>
            <a:pPr algn="l">
              <a:lnSpc>
                <a:spcPct val="100000"/>
              </a:lnSpc>
            </a:pPr>
            <a:r>
              <a:rPr lang="en-US" sz="1502">
                <a:latin typeface="Courier New" charset="0"/>
              </a:rPr>
              <a:t>    test(elems, stride);                     /* warm up the cache */</a:t>
            </a:r>
          </a:p>
          <a:p>
            <a:pPr algn="l">
              <a:lnSpc>
                <a:spcPct val="100000"/>
              </a:lnSpc>
            </a:pPr>
            <a:r>
              <a:rPr lang="en-US" sz="1502">
                <a:latin typeface="Courier New" charset="0"/>
              </a:rPr>
              <a:t>    cycles = fcyc2(test, elems, stride, 0);  /* call test(elems,stride) */</a:t>
            </a:r>
          </a:p>
          <a:p>
            <a:pPr algn="l">
              <a:lnSpc>
                <a:spcPct val="100000"/>
              </a:lnSpc>
            </a:pPr>
            <a:r>
              <a:rPr lang="en-US" sz="1502">
                <a:latin typeface="Courier New" charset="0"/>
              </a:rPr>
              <a:t>    return (size / stride) / (cycles / Mhz); /* convert cycles to MB/s */</a:t>
            </a:r>
          </a:p>
          <a:p>
            <a:pPr algn="l">
              <a:lnSpc>
                <a:spcPct val="100000"/>
              </a:lnSpc>
            </a:pPr>
            <a:r>
              <a:rPr lang="en-US" sz="1502">
                <a:latin typeface="Courier New" charset="0"/>
              </a:rPr>
              <a:t>}</a:t>
            </a:r>
          </a:p>
          <a:p>
            <a:pPr algn="l">
              <a:lnSpc>
                <a:spcPct val="100000"/>
              </a:lnSpc>
            </a:pPr>
            <a:endParaRPr lang="en-US" sz="1502">
              <a:latin typeface="Courier New" charset="0"/>
            </a:endParaRPr>
          </a:p>
        </p:txBody>
      </p:sp>
    </p:spTree>
    <p:extLst>
      <p:ext uri="{BB962C8B-B14F-4D97-AF65-F5344CB8AC3E}">
        <p14:creationId xmlns:p14="http://schemas.microsoft.com/office/powerpoint/2010/main" val="8500499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20" y="437066"/>
            <a:ext cx="4824581" cy="761647"/>
          </a:xfrm>
        </p:spPr>
        <p:txBody>
          <a:bodyPr/>
          <a:lstStyle/>
          <a:p>
            <a:r>
              <a:rPr lang="en-US" dirty="0"/>
              <a:t>The Memory Mountain</a:t>
            </a:r>
          </a:p>
        </p:txBody>
      </p:sp>
      <p:graphicFrame>
        <p:nvGraphicFramePr>
          <p:cNvPr id="4" name="Chart 3"/>
          <p:cNvGraphicFramePr>
            <a:graphicFrameLocks noGrp="1"/>
          </p:cNvGraphicFramePr>
          <p:nvPr/>
        </p:nvGraphicFramePr>
        <p:xfrm>
          <a:off x="-623389" y="1198713"/>
          <a:ext cx="8572500" cy="582659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6627180" y="306249"/>
            <a:ext cx="2187355" cy="1815862"/>
          </a:xfrm>
          <a:prstGeom prst="rect">
            <a:avLst/>
          </a:prstGeom>
          <a:solidFill>
            <a:schemeClr val="bg1">
              <a:lumMod val="75000"/>
            </a:schemeClr>
          </a:solidFill>
          <a:ln w="28575" cap="flat" cmpd="sng" algn="ctr">
            <a:solidFill>
              <a:srgbClr val="000000"/>
            </a:solidFill>
            <a:prstDash val="solid"/>
            <a:round/>
            <a:headEnd type="none" w="med" len="med"/>
            <a:tailEnd type="none" w="med" len="med"/>
          </a:ln>
        </p:spPr>
        <p:txBody>
          <a:bodyPr wrap="none" lIns="91421" tIns="45710" rIns="91421" bIns="45710" rtlCol="0">
            <a:spAutoFit/>
          </a:bodyPr>
          <a:lstStyle/>
          <a:p>
            <a:r>
              <a:rPr lang="en-US" sz="1600" dirty="0">
                <a:latin typeface="Calibri" pitchFamily="34" charset="0"/>
              </a:rPr>
              <a:t>Intel Core i7</a:t>
            </a:r>
          </a:p>
          <a:p>
            <a:r>
              <a:rPr lang="en-US" sz="1600" dirty="0">
                <a:latin typeface="Calibri" pitchFamily="34" charset="0"/>
              </a:rPr>
              <a:t>32 KB L1  </a:t>
            </a:r>
            <a:r>
              <a:rPr lang="en-US" sz="1600" dirty="0" err="1">
                <a:latin typeface="Calibri" pitchFamily="34" charset="0"/>
              </a:rPr>
              <a:t>i</a:t>
            </a:r>
            <a:r>
              <a:rPr lang="en-US" sz="1600" dirty="0">
                <a:latin typeface="Calibri" pitchFamily="34" charset="0"/>
              </a:rPr>
              <a:t>-cache</a:t>
            </a:r>
          </a:p>
          <a:p>
            <a:r>
              <a:rPr lang="en-US" sz="1600" dirty="0">
                <a:latin typeface="Calibri" pitchFamily="34" charset="0"/>
              </a:rPr>
              <a:t>32 KB L1 </a:t>
            </a:r>
            <a:r>
              <a:rPr lang="en-US" sz="1600" dirty="0" err="1">
                <a:latin typeface="Calibri" pitchFamily="34" charset="0"/>
              </a:rPr>
              <a:t>d</a:t>
            </a:r>
            <a:r>
              <a:rPr lang="en-US" sz="1600" dirty="0">
                <a:latin typeface="Calibri" pitchFamily="34" charset="0"/>
              </a:rPr>
              <a:t>-cache</a:t>
            </a:r>
          </a:p>
          <a:p>
            <a:r>
              <a:rPr lang="en-US" sz="1600" dirty="0">
                <a:latin typeface="Calibri" pitchFamily="34" charset="0"/>
              </a:rPr>
              <a:t>256 KB unified L2 cache</a:t>
            </a:r>
          </a:p>
          <a:p>
            <a:r>
              <a:rPr lang="en-US" sz="1600" dirty="0">
                <a:latin typeface="Calibri" pitchFamily="34" charset="0"/>
              </a:rPr>
              <a:t>8M unified L3 cache</a:t>
            </a:r>
          </a:p>
          <a:p>
            <a:endParaRPr lang="en-US" sz="1600" dirty="0">
              <a:latin typeface="Calibri" pitchFamily="34" charset="0"/>
            </a:endParaRPr>
          </a:p>
          <a:p>
            <a:r>
              <a:rPr lang="en-US" sz="1600" dirty="0">
                <a:latin typeface="Calibri" pitchFamily="34" charset="0"/>
              </a:rPr>
              <a:t>All caches on-chip</a:t>
            </a:r>
          </a:p>
        </p:txBody>
      </p:sp>
    </p:spTree>
    <p:extLst>
      <p:ext uri="{BB962C8B-B14F-4D97-AF65-F5344CB8AC3E}">
        <p14:creationId xmlns:p14="http://schemas.microsoft.com/office/powerpoint/2010/main" val="61524651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20" y="437066"/>
            <a:ext cx="4824581" cy="761647"/>
          </a:xfrm>
        </p:spPr>
        <p:txBody>
          <a:bodyPr/>
          <a:lstStyle/>
          <a:p>
            <a:r>
              <a:rPr lang="en-US" dirty="0"/>
              <a:t>The Memory Mountain</a:t>
            </a:r>
          </a:p>
        </p:txBody>
      </p:sp>
      <p:graphicFrame>
        <p:nvGraphicFramePr>
          <p:cNvPr id="4" name="Chart 3"/>
          <p:cNvGraphicFramePr>
            <a:graphicFrameLocks noGrp="1"/>
          </p:cNvGraphicFramePr>
          <p:nvPr/>
        </p:nvGraphicFramePr>
        <p:xfrm>
          <a:off x="-623389" y="1198713"/>
          <a:ext cx="8572500" cy="582659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6627180" y="306249"/>
            <a:ext cx="2187355" cy="1815862"/>
          </a:xfrm>
          <a:prstGeom prst="rect">
            <a:avLst/>
          </a:prstGeom>
          <a:solidFill>
            <a:schemeClr val="bg1">
              <a:lumMod val="75000"/>
            </a:schemeClr>
          </a:solidFill>
          <a:ln w="28575" cap="flat" cmpd="sng" algn="ctr">
            <a:solidFill>
              <a:srgbClr val="000000"/>
            </a:solidFill>
            <a:prstDash val="solid"/>
            <a:round/>
            <a:headEnd type="none" w="med" len="med"/>
            <a:tailEnd type="none" w="med" len="med"/>
          </a:ln>
        </p:spPr>
        <p:txBody>
          <a:bodyPr wrap="none" lIns="91421" tIns="45710" rIns="91421" bIns="45710" rtlCol="0">
            <a:spAutoFit/>
          </a:bodyPr>
          <a:lstStyle/>
          <a:p>
            <a:r>
              <a:rPr lang="en-US" sz="1600" dirty="0">
                <a:latin typeface="Calibri" pitchFamily="34" charset="0"/>
              </a:rPr>
              <a:t>Intel Core i7</a:t>
            </a:r>
          </a:p>
          <a:p>
            <a:r>
              <a:rPr lang="en-US" sz="1600" dirty="0">
                <a:latin typeface="Calibri" pitchFamily="34" charset="0"/>
              </a:rPr>
              <a:t>32 KB L1  </a:t>
            </a:r>
            <a:r>
              <a:rPr lang="en-US" sz="1600" dirty="0" err="1">
                <a:latin typeface="Calibri" pitchFamily="34" charset="0"/>
              </a:rPr>
              <a:t>i</a:t>
            </a:r>
            <a:r>
              <a:rPr lang="en-US" sz="1600" dirty="0">
                <a:latin typeface="Calibri" pitchFamily="34" charset="0"/>
              </a:rPr>
              <a:t>-cache</a:t>
            </a:r>
          </a:p>
          <a:p>
            <a:r>
              <a:rPr lang="en-US" sz="1600" dirty="0">
                <a:latin typeface="Calibri" pitchFamily="34" charset="0"/>
              </a:rPr>
              <a:t>32 KB L1 </a:t>
            </a:r>
            <a:r>
              <a:rPr lang="en-US" sz="1600" dirty="0" err="1">
                <a:latin typeface="Calibri" pitchFamily="34" charset="0"/>
              </a:rPr>
              <a:t>d</a:t>
            </a:r>
            <a:r>
              <a:rPr lang="en-US" sz="1600" dirty="0">
                <a:latin typeface="Calibri" pitchFamily="34" charset="0"/>
              </a:rPr>
              <a:t>-cache</a:t>
            </a:r>
          </a:p>
          <a:p>
            <a:r>
              <a:rPr lang="en-US" sz="1600" dirty="0">
                <a:latin typeface="Calibri" pitchFamily="34" charset="0"/>
              </a:rPr>
              <a:t>256 KB unified L2 cache</a:t>
            </a:r>
          </a:p>
          <a:p>
            <a:r>
              <a:rPr lang="en-US" sz="1600" dirty="0">
                <a:latin typeface="Calibri" pitchFamily="34" charset="0"/>
              </a:rPr>
              <a:t>8M unified L3 cache</a:t>
            </a:r>
          </a:p>
          <a:p>
            <a:endParaRPr lang="en-US" sz="1600" dirty="0">
              <a:latin typeface="Calibri" pitchFamily="34" charset="0"/>
            </a:endParaRPr>
          </a:p>
          <a:p>
            <a:r>
              <a:rPr lang="en-US" sz="1600" dirty="0">
                <a:latin typeface="Calibri" pitchFamily="34" charset="0"/>
              </a:rPr>
              <a:t>All caches on-chip</a:t>
            </a:r>
          </a:p>
        </p:txBody>
      </p:sp>
      <p:sp>
        <p:nvSpPr>
          <p:cNvPr id="6" name="TextBox 5"/>
          <p:cNvSpPr txBox="1"/>
          <p:nvPr/>
        </p:nvSpPr>
        <p:spPr>
          <a:xfrm>
            <a:off x="134054" y="4112012"/>
            <a:ext cx="1136811" cy="1015642"/>
          </a:xfrm>
          <a:prstGeom prst="rect">
            <a:avLst/>
          </a:prstGeom>
          <a:noFill/>
        </p:spPr>
        <p:txBody>
          <a:bodyPr wrap="none" lIns="91421" tIns="45710" rIns="91421" bIns="45710" rtlCol="0">
            <a:spAutoFit/>
          </a:bodyPr>
          <a:lstStyle/>
          <a:p>
            <a:pPr algn="ctr"/>
            <a:r>
              <a:rPr lang="en-US" sz="2000" i="1" dirty="0">
                <a:solidFill>
                  <a:srgbClr val="FF6600"/>
                </a:solidFill>
                <a:latin typeface="Calibri" pitchFamily="34" charset="0"/>
              </a:rPr>
              <a:t>Slopes of</a:t>
            </a:r>
          </a:p>
          <a:p>
            <a:pPr algn="ctr"/>
            <a:r>
              <a:rPr lang="en-US" sz="2000" i="1" dirty="0">
                <a:solidFill>
                  <a:srgbClr val="FF6600"/>
                </a:solidFill>
                <a:latin typeface="Calibri" pitchFamily="34" charset="0"/>
              </a:rPr>
              <a:t>spatial </a:t>
            </a:r>
          </a:p>
          <a:p>
            <a:pPr algn="ctr"/>
            <a:r>
              <a:rPr lang="en-US" sz="2000" i="1" dirty="0">
                <a:solidFill>
                  <a:srgbClr val="FF6600"/>
                </a:solidFill>
                <a:latin typeface="Calibri" pitchFamily="34" charset="0"/>
              </a:rPr>
              <a:t>locality</a:t>
            </a:r>
          </a:p>
        </p:txBody>
      </p:sp>
      <p:cxnSp>
        <p:nvCxnSpPr>
          <p:cNvPr id="8" name="Straight Arrow Connector 7"/>
          <p:cNvCxnSpPr>
            <a:stCxn id="6" idx="3"/>
          </p:cNvCxnSpPr>
          <p:nvPr/>
        </p:nvCxnSpPr>
        <p:spPr bwMode="auto">
          <a:xfrm flipV="1">
            <a:off x="1270865" y="3048179"/>
            <a:ext cx="2757635" cy="1571654"/>
          </a:xfrm>
          <a:prstGeom prst="straightConnector1">
            <a:avLst/>
          </a:prstGeom>
          <a:noFill/>
          <a:ln w="25400" cap="flat" cmpd="sng" algn="ctr">
            <a:solidFill>
              <a:schemeClr val="tx1"/>
            </a:solidFill>
            <a:prstDash val="solid"/>
            <a:round/>
            <a:headEnd type="none" w="med" len="med"/>
            <a:tailEnd type="arrow" w="med" len="med"/>
          </a:ln>
          <a:effectLst/>
        </p:spPr>
      </p:cxnSp>
      <p:cxnSp>
        <p:nvCxnSpPr>
          <p:cNvPr id="10" name="Straight Arrow Connector 9"/>
          <p:cNvCxnSpPr>
            <a:stCxn id="6" idx="3"/>
          </p:cNvCxnSpPr>
          <p:nvPr/>
        </p:nvCxnSpPr>
        <p:spPr bwMode="auto">
          <a:xfrm flipV="1">
            <a:off x="1270865" y="3657497"/>
            <a:ext cx="2458096" cy="962336"/>
          </a:xfrm>
          <a:prstGeom prst="straightConnector1">
            <a:avLst/>
          </a:prstGeom>
          <a:noFill/>
          <a:ln w="25400" cap="flat" cmpd="sng" algn="ctr">
            <a:solidFill>
              <a:schemeClr val="tx1"/>
            </a:solidFill>
            <a:prstDash val="solid"/>
            <a:round/>
            <a:headEnd type="none" w="med" len="med"/>
            <a:tailEnd type="arrow" w="med" len="med"/>
          </a:ln>
          <a:effectLst/>
        </p:spPr>
      </p:cxnSp>
      <p:cxnSp>
        <p:nvCxnSpPr>
          <p:cNvPr id="14" name="Straight Arrow Connector 13"/>
          <p:cNvCxnSpPr>
            <a:stCxn id="6" idx="3"/>
          </p:cNvCxnSpPr>
          <p:nvPr/>
        </p:nvCxnSpPr>
        <p:spPr bwMode="auto">
          <a:xfrm flipV="1">
            <a:off x="1270865" y="4342977"/>
            <a:ext cx="1309835" cy="276856"/>
          </a:xfrm>
          <a:prstGeom prst="straightConnector1">
            <a:avLst/>
          </a:prstGeom>
          <a:noFill/>
          <a:ln w="25400" cap="flat" cmpd="sng" algn="ctr">
            <a:solidFill>
              <a:schemeClr val="tx1"/>
            </a:solidFill>
            <a:prstDash val="solid"/>
            <a:round/>
            <a:headEnd type="none" w="med" len="med"/>
            <a:tailEnd type="arrow" w="med" len="med"/>
          </a:ln>
          <a:effectLst/>
        </p:spPr>
      </p:cxnSp>
    </p:spTree>
    <p:extLst>
      <p:ext uri="{BB962C8B-B14F-4D97-AF65-F5344CB8AC3E}">
        <p14:creationId xmlns:p14="http://schemas.microsoft.com/office/powerpoint/2010/main" val="31433326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20" y="437066"/>
            <a:ext cx="4824581" cy="761647"/>
          </a:xfrm>
        </p:spPr>
        <p:txBody>
          <a:bodyPr/>
          <a:lstStyle/>
          <a:p>
            <a:r>
              <a:rPr lang="en-US" dirty="0"/>
              <a:t>The Memory Mountain</a:t>
            </a:r>
          </a:p>
        </p:txBody>
      </p:sp>
      <p:graphicFrame>
        <p:nvGraphicFramePr>
          <p:cNvPr id="4" name="Chart 3"/>
          <p:cNvGraphicFramePr>
            <a:graphicFrameLocks noGrp="1"/>
          </p:cNvGraphicFramePr>
          <p:nvPr/>
        </p:nvGraphicFramePr>
        <p:xfrm>
          <a:off x="-623389" y="1198713"/>
          <a:ext cx="8572500" cy="582659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6627180" y="306249"/>
            <a:ext cx="2187355" cy="1815862"/>
          </a:xfrm>
          <a:prstGeom prst="rect">
            <a:avLst/>
          </a:prstGeom>
          <a:solidFill>
            <a:schemeClr val="bg1">
              <a:lumMod val="75000"/>
            </a:schemeClr>
          </a:solidFill>
          <a:ln w="28575" cap="flat" cmpd="sng" algn="ctr">
            <a:solidFill>
              <a:srgbClr val="000000"/>
            </a:solidFill>
            <a:prstDash val="solid"/>
            <a:round/>
            <a:headEnd type="none" w="med" len="med"/>
            <a:tailEnd type="none" w="med" len="med"/>
          </a:ln>
        </p:spPr>
        <p:txBody>
          <a:bodyPr wrap="none" lIns="91421" tIns="45710" rIns="91421" bIns="45710" rtlCol="0">
            <a:spAutoFit/>
          </a:bodyPr>
          <a:lstStyle/>
          <a:p>
            <a:r>
              <a:rPr lang="en-US" sz="1600" dirty="0">
                <a:latin typeface="Calibri" pitchFamily="34" charset="0"/>
              </a:rPr>
              <a:t>Intel Core i7</a:t>
            </a:r>
          </a:p>
          <a:p>
            <a:r>
              <a:rPr lang="en-US" sz="1600" dirty="0">
                <a:latin typeface="Calibri" pitchFamily="34" charset="0"/>
              </a:rPr>
              <a:t>32 KB L1  </a:t>
            </a:r>
            <a:r>
              <a:rPr lang="en-US" sz="1600" dirty="0" err="1">
                <a:latin typeface="Calibri" pitchFamily="34" charset="0"/>
              </a:rPr>
              <a:t>i</a:t>
            </a:r>
            <a:r>
              <a:rPr lang="en-US" sz="1600" dirty="0">
                <a:latin typeface="Calibri" pitchFamily="34" charset="0"/>
              </a:rPr>
              <a:t>-cache</a:t>
            </a:r>
          </a:p>
          <a:p>
            <a:r>
              <a:rPr lang="en-US" sz="1600" dirty="0">
                <a:latin typeface="Calibri" pitchFamily="34" charset="0"/>
              </a:rPr>
              <a:t>32 KB L1 </a:t>
            </a:r>
            <a:r>
              <a:rPr lang="en-US" sz="1600" dirty="0" err="1">
                <a:latin typeface="Calibri" pitchFamily="34" charset="0"/>
              </a:rPr>
              <a:t>d</a:t>
            </a:r>
            <a:r>
              <a:rPr lang="en-US" sz="1600" dirty="0">
                <a:latin typeface="Calibri" pitchFamily="34" charset="0"/>
              </a:rPr>
              <a:t>-cache</a:t>
            </a:r>
          </a:p>
          <a:p>
            <a:r>
              <a:rPr lang="en-US" sz="1600" dirty="0">
                <a:latin typeface="Calibri" pitchFamily="34" charset="0"/>
              </a:rPr>
              <a:t>256 KB unified L2 cache</a:t>
            </a:r>
          </a:p>
          <a:p>
            <a:r>
              <a:rPr lang="en-US" sz="1600" dirty="0">
                <a:latin typeface="Calibri" pitchFamily="34" charset="0"/>
              </a:rPr>
              <a:t>8M unified L3 cache</a:t>
            </a:r>
          </a:p>
          <a:p>
            <a:endParaRPr lang="en-US" sz="1600" dirty="0">
              <a:latin typeface="Calibri" pitchFamily="34" charset="0"/>
            </a:endParaRPr>
          </a:p>
          <a:p>
            <a:r>
              <a:rPr lang="en-US" sz="1600" dirty="0">
                <a:latin typeface="Calibri" pitchFamily="34" charset="0"/>
              </a:rPr>
              <a:t>All caches on-chip</a:t>
            </a:r>
          </a:p>
        </p:txBody>
      </p:sp>
      <p:sp>
        <p:nvSpPr>
          <p:cNvPr id="6" name="TextBox 5"/>
          <p:cNvSpPr txBox="1"/>
          <p:nvPr/>
        </p:nvSpPr>
        <p:spPr>
          <a:xfrm>
            <a:off x="134054" y="4112012"/>
            <a:ext cx="1136811" cy="1015642"/>
          </a:xfrm>
          <a:prstGeom prst="rect">
            <a:avLst/>
          </a:prstGeom>
          <a:noFill/>
        </p:spPr>
        <p:txBody>
          <a:bodyPr wrap="none" lIns="91421" tIns="45710" rIns="91421" bIns="45710" rtlCol="0">
            <a:spAutoFit/>
          </a:bodyPr>
          <a:lstStyle/>
          <a:p>
            <a:pPr algn="ctr"/>
            <a:r>
              <a:rPr lang="en-US" sz="2000" i="1" dirty="0">
                <a:solidFill>
                  <a:srgbClr val="FF6600"/>
                </a:solidFill>
                <a:latin typeface="Calibri" pitchFamily="34" charset="0"/>
              </a:rPr>
              <a:t>Slopes of</a:t>
            </a:r>
          </a:p>
          <a:p>
            <a:pPr algn="ctr"/>
            <a:r>
              <a:rPr lang="en-US" sz="2000" i="1" dirty="0">
                <a:solidFill>
                  <a:srgbClr val="FF6600"/>
                </a:solidFill>
                <a:latin typeface="Calibri" pitchFamily="34" charset="0"/>
              </a:rPr>
              <a:t>spatial </a:t>
            </a:r>
          </a:p>
          <a:p>
            <a:pPr algn="ctr"/>
            <a:r>
              <a:rPr lang="en-US" sz="2000" i="1" dirty="0">
                <a:solidFill>
                  <a:srgbClr val="FF6600"/>
                </a:solidFill>
                <a:latin typeface="Calibri" pitchFamily="34" charset="0"/>
              </a:rPr>
              <a:t>locality</a:t>
            </a:r>
          </a:p>
        </p:txBody>
      </p:sp>
      <p:cxnSp>
        <p:nvCxnSpPr>
          <p:cNvPr id="8" name="Straight Arrow Connector 7"/>
          <p:cNvCxnSpPr>
            <a:stCxn id="6" idx="3"/>
          </p:cNvCxnSpPr>
          <p:nvPr/>
        </p:nvCxnSpPr>
        <p:spPr bwMode="auto">
          <a:xfrm flipV="1">
            <a:off x="1270865" y="3048179"/>
            <a:ext cx="2757635" cy="1571654"/>
          </a:xfrm>
          <a:prstGeom prst="straightConnector1">
            <a:avLst/>
          </a:prstGeom>
          <a:noFill/>
          <a:ln w="25400" cap="flat" cmpd="sng" algn="ctr">
            <a:solidFill>
              <a:schemeClr val="tx1"/>
            </a:solidFill>
            <a:prstDash val="solid"/>
            <a:round/>
            <a:headEnd type="none" w="med" len="med"/>
            <a:tailEnd type="arrow" w="med" len="med"/>
          </a:ln>
          <a:effectLst/>
        </p:spPr>
      </p:cxnSp>
      <p:cxnSp>
        <p:nvCxnSpPr>
          <p:cNvPr id="10" name="Straight Arrow Connector 9"/>
          <p:cNvCxnSpPr>
            <a:stCxn id="6" idx="3"/>
          </p:cNvCxnSpPr>
          <p:nvPr/>
        </p:nvCxnSpPr>
        <p:spPr bwMode="auto">
          <a:xfrm flipV="1">
            <a:off x="1270865" y="3657497"/>
            <a:ext cx="2458096" cy="962336"/>
          </a:xfrm>
          <a:prstGeom prst="straightConnector1">
            <a:avLst/>
          </a:prstGeom>
          <a:noFill/>
          <a:ln w="25400" cap="flat" cmpd="sng" algn="ctr">
            <a:solidFill>
              <a:schemeClr val="tx1"/>
            </a:solidFill>
            <a:prstDash val="solid"/>
            <a:round/>
            <a:headEnd type="none" w="med" len="med"/>
            <a:tailEnd type="arrow" w="med" len="med"/>
          </a:ln>
          <a:effectLst/>
        </p:spPr>
      </p:cxnSp>
      <p:cxnSp>
        <p:nvCxnSpPr>
          <p:cNvPr id="14" name="Straight Arrow Connector 13"/>
          <p:cNvCxnSpPr>
            <a:stCxn id="6" idx="3"/>
          </p:cNvCxnSpPr>
          <p:nvPr/>
        </p:nvCxnSpPr>
        <p:spPr bwMode="auto">
          <a:xfrm flipV="1">
            <a:off x="1270865" y="4342977"/>
            <a:ext cx="1309835" cy="276856"/>
          </a:xfrm>
          <a:prstGeom prst="straightConnector1">
            <a:avLst/>
          </a:prstGeom>
          <a:noFill/>
          <a:ln w="25400" cap="flat" cmpd="sng" algn="ctr">
            <a:solidFill>
              <a:schemeClr val="tx1"/>
            </a:solidFill>
            <a:prstDash val="solid"/>
            <a:round/>
            <a:headEnd type="none" w="med" len="med"/>
            <a:tailEnd type="arrow" w="med" len="med"/>
          </a:ln>
          <a:effectLst/>
        </p:spPr>
      </p:cxnSp>
      <p:sp>
        <p:nvSpPr>
          <p:cNvPr id="22" name="TextBox 21"/>
          <p:cNvSpPr txBox="1"/>
          <p:nvPr/>
        </p:nvSpPr>
        <p:spPr>
          <a:xfrm>
            <a:off x="7607328" y="3341438"/>
            <a:ext cx="1277876" cy="1015642"/>
          </a:xfrm>
          <a:prstGeom prst="rect">
            <a:avLst/>
          </a:prstGeom>
          <a:noFill/>
        </p:spPr>
        <p:txBody>
          <a:bodyPr wrap="none" lIns="91421" tIns="45710" rIns="91421" bIns="45710" rtlCol="0">
            <a:spAutoFit/>
          </a:bodyPr>
          <a:lstStyle/>
          <a:p>
            <a:pPr algn="ctr"/>
            <a:r>
              <a:rPr lang="en-US" sz="2000" i="1" dirty="0">
                <a:solidFill>
                  <a:srgbClr val="FF6600"/>
                </a:solidFill>
                <a:latin typeface="Calibri" pitchFamily="34" charset="0"/>
              </a:rPr>
              <a:t>Ridges of  </a:t>
            </a:r>
          </a:p>
          <a:p>
            <a:pPr algn="ctr"/>
            <a:r>
              <a:rPr lang="en-US" sz="2000" i="1" dirty="0">
                <a:solidFill>
                  <a:srgbClr val="FF6600"/>
                </a:solidFill>
                <a:latin typeface="Calibri" pitchFamily="34" charset="0"/>
              </a:rPr>
              <a:t>Temporal</a:t>
            </a:r>
          </a:p>
          <a:p>
            <a:pPr algn="ctr"/>
            <a:r>
              <a:rPr lang="en-US" sz="2000" i="1" dirty="0">
                <a:solidFill>
                  <a:srgbClr val="FF6600"/>
                </a:solidFill>
                <a:latin typeface="Calibri" pitchFamily="34" charset="0"/>
              </a:rPr>
              <a:t> locality</a:t>
            </a:r>
          </a:p>
        </p:txBody>
      </p:sp>
      <p:cxnSp>
        <p:nvCxnSpPr>
          <p:cNvPr id="24" name="Straight Arrow Connector 23"/>
          <p:cNvCxnSpPr>
            <a:stCxn id="22" idx="1"/>
          </p:cNvCxnSpPr>
          <p:nvPr/>
        </p:nvCxnSpPr>
        <p:spPr bwMode="auto">
          <a:xfrm flipH="1" flipV="1">
            <a:off x="5943602" y="2134207"/>
            <a:ext cx="1663726" cy="1715052"/>
          </a:xfrm>
          <a:prstGeom prst="straightConnector1">
            <a:avLst/>
          </a:prstGeom>
          <a:noFill/>
          <a:ln w="25400" cap="flat" cmpd="sng" algn="ctr">
            <a:solidFill>
              <a:schemeClr val="tx1"/>
            </a:solidFill>
            <a:prstDash val="solid"/>
            <a:round/>
            <a:headEnd type="none" w="med" len="med"/>
            <a:tailEnd type="arrow"/>
          </a:ln>
          <a:effectLst/>
        </p:spPr>
      </p:cxnSp>
      <p:cxnSp>
        <p:nvCxnSpPr>
          <p:cNvPr id="26" name="Straight Arrow Connector 25"/>
          <p:cNvCxnSpPr/>
          <p:nvPr/>
        </p:nvCxnSpPr>
        <p:spPr bwMode="auto">
          <a:xfrm rot="10800000">
            <a:off x="5410201" y="3657496"/>
            <a:ext cx="2265887" cy="145393"/>
          </a:xfrm>
          <a:prstGeom prst="straightConnector1">
            <a:avLst/>
          </a:prstGeom>
          <a:noFill/>
          <a:ln w="25400" cap="flat" cmpd="sng" algn="ctr">
            <a:solidFill>
              <a:schemeClr val="tx1"/>
            </a:solidFill>
            <a:prstDash val="solid"/>
            <a:round/>
            <a:headEnd type="none" w="med" len="med"/>
            <a:tailEnd type="arrow"/>
          </a:ln>
          <a:effectLst/>
        </p:spPr>
      </p:cxnSp>
      <p:cxnSp>
        <p:nvCxnSpPr>
          <p:cNvPr id="28" name="Straight Arrow Connector 27"/>
          <p:cNvCxnSpPr/>
          <p:nvPr/>
        </p:nvCxnSpPr>
        <p:spPr bwMode="auto">
          <a:xfrm rot="10800000" flipV="1">
            <a:off x="4953002" y="3802889"/>
            <a:ext cx="2723087" cy="540086"/>
          </a:xfrm>
          <a:prstGeom prst="straightConnector1">
            <a:avLst/>
          </a:prstGeom>
          <a:noFill/>
          <a:ln w="25400" cap="flat" cmpd="sng" algn="ctr">
            <a:solidFill>
              <a:schemeClr val="tx1"/>
            </a:solidFill>
            <a:prstDash val="solid"/>
            <a:round/>
            <a:headEnd type="none" w="med" len="med"/>
            <a:tailEnd type="arrow"/>
          </a:ln>
          <a:effectLst/>
        </p:spPr>
      </p:cxnSp>
      <p:cxnSp>
        <p:nvCxnSpPr>
          <p:cNvPr id="30" name="Straight Arrow Connector 29"/>
          <p:cNvCxnSpPr>
            <a:stCxn id="22" idx="1"/>
          </p:cNvCxnSpPr>
          <p:nvPr/>
        </p:nvCxnSpPr>
        <p:spPr bwMode="auto">
          <a:xfrm flipH="1">
            <a:off x="4572002" y="3849259"/>
            <a:ext cx="3035326" cy="1407692"/>
          </a:xfrm>
          <a:prstGeom prst="straightConnector1">
            <a:avLst/>
          </a:prstGeom>
          <a:noFill/>
          <a:ln w="2540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18941323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Today</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Cache organization and operation</a:t>
            </a:r>
          </a:p>
          <a:p>
            <a:r>
              <a:rPr lang="en-US" dirty="0">
                <a:solidFill>
                  <a:schemeClr val="bg1">
                    <a:lumMod val="65000"/>
                  </a:schemeClr>
                </a:solidFill>
              </a:rPr>
              <a:t>Performance impact of caches</a:t>
            </a:r>
          </a:p>
          <a:p>
            <a:pPr lvl="1"/>
            <a:r>
              <a:rPr lang="en-US" dirty="0">
                <a:solidFill>
                  <a:schemeClr val="bg1">
                    <a:lumMod val="65000"/>
                  </a:schemeClr>
                </a:solidFill>
              </a:rPr>
              <a:t>The memory mountain</a:t>
            </a:r>
          </a:p>
          <a:p>
            <a:pPr lvl="1"/>
            <a:r>
              <a:rPr lang="en-US" dirty="0"/>
              <a:t>Rearranging loops to improve spatial locality</a:t>
            </a:r>
          </a:p>
          <a:p>
            <a:pPr lvl="1"/>
            <a:r>
              <a:rPr lang="en-US" dirty="0">
                <a:solidFill>
                  <a:schemeClr val="bg1">
                    <a:lumMod val="65000"/>
                  </a:schemeClr>
                </a:solidFill>
              </a:rPr>
              <a:t>Using blocking to improve temporal locality</a:t>
            </a:r>
          </a:p>
          <a:p>
            <a:endParaRPr lang="en-US" dirty="0"/>
          </a:p>
          <a:p>
            <a:pPr>
              <a:buNone/>
            </a:pPr>
            <a:endParaRPr lang="en-US" dirty="0"/>
          </a:p>
        </p:txBody>
      </p:sp>
    </p:spTree>
    <p:extLst>
      <p:ext uri="{BB962C8B-B14F-4D97-AF65-F5344CB8AC3E}">
        <p14:creationId xmlns:p14="http://schemas.microsoft.com/office/powerpoint/2010/main" val="89747579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91" name="Rectangle 31"/>
          <p:cNvSpPr>
            <a:spLocks noGrp="1" noChangeArrowheads="1"/>
          </p:cNvSpPr>
          <p:nvPr>
            <p:ph type="title"/>
          </p:nvPr>
        </p:nvSpPr>
        <p:spPr/>
        <p:txBody>
          <a:bodyPr/>
          <a:lstStyle/>
          <a:p>
            <a:r>
              <a:rPr lang="en-US"/>
              <a:t>Miss Rate Analysis for Matrix Multiply</a:t>
            </a:r>
          </a:p>
        </p:txBody>
      </p:sp>
      <p:sp>
        <p:nvSpPr>
          <p:cNvPr id="168992" name="Rectangle 32"/>
          <p:cNvSpPr>
            <a:spLocks noGrp="1" noChangeArrowheads="1"/>
          </p:cNvSpPr>
          <p:nvPr>
            <p:ph type="body" idx="1"/>
          </p:nvPr>
        </p:nvSpPr>
        <p:spPr/>
        <p:txBody>
          <a:bodyPr/>
          <a:lstStyle/>
          <a:p>
            <a:r>
              <a:rPr lang="en-US" dirty="0"/>
              <a:t>Assume:</a:t>
            </a:r>
          </a:p>
          <a:p>
            <a:pPr lvl="1"/>
            <a:r>
              <a:rPr lang="en-US" dirty="0"/>
              <a:t>Block size = 32B (big enough for four 64-bit words)</a:t>
            </a:r>
          </a:p>
          <a:p>
            <a:pPr lvl="1"/>
            <a:r>
              <a:rPr lang="en-US" dirty="0"/>
              <a:t>Matrix dimension (N) is very large</a:t>
            </a:r>
          </a:p>
          <a:p>
            <a:pPr lvl="2"/>
            <a:r>
              <a:rPr lang="en-US" dirty="0"/>
              <a:t>Approximate 1/N as 0.0</a:t>
            </a:r>
          </a:p>
          <a:p>
            <a:pPr lvl="1"/>
            <a:r>
              <a:rPr lang="en-US" dirty="0"/>
              <a:t>Cache is not even big enough to hold multiple rows</a:t>
            </a:r>
          </a:p>
          <a:p>
            <a:r>
              <a:rPr lang="en-US" dirty="0"/>
              <a:t>Analysis Method:</a:t>
            </a:r>
          </a:p>
          <a:p>
            <a:pPr lvl="1"/>
            <a:r>
              <a:rPr lang="en-US" dirty="0"/>
              <a:t>Look at access pattern of inner loop</a:t>
            </a:r>
          </a:p>
        </p:txBody>
      </p:sp>
      <p:grpSp>
        <p:nvGrpSpPr>
          <p:cNvPr id="39" name="Group 38"/>
          <p:cNvGrpSpPr/>
          <p:nvPr/>
        </p:nvGrpSpPr>
        <p:grpSpPr>
          <a:xfrm>
            <a:off x="1828801" y="4647635"/>
            <a:ext cx="1295400" cy="1690570"/>
            <a:chOff x="1752600" y="4648200"/>
            <a:chExt cx="1295400" cy="1691354"/>
          </a:xfrm>
        </p:grpSpPr>
        <p:sp>
          <p:nvSpPr>
            <p:cNvPr id="168966" name="Rectangle 6"/>
            <p:cNvSpPr>
              <a:spLocks noChangeArrowheads="1"/>
            </p:cNvSpPr>
            <p:nvPr/>
          </p:nvSpPr>
          <p:spPr bwMode="auto">
            <a:xfrm>
              <a:off x="2139950" y="5111750"/>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sz="2000" dirty="0">
                <a:latin typeface="Courier New"/>
                <a:cs typeface="Courier New"/>
              </a:endParaRPr>
            </a:p>
          </p:txBody>
        </p:sp>
        <p:sp>
          <p:nvSpPr>
            <p:cNvPr id="168967" name="Rectangle 7"/>
            <p:cNvSpPr>
              <a:spLocks noChangeArrowheads="1"/>
            </p:cNvSpPr>
            <p:nvPr/>
          </p:nvSpPr>
          <p:spPr bwMode="auto">
            <a:xfrm>
              <a:off x="2418650" y="5941700"/>
              <a:ext cx="354518" cy="397854"/>
            </a:xfrm>
            <a:prstGeom prst="rect">
              <a:avLst/>
            </a:prstGeom>
            <a:no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b="0" dirty="0">
                  <a:latin typeface="Arial"/>
                  <a:cs typeface="Arial"/>
                </a:rPr>
                <a:t>A</a:t>
              </a:r>
            </a:p>
          </p:txBody>
        </p:sp>
        <p:sp>
          <p:nvSpPr>
            <p:cNvPr id="168969" name="Line 9"/>
            <p:cNvSpPr>
              <a:spLocks noChangeShapeType="1"/>
            </p:cNvSpPr>
            <p:nvPr/>
          </p:nvSpPr>
          <p:spPr bwMode="auto">
            <a:xfrm>
              <a:off x="2146300" y="4648200"/>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sp>
          <p:nvSpPr>
            <p:cNvPr id="168970" name="Rectangle 10"/>
            <p:cNvSpPr>
              <a:spLocks noChangeArrowheads="1"/>
            </p:cNvSpPr>
            <p:nvPr/>
          </p:nvSpPr>
          <p:spPr bwMode="auto">
            <a:xfrm>
              <a:off x="2271713" y="4662487"/>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dirty="0" err="1">
                  <a:latin typeface="Courier New"/>
                  <a:cs typeface="Courier New"/>
                </a:rPr>
                <a:t>k</a:t>
              </a:r>
              <a:endParaRPr lang="en-US" sz="2000" dirty="0">
                <a:latin typeface="Courier New"/>
                <a:cs typeface="Courier New"/>
              </a:endParaRPr>
            </a:p>
          </p:txBody>
        </p:sp>
        <p:sp>
          <p:nvSpPr>
            <p:cNvPr id="168972" name="Line 12"/>
            <p:cNvSpPr>
              <a:spLocks noChangeShapeType="1"/>
            </p:cNvSpPr>
            <p:nvPr/>
          </p:nvSpPr>
          <p:spPr bwMode="auto">
            <a:xfrm>
              <a:off x="1752600" y="5130800"/>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sp>
          <p:nvSpPr>
            <p:cNvPr id="168973" name="Rectangle 13"/>
            <p:cNvSpPr>
              <a:spLocks noChangeArrowheads="1"/>
            </p:cNvSpPr>
            <p:nvPr/>
          </p:nvSpPr>
          <p:spPr bwMode="auto">
            <a:xfrm>
              <a:off x="1812337" y="5205414"/>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dirty="0" err="1">
                  <a:latin typeface="Courier New"/>
                  <a:cs typeface="Courier New"/>
                </a:rPr>
                <a:t>i</a:t>
              </a:r>
              <a:endParaRPr lang="en-US" sz="2000" dirty="0">
                <a:latin typeface="Courier New"/>
                <a:cs typeface="Courier New"/>
              </a:endParaRPr>
            </a:p>
          </p:txBody>
        </p:sp>
      </p:grpSp>
      <p:grpSp>
        <p:nvGrpSpPr>
          <p:cNvPr id="40" name="Group 39"/>
          <p:cNvGrpSpPr/>
          <p:nvPr/>
        </p:nvGrpSpPr>
        <p:grpSpPr>
          <a:xfrm>
            <a:off x="3941177" y="4647635"/>
            <a:ext cx="1255297" cy="1690570"/>
            <a:chOff x="3505200" y="4648200"/>
            <a:chExt cx="1255297" cy="1691354"/>
          </a:xfrm>
        </p:grpSpPr>
        <p:sp>
          <p:nvSpPr>
            <p:cNvPr id="168976" name="Rectangle 16"/>
            <p:cNvSpPr>
              <a:spLocks noChangeArrowheads="1"/>
            </p:cNvSpPr>
            <p:nvPr/>
          </p:nvSpPr>
          <p:spPr bwMode="auto">
            <a:xfrm>
              <a:off x="4114800" y="5941700"/>
              <a:ext cx="354518" cy="397854"/>
            </a:xfrm>
            <a:prstGeom prst="rect">
              <a:avLst/>
            </a:prstGeom>
            <a:no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b="0" dirty="0">
                  <a:latin typeface="Arial"/>
                  <a:cs typeface="Arial"/>
                </a:rPr>
                <a:t>B</a:t>
              </a:r>
            </a:p>
          </p:txBody>
        </p:sp>
        <p:sp>
          <p:nvSpPr>
            <p:cNvPr id="168978" name="Line 18"/>
            <p:cNvSpPr>
              <a:spLocks noChangeShapeType="1"/>
            </p:cNvSpPr>
            <p:nvPr/>
          </p:nvSpPr>
          <p:spPr bwMode="auto">
            <a:xfrm>
              <a:off x="3505200" y="5118101"/>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sp>
          <p:nvSpPr>
            <p:cNvPr id="168979" name="Rectangle 19"/>
            <p:cNvSpPr>
              <a:spLocks noChangeArrowheads="1"/>
            </p:cNvSpPr>
            <p:nvPr/>
          </p:nvSpPr>
          <p:spPr bwMode="auto">
            <a:xfrm>
              <a:off x="3567113" y="5205414"/>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dirty="0" err="1">
                  <a:latin typeface="Courier New"/>
                  <a:cs typeface="Courier New"/>
                </a:rPr>
                <a:t>k</a:t>
              </a:r>
              <a:endParaRPr lang="en-US" sz="2000" dirty="0">
                <a:latin typeface="Courier New"/>
                <a:cs typeface="Courier New"/>
              </a:endParaRPr>
            </a:p>
          </p:txBody>
        </p:sp>
        <p:sp>
          <p:nvSpPr>
            <p:cNvPr id="168982" name="Rectangle 22"/>
            <p:cNvSpPr>
              <a:spLocks noChangeArrowheads="1"/>
            </p:cNvSpPr>
            <p:nvPr/>
          </p:nvSpPr>
          <p:spPr bwMode="auto">
            <a:xfrm>
              <a:off x="3948113" y="4648200"/>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dirty="0" err="1">
                  <a:latin typeface="Courier New"/>
                  <a:cs typeface="Courier New"/>
                </a:rPr>
                <a:t>j</a:t>
              </a:r>
              <a:endParaRPr lang="en-US" sz="2000" dirty="0">
                <a:latin typeface="Courier New"/>
                <a:cs typeface="Courier New"/>
              </a:endParaRPr>
            </a:p>
          </p:txBody>
        </p:sp>
        <p:sp>
          <p:nvSpPr>
            <p:cNvPr id="35" name="Rectangle 6"/>
            <p:cNvSpPr>
              <a:spLocks noChangeArrowheads="1"/>
            </p:cNvSpPr>
            <p:nvPr/>
          </p:nvSpPr>
          <p:spPr bwMode="auto">
            <a:xfrm>
              <a:off x="3852447" y="5111749"/>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sz="2000">
                <a:latin typeface="Courier New"/>
                <a:cs typeface="Courier New"/>
              </a:endParaRPr>
            </a:p>
          </p:txBody>
        </p:sp>
        <p:sp>
          <p:nvSpPr>
            <p:cNvPr id="37" name="Line 9"/>
            <p:cNvSpPr>
              <a:spLocks noChangeShapeType="1"/>
            </p:cNvSpPr>
            <p:nvPr/>
          </p:nvSpPr>
          <p:spPr bwMode="auto">
            <a:xfrm>
              <a:off x="3852447" y="4648200"/>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grpSp>
      <p:grpSp>
        <p:nvGrpSpPr>
          <p:cNvPr id="41" name="Group 40"/>
          <p:cNvGrpSpPr/>
          <p:nvPr/>
        </p:nvGrpSpPr>
        <p:grpSpPr>
          <a:xfrm>
            <a:off x="6013450" y="4647636"/>
            <a:ext cx="1301750" cy="1636619"/>
            <a:chOff x="5334000" y="4648200"/>
            <a:chExt cx="1301750" cy="1637378"/>
          </a:xfrm>
        </p:grpSpPr>
        <p:sp>
          <p:nvSpPr>
            <p:cNvPr id="168964" name="Rectangle 4"/>
            <p:cNvSpPr>
              <a:spLocks noChangeArrowheads="1"/>
            </p:cNvSpPr>
            <p:nvPr/>
          </p:nvSpPr>
          <p:spPr bwMode="auto">
            <a:xfrm>
              <a:off x="6019800" y="5887724"/>
              <a:ext cx="368944" cy="397854"/>
            </a:xfrm>
            <a:prstGeom prst="rect">
              <a:avLst/>
            </a:prstGeom>
            <a:no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b="0" dirty="0">
                  <a:latin typeface="Arial"/>
                  <a:cs typeface="Arial"/>
                </a:rPr>
                <a:t>C</a:t>
              </a:r>
            </a:p>
          </p:txBody>
        </p:sp>
        <p:sp>
          <p:nvSpPr>
            <p:cNvPr id="168986" name="Line 26"/>
            <p:cNvSpPr>
              <a:spLocks noChangeShapeType="1"/>
            </p:cNvSpPr>
            <p:nvPr/>
          </p:nvSpPr>
          <p:spPr bwMode="auto">
            <a:xfrm>
              <a:off x="5334000" y="5118100"/>
              <a:ext cx="0" cy="73660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sp>
          <p:nvSpPr>
            <p:cNvPr id="168987" name="Rectangle 27"/>
            <p:cNvSpPr>
              <a:spLocks noChangeArrowheads="1"/>
            </p:cNvSpPr>
            <p:nvPr/>
          </p:nvSpPr>
          <p:spPr bwMode="auto">
            <a:xfrm>
              <a:off x="5395913" y="5205413"/>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a:latin typeface="Courier New"/>
                  <a:cs typeface="Courier New"/>
                </a:rPr>
                <a:t>i</a:t>
              </a:r>
            </a:p>
          </p:txBody>
        </p:sp>
        <p:sp>
          <p:nvSpPr>
            <p:cNvPr id="168990" name="Rectangle 30"/>
            <p:cNvSpPr>
              <a:spLocks noChangeArrowheads="1"/>
            </p:cNvSpPr>
            <p:nvPr/>
          </p:nvSpPr>
          <p:spPr bwMode="auto">
            <a:xfrm>
              <a:off x="5853113" y="4648200"/>
              <a:ext cx="336884" cy="397854"/>
            </a:xfrm>
            <a:prstGeom prst="rect">
              <a:avLst/>
            </a:prstGeom>
            <a:solidFill>
              <a:schemeClr val="bg1"/>
            </a:solidFill>
            <a:ln w="25400">
              <a:noFill/>
              <a:miter lim="800000"/>
              <a:headEnd/>
              <a:tailEnd/>
            </a:ln>
            <a:effectLst/>
          </p:spPr>
          <p:txBody>
            <a:bodyPr wrap="none" lIns="90613" tIns="44512" rIns="90613" bIns="44512">
              <a:prstTxWarp prst="textNoShape">
                <a:avLst/>
              </a:prstTxWarp>
              <a:spAutoFit/>
            </a:bodyPr>
            <a:lstStyle/>
            <a:p>
              <a:pPr algn="l">
                <a:lnSpc>
                  <a:spcPct val="100000"/>
                </a:lnSpc>
              </a:pPr>
              <a:r>
                <a:rPr lang="en-US" sz="2000" dirty="0" err="1">
                  <a:latin typeface="Courier New"/>
                  <a:cs typeface="Courier New"/>
                </a:rPr>
                <a:t>j</a:t>
              </a:r>
              <a:endParaRPr lang="en-US" sz="2000" dirty="0">
                <a:latin typeface="Courier New"/>
                <a:cs typeface="Courier New"/>
              </a:endParaRPr>
            </a:p>
          </p:txBody>
        </p:sp>
        <p:sp>
          <p:nvSpPr>
            <p:cNvPr id="36" name="Rectangle 6"/>
            <p:cNvSpPr>
              <a:spLocks noChangeArrowheads="1"/>
            </p:cNvSpPr>
            <p:nvPr/>
          </p:nvSpPr>
          <p:spPr bwMode="auto">
            <a:xfrm>
              <a:off x="5727700" y="5053425"/>
              <a:ext cx="908050" cy="742951"/>
            </a:xfrm>
            <a:prstGeom prst="rect">
              <a:avLst/>
            </a:prstGeom>
            <a:solidFill>
              <a:schemeClr val="bg1">
                <a:lumMod val="75000"/>
              </a:schemeClr>
            </a:solidFill>
            <a:ln w="12700">
              <a:solidFill>
                <a:schemeClr val="tx1"/>
              </a:solidFill>
              <a:miter lim="800000"/>
              <a:headEnd/>
              <a:tailEnd/>
            </a:ln>
            <a:effectLst/>
          </p:spPr>
          <p:txBody>
            <a:bodyPr wrap="none" anchor="ctr">
              <a:prstTxWarp prst="textNoShape">
                <a:avLst/>
              </a:prstTxWarp>
            </a:bodyPr>
            <a:lstStyle/>
            <a:p>
              <a:endParaRPr lang="en-US" sz="2000">
                <a:latin typeface="Courier New"/>
                <a:cs typeface="Courier New"/>
              </a:endParaRPr>
            </a:p>
          </p:txBody>
        </p:sp>
        <p:sp>
          <p:nvSpPr>
            <p:cNvPr id="38" name="Line 9"/>
            <p:cNvSpPr>
              <a:spLocks noChangeShapeType="1"/>
            </p:cNvSpPr>
            <p:nvPr/>
          </p:nvSpPr>
          <p:spPr bwMode="auto">
            <a:xfrm>
              <a:off x="5727700" y="4662487"/>
              <a:ext cx="736600"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endParaRPr lang="en-US" sz="2000">
                <a:latin typeface="Courier New"/>
                <a:cs typeface="Courier New"/>
              </a:endParaRPr>
            </a:p>
          </p:txBody>
        </p:sp>
      </p:grpSp>
    </p:spTree>
    <p:extLst>
      <p:ext uri="{BB962C8B-B14F-4D97-AF65-F5344CB8AC3E}">
        <p14:creationId xmlns:p14="http://schemas.microsoft.com/office/powerpoint/2010/main" val="98822589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4" name="Rectangle 8"/>
          <p:cNvSpPr>
            <a:spLocks noGrp="1" noChangeArrowheads="1"/>
          </p:cNvSpPr>
          <p:nvPr>
            <p:ph type="title"/>
          </p:nvPr>
        </p:nvSpPr>
        <p:spPr/>
        <p:txBody>
          <a:bodyPr/>
          <a:lstStyle/>
          <a:p>
            <a:r>
              <a:rPr lang="en-US"/>
              <a:t>Matrix Multiplication Example</a:t>
            </a:r>
          </a:p>
        </p:txBody>
      </p:sp>
      <p:sp>
        <p:nvSpPr>
          <p:cNvPr id="167945" name="Rectangle 9"/>
          <p:cNvSpPr>
            <a:spLocks noGrp="1" noChangeArrowheads="1"/>
          </p:cNvSpPr>
          <p:nvPr>
            <p:ph type="body" idx="1"/>
          </p:nvPr>
        </p:nvSpPr>
        <p:spPr>
          <a:xfrm>
            <a:off x="396876" y="1363033"/>
            <a:ext cx="3641725" cy="4969745"/>
          </a:xfrm>
        </p:spPr>
        <p:txBody>
          <a:bodyPr/>
          <a:lstStyle/>
          <a:p>
            <a:r>
              <a:rPr lang="en-US" dirty="0"/>
              <a:t>Description:</a:t>
            </a:r>
          </a:p>
          <a:p>
            <a:pPr lvl="1"/>
            <a:r>
              <a:rPr lang="en-US" dirty="0"/>
              <a:t>Multiply N </a:t>
            </a:r>
            <a:r>
              <a:rPr lang="en-US" dirty="0" err="1"/>
              <a:t>x</a:t>
            </a:r>
            <a:r>
              <a:rPr lang="en-US" dirty="0"/>
              <a:t> N matrices</a:t>
            </a:r>
          </a:p>
          <a:p>
            <a:pPr lvl="1"/>
            <a:r>
              <a:rPr lang="en-US" dirty="0"/>
              <a:t>O(N</a:t>
            </a:r>
            <a:r>
              <a:rPr lang="en-US" baseline="30000" dirty="0"/>
              <a:t>3</a:t>
            </a:r>
            <a:r>
              <a:rPr lang="en-US" dirty="0"/>
              <a:t>) total operations</a:t>
            </a:r>
          </a:p>
          <a:p>
            <a:pPr lvl="1"/>
            <a:r>
              <a:rPr lang="en-US" dirty="0"/>
              <a:t>N reads per source element</a:t>
            </a:r>
          </a:p>
          <a:p>
            <a:pPr lvl="1"/>
            <a:r>
              <a:rPr lang="en-US" dirty="0"/>
              <a:t>N values summed per destination</a:t>
            </a:r>
          </a:p>
          <a:p>
            <a:pPr lvl="2"/>
            <a:r>
              <a:rPr lang="en-US" dirty="0"/>
              <a:t>but may be able to hold in register</a:t>
            </a:r>
          </a:p>
        </p:txBody>
      </p:sp>
      <p:sp>
        <p:nvSpPr>
          <p:cNvPr id="167940" name="Rectangle 4"/>
          <p:cNvSpPr>
            <a:spLocks noChangeArrowheads="1"/>
          </p:cNvSpPr>
          <p:nvPr/>
        </p:nvSpPr>
        <p:spPr bwMode="auto">
          <a:xfrm>
            <a:off x="3923928" y="1547099"/>
            <a:ext cx="5220072" cy="3121349"/>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wrap="square" lIns="90468" tIns="44441" rIns="90468" bIns="44441">
            <a:prstTxWarp prst="textNoShape">
              <a:avLst/>
            </a:prstTxWarp>
            <a:spAutoFit/>
          </a:bodyPr>
          <a:lstStyle/>
          <a:p>
            <a:pPr algn="l">
              <a:lnSpc>
                <a:spcPct val="65000"/>
              </a:lnSpc>
              <a:spcBef>
                <a:spcPct val="50000"/>
              </a:spcBef>
            </a:pPr>
            <a:r>
              <a:rPr lang="en-US" sz="2000" dirty="0">
                <a:latin typeface="Courier New" charset="0"/>
              </a:rPr>
              <a:t>/* </a:t>
            </a:r>
            <a:r>
              <a:rPr lang="en-US" sz="2000" dirty="0" err="1">
                <a:latin typeface="Courier New" charset="0"/>
              </a:rPr>
              <a:t>ijk</a:t>
            </a:r>
            <a:r>
              <a:rPr lang="en-US" sz="2000" dirty="0">
                <a:latin typeface="Courier New" charset="0"/>
              </a:rPr>
              <a:t> */</a:t>
            </a:r>
          </a:p>
          <a:p>
            <a:pPr algn="l">
              <a:lnSpc>
                <a:spcPct val="65000"/>
              </a:lnSpc>
              <a:spcBef>
                <a:spcPct val="50000"/>
              </a:spcBef>
            </a:pPr>
            <a:r>
              <a:rPr lang="en-US" sz="2000" dirty="0">
                <a:latin typeface="Courier New" charset="0"/>
              </a:rPr>
              <a:t>for (</a:t>
            </a:r>
            <a:r>
              <a:rPr lang="en-US" sz="2000" dirty="0" err="1">
                <a:latin typeface="Courier New" charset="0"/>
              </a:rPr>
              <a:t>i</a:t>
            </a:r>
            <a:r>
              <a:rPr lang="en-US" sz="2000" dirty="0">
                <a:latin typeface="Courier New" charset="0"/>
              </a:rPr>
              <a:t>=0; </a:t>
            </a:r>
            <a:r>
              <a:rPr lang="en-US" sz="2000" dirty="0" err="1">
                <a:latin typeface="Courier New" charset="0"/>
              </a:rPr>
              <a:t>i</a:t>
            </a:r>
            <a:r>
              <a:rPr lang="en-US" sz="2000" dirty="0">
                <a:latin typeface="Courier New" charset="0"/>
              </a:rPr>
              <a:t>&lt;n; </a:t>
            </a:r>
            <a:r>
              <a:rPr lang="en-US" sz="2000" dirty="0" err="1">
                <a:latin typeface="Courier New" charset="0"/>
              </a:rPr>
              <a:t>i</a:t>
            </a:r>
            <a:r>
              <a:rPr lang="en-US" sz="2000" dirty="0">
                <a:latin typeface="Courier New" charset="0"/>
              </a:rPr>
              <a:t>++)  {</a:t>
            </a:r>
          </a:p>
          <a:p>
            <a:pPr algn="l">
              <a:lnSpc>
                <a:spcPct val="65000"/>
              </a:lnSpc>
              <a:spcBef>
                <a:spcPct val="50000"/>
              </a:spcBef>
            </a:pPr>
            <a:r>
              <a:rPr lang="en-US" sz="2000" dirty="0">
                <a:latin typeface="Courier New" charset="0"/>
              </a:rPr>
              <a:t>  for (j=0; j&lt;n; j++) {</a:t>
            </a:r>
          </a:p>
          <a:p>
            <a:pPr algn="l">
              <a:lnSpc>
                <a:spcPct val="65000"/>
              </a:lnSpc>
              <a:spcBef>
                <a:spcPct val="50000"/>
              </a:spcBef>
            </a:pPr>
            <a:r>
              <a:rPr lang="en-US" sz="2000" dirty="0">
                <a:latin typeface="Courier New" charset="0"/>
              </a:rPr>
              <a:t>    sum = 0.0;</a:t>
            </a:r>
          </a:p>
          <a:p>
            <a:pPr algn="l">
              <a:lnSpc>
                <a:spcPct val="65000"/>
              </a:lnSpc>
              <a:spcBef>
                <a:spcPct val="50000"/>
              </a:spcBef>
            </a:pPr>
            <a:r>
              <a:rPr lang="en-US" sz="2000" dirty="0">
                <a:latin typeface="Courier New" charset="0"/>
              </a:rPr>
              <a:t>    for (k=0; k&lt;n; k++) </a:t>
            </a:r>
          </a:p>
          <a:p>
            <a:pPr algn="l">
              <a:lnSpc>
                <a:spcPct val="65000"/>
              </a:lnSpc>
              <a:spcBef>
                <a:spcPct val="50000"/>
              </a:spcBef>
            </a:pPr>
            <a:r>
              <a:rPr lang="en-US" sz="2000" dirty="0">
                <a:latin typeface="Courier New" charset="0"/>
              </a:rPr>
              <a:t>      sum += a[</a:t>
            </a:r>
            <a:r>
              <a:rPr lang="en-US" sz="2000" dirty="0" err="1">
                <a:latin typeface="Courier New" charset="0"/>
              </a:rPr>
              <a:t>i</a:t>
            </a:r>
            <a:r>
              <a:rPr lang="en-US" sz="2000" dirty="0">
                <a:latin typeface="Courier New" charset="0"/>
              </a:rPr>
              <a:t>][k] * b[k][j];</a:t>
            </a:r>
          </a:p>
          <a:p>
            <a:pPr algn="l">
              <a:lnSpc>
                <a:spcPct val="65000"/>
              </a:lnSpc>
              <a:spcBef>
                <a:spcPct val="50000"/>
              </a:spcBef>
            </a:pPr>
            <a:r>
              <a:rPr lang="en-US" sz="2000" dirty="0">
                <a:latin typeface="Courier New" charset="0"/>
              </a:rPr>
              <a:t>    c[</a:t>
            </a:r>
            <a:r>
              <a:rPr lang="en-US" sz="2000" dirty="0" err="1">
                <a:latin typeface="Courier New" charset="0"/>
              </a:rPr>
              <a:t>i</a:t>
            </a:r>
            <a:r>
              <a:rPr lang="en-US" sz="2000" dirty="0">
                <a:latin typeface="Courier New" charset="0"/>
              </a:rPr>
              <a:t>][j] = sum;</a:t>
            </a:r>
          </a:p>
          <a:p>
            <a:pPr algn="l">
              <a:lnSpc>
                <a:spcPct val="65000"/>
              </a:lnSpc>
              <a:spcBef>
                <a:spcPct val="50000"/>
              </a:spcBef>
            </a:pPr>
            <a:r>
              <a:rPr lang="en-US" sz="2000" dirty="0">
                <a:latin typeface="Courier New" charset="0"/>
              </a:rPr>
              <a:t>  }</a:t>
            </a:r>
          </a:p>
          <a:p>
            <a:pPr algn="l">
              <a:lnSpc>
                <a:spcPct val="65000"/>
              </a:lnSpc>
              <a:spcBef>
                <a:spcPct val="50000"/>
              </a:spcBef>
            </a:pPr>
            <a:r>
              <a:rPr lang="en-US" sz="2000" dirty="0">
                <a:latin typeface="Courier New" charset="0"/>
              </a:rPr>
              <a:t>} </a:t>
            </a:r>
          </a:p>
        </p:txBody>
      </p:sp>
      <p:sp>
        <p:nvSpPr>
          <p:cNvPr id="167941" name="Rectangle 5"/>
          <p:cNvSpPr>
            <a:spLocks noChangeArrowheads="1"/>
          </p:cNvSpPr>
          <p:nvPr/>
        </p:nvSpPr>
        <p:spPr bwMode="auto">
          <a:xfrm>
            <a:off x="6931224" y="648210"/>
            <a:ext cx="2035774" cy="705303"/>
          </a:xfrm>
          <a:prstGeom prst="rect">
            <a:avLst/>
          </a:prstGeom>
          <a:solidFill>
            <a:schemeClr val="bg1"/>
          </a:solid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0" b="0" i="1" dirty="0">
                <a:solidFill>
                  <a:srgbClr val="FF0000"/>
                </a:solidFill>
                <a:latin typeface="Comic Sans MS" charset="0"/>
              </a:rPr>
              <a:t>Variable </a:t>
            </a:r>
            <a:r>
              <a:rPr lang="en-US" sz="2000" i="1" dirty="0">
                <a:solidFill>
                  <a:srgbClr val="FF0000"/>
                </a:solidFill>
                <a:latin typeface="Courier New" charset="0"/>
              </a:rPr>
              <a:t>sum</a:t>
            </a:r>
            <a:endParaRPr lang="en-US" sz="2000" b="0" i="1" dirty="0">
              <a:solidFill>
                <a:srgbClr val="FF0000"/>
              </a:solidFill>
              <a:latin typeface="Comic Sans MS" charset="0"/>
            </a:endParaRPr>
          </a:p>
          <a:p>
            <a:pPr algn="l">
              <a:lnSpc>
                <a:spcPct val="100000"/>
              </a:lnSpc>
            </a:pPr>
            <a:r>
              <a:rPr lang="en-US" sz="2000" b="0" i="1" dirty="0">
                <a:solidFill>
                  <a:srgbClr val="FF0000"/>
                </a:solidFill>
                <a:latin typeface="Comic Sans MS" charset="0"/>
              </a:rPr>
              <a:t>held in register</a:t>
            </a:r>
            <a:endParaRPr lang="en-US" sz="2000" b="0" dirty="0">
              <a:solidFill>
                <a:srgbClr val="FF0000"/>
              </a:solidFill>
              <a:latin typeface="Comic Sans MS" charset="0"/>
            </a:endParaRPr>
          </a:p>
        </p:txBody>
      </p:sp>
      <p:grpSp>
        <p:nvGrpSpPr>
          <p:cNvPr id="2" name="Group 10"/>
          <p:cNvGrpSpPr>
            <a:grpSpLocks/>
          </p:cNvGrpSpPr>
          <p:nvPr/>
        </p:nvGrpSpPr>
        <p:grpSpPr bwMode="auto">
          <a:xfrm>
            <a:off x="6546068" y="1239575"/>
            <a:ext cx="1842356" cy="1469345"/>
            <a:chOff x="3936" y="2064"/>
            <a:chExt cx="1056" cy="288"/>
          </a:xfrm>
        </p:grpSpPr>
        <p:sp>
          <p:nvSpPr>
            <p:cNvPr id="167942" name="Line 6"/>
            <p:cNvSpPr>
              <a:spLocks noChangeShapeType="1"/>
            </p:cNvSpPr>
            <p:nvPr/>
          </p:nvSpPr>
          <p:spPr bwMode="auto">
            <a:xfrm flipH="1">
              <a:off x="3936" y="2352"/>
              <a:ext cx="912" cy="0"/>
            </a:xfrm>
            <a:prstGeom prst="line">
              <a:avLst/>
            </a:prstGeom>
            <a:noFill/>
            <a:ln w="25400">
              <a:solidFill>
                <a:srgbClr val="FF0000"/>
              </a:solidFill>
              <a:round/>
              <a:headEnd/>
              <a:tailEnd type="triangle" w="med" len="med"/>
            </a:ln>
            <a:effectLst/>
          </p:spPr>
          <p:txBody>
            <a:bodyPr wrap="none" anchor="ctr">
              <a:prstTxWarp prst="textNoShape">
                <a:avLst/>
              </a:prstTxWarp>
            </a:bodyPr>
            <a:lstStyle/>
            <a:p>
              <a:endParaRPr lang="en-US" sz="2403"/>
            </a:p>
          </p:txBody>
        </p:sp>
        <p:sp>
          <p:nvSpPr>
            <p:cNvPr id="167943" name="Line 7"/>
            <p:cNvSpPr>
              <a:spLocks noChangeShapeType="1"/>
            </p:cNvSpPr>
            <p:nvPr/>
          </p:nvSpPr>
          <p:spPr bwMode="auto">
            <a:xfrm flipH="1">
              <a:off x="4848" y="2064"/>
              <a:ext cx="144" cy="280"/>
            </a:xfrm>
            <a:prstGeom prst="line">
              <a:avLst/>
            </a:prstGeom>
            <a:noFill/>
            <a:ln w="25400">
              <a:solidFill>
                <a:srgbClr val="FF0000"/>
              </a:solidFill>
              <a:round/>
              <a:headEnd/>
              <a:tailEnd/>
            </a:ln>
            <a:effectLst/>
          </p:spPr>
          <p:txBody>
            <a:bodyPr wrap="none" anchor="ctr">
              <a:prstTxWarp prst="textNoShape">
                <a:avLst/>
              </a:prstTxWarp>
            </a:bodyPr>
            <a:lstStyle/>
            <a:p>
              <a:endParaRPr lang="en-US" sz="2403"/>
            </a:p>
          </p:txBody>
        </p:sp>
      </p:grpSp>
    </p:spTree>
    <p:extLst>
      <p:ext uri="{BB962C8B-B14F-4D97-AF65-F5344CB8AC3E}">
        <p14:creationId xmlns:p14="http://schemas.microsoft.com/office/powerpoint/2010/main" val="201917579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90" name="Rectangle 6"/>
          <p:cNvSpPr>
            <a:spLocks noGrp="1" noChangeArrowheads="1"/>
          </p:cNvSpPr>
          <p:nvPr>
            <p:ph type="title"/>
          </p:nvPr>
        </p:nvSpPr>
        <p:spPr/>
        <p:txBody>
          <a:bodyPr/>
          <a:lstStyle/>
          <a:p>
            <a:r>
              <a:rPr lang="en-US"/>
              <a:t>Layout of C Arrays in Memory (review)</a:t>
            </a:r>
          </a:p>
        </p:txBody>
      </p:sp>
      <p:sp>
        <p:nvSpPr>
          <p:cNvPr id="169991" name="Rectangle 7"/>
          <p:cNvSpPr>
            <a:spLocks noGrp="1" noChangeArrowheads="1"/>
          </p:cNvSpPr>
          <p:nvPr>
            <p:ph type="body" idx="1"/>
          </p:nvPr>
        </p:nvSpPr>
        <p:spPr/>
        <p:txBody>
          <a:bodyPr/>
          <a:lstStyle/>
          <a:p>
            <a:pPr>
              <a:lnSpc>
                <a:spcPct val="85000"/>
              </a:lnSpc>
            </a:pPr>
            <a:r>
              <a:rPr lang="en-US" dirty="0"/>
              <a:t>C arrays allocated in row-major order</a:t>
            </a:r>
          </a:p>
          <a:p>
            <a:pPr lvl="1">
              <a:lnSpc>
                <a:spcPct val="90000"/>
              </a:lnSpc>
            </a:pPr>
            <a:r>
              <a:rPr lang="en-US" dirty="0"/>
              <a:t>each row in contiguous memory locations</a:t>
            </a:r>
          </a:p>
          <a:p>
            <a:pPr>
              <a:lnSpc>
                <a:spcPct val="85000"/>
              </a:lnSpc>
            </a:pPr>
            <a:r>
              <a:rPr lang="en-US" dirty="0"/>
              <a:t>Stepping through columns in one row:</a:t>
            </a:r>
          </a:p>
          <a:p>
            <a:pPr lvl="1">
              <a:lnSpc>
                <a:spcPct val="90000"/>
              </a:lnSpc>
            </a:pPr>
            <a:r>
              <a:rPr lang="en-US" b="1" dirty="0">
                <a:latin typeface="Courier New" charset="0"/>
              </a:rPr>
              <a:t>for (</a:t>
            </a:r>
            <a:r>
              <a:rPr lang="en-US" b="1" dirty="0" err="1">
                <a:latin typeface="Courier New" charset="0"/>
              </a:rPr>
              <a:t>i</a:t>
            </a:r>
            <a:r>
              <a:rPr lang="en-US" b="1" dirty="0">
                <a:latin typeface="Courier New" charset="0"/>
              </a:rPr>
              <a:t> = 0; </a:t>
            </a:r>
            <a:r>
              <a:rPr lang="en-US" b="1" dirty="0" err="1">
                <a:latin typeface="Courier New" charset="0"/>
              </a:rPr>
              <a:t>i</a:t>
            </a:r>
            <a:r>
              <a:rPr lang="en-US" b="1" dirty="0">
                <a:latin typeface="Courier New" charset="0"/>
              </a:rPr>
              <a:t> &lt; N; </a:t>
            </a:r>
            <a:r>
              <a:rPr lang="en-US" b="1" dirty="0" err="1">
                <a:latin typeface="Courier New" charset="0"/>
              </a:rPr>
              <a:t>i</a:t>
            </a:r>
            <a:r>
              <a:rPr lang="en-US" b="1" dirty="0">
                <a:latin typeface="Courier New" charset="0"/>
              </a:rPr>
              <a:t>++)</a:t>
            </a:r>
          </a:p>
          <a:p>
            <a:pPr lvl="2">
              <a:lnSpc>
                <a:spcPct val="97000"/>
              </a:lnSpc>
              <a:buFont typeface="Wingdings" charset="2"/>
              <a:buNone/>
            </a:pPr>
            <a:r>
              <a:rPr lang="en-US" sz="2003" b="1" dirty="0">
                <a:latin typeface="Courier New" charset="0"/>
              </a:rPr>
              <a:t>sum += a[0][</a:t>
            </a:r>
            <a:r>
              <a:rPr lang="en-US" sz="2003" b="1" dirty="0" err="1">
                <a:latin typeface="Courier New" charset="0"/>
              </a:rPr>
              <a:t>i</a:t>
            </a:r>
            <a:r>
              <a:rPr lang="en-US" sz="2003" b="1" dirty="0">
                <a:latin typeface="Courier New" charset="0"/>
              </a:rPr>
              <a:t>];</a:t>
            </a:r>
          </a:p>
          <a:p>
            <a:pPr lvl="1">
              <a:lnSpc>
                <a:spcPct val="90000"/>
              </a:lnSpc>
            </a:pPr>
            <a:r>
              <a:rPr lang="en-US" dirty="0"/>
              <a:t>accesses successive elements</a:t>
            </a:r>
          </a:p>
          <a:p>
            <a:pPr lvl="1">
              <a:lnSpc>
                <a:spcPct val="90000"/>
              </a:lnSpc>
            </a:pPr>
            <a:r>
              <a:rPr lang="en-US" dirty="0"/>
              <a:t>if block size (B) &gt; 4 bytes, exploit spatial locality</a:t>
            </a:r>
          </a:p>
          <a:p>
            <a:pPr lvl="2">
              <a:lnSpc>
                <a:spcPct val="97000"/>
              </a:lnSpc>
            </a:pPr>
            <a:r>
              <a:rPr lang="en-US" dirty="0"/>
              <a:t>compulsory miss rate = 4 bytes / B</a:t>
            </a:r>
          </a:p>
          <a:p>
            <a:pPr>
              <a:lnSpc>
                <a:spcPct val="85000"/>
              </a:lnSpc>
            </a:pPr>
            <a:r>
              <a:rPr lang="en-US" dirty="0"/>
              <a:t>Stepping through rows in one column:</a:t>
            </a:r>
          </a:p>
          <a:p>
            <a:pPr lvl="1">
              <a:lnSpc>
                <a:spcPct val="90000"/>
              </a:lnSpc>
            </a:pPr>
            <a:r>
              <a:rPr lang="en-US" b="1" dirty="0">
                <a:latin typeface="Courier New" charset="0"/>
              </a:rPr>
              <a:t>for (</a:t>
            </a:r>
            <a:r>
              <a:rPr lang="en-US" b="1" dirty="0" err="1">
                <a:latin typeface="Courier New" charset="0"/>
              </a:rPr>
              <a:t>i</a:t>
            </a:r>
            <a:r>
              <a:rPr lang="en-US" b="1" dirty="0">
                <a:latin typeface="Courier New" charset="0"/>
              </a:rPr>
              <a:t> = 0; </a:t>
            </a:r>
            <a:r>
              <a:rPr lang="en-US" b="1" dirty="0" err="1">
                <a:latin typeface="Courier New" charset="0"/>
              </a:rPr>
              <a:t>i</a:t>
            </a:r>
            <a:r>
              <a:rPr lang="en-US" b="1" dirty="0">
                <a:latin typeface="Courier New" charset="0"/>
              </a:rPr>
              <a:t> &lt; n; </a:t>
            </a:r>
            <a:r>
              <a:rPr lang="en-US" b="1" dirty="0" err="1">
                <a:latin typeface="Courier New" charset="0"/>
              </a:rPr>
              <a:t>i</a:t>
            </a:r>
            <a:r>
              <a:rPr lang="en-US" b="1" dirty="0">
                <a:latin typeface="Courier New" charset="0"/>
              </a:rPr>
              <a:t>++)</a:t>
            </a:r>
          </a:p>
          <a:p>
            <a:pPr lvl="2">
              <a:lnSpc>
                <a:spcPct val="97000"/>
              </a:lnSpc>
              <a:buFont typeface="Wingdings" charset="2"/>
              <a:buNone/>
            </a:pPr>
            <a:r>
              <a:rPr lang="en-US" sz="2003" b="1" dirty="0">
                <a:latin typeface="Courier New" charset="0"/>
              </a:rPr>
              <a:t>sum += a[</a:t>
            </a:r>
            <a:r>
              <a:rPr lang="en-US" sz="2003" b="1" dirty="0" err="1">
                <a:latin typeface="Courier New" charset="0"/>
              </a:rPr>
              <a:t>i</a:t>
            </a:r>
            <a:r>
              <a:rPr lang="en-US" sz="2003" b="1" dirty="0">
                <a:latin typeface="Courier New" charset="0"/>
              </a:rPr>
              <a:t>][0];</a:t>
            </a:r>
          </a:p>
          <a:p>
            <a:pPr lvl="1">
              <a:lnSpc>
                <a:spcPct val="90000"/>
              </a:lnSpc>
            </a:pPr>
            <a:r>
              <a:rPr lang="en-US" dirty="0"/>
              <a:t>accesses distant elements</a:t>
            </a:r>
          </a:p>
          <a:p>
            <a:pPr lvl="1">
              <a:lnSpc>
                <a:spcPct val="90000"/>
              </a:lnSpc>
            </a:pPr>
            <a:r>
              <a:rPr lang="en-US" dirty="0"/>
              <a:t>no spatial locality!</a:t>
            </a:r>
          </a:p>
          <a:p>
            <a:pPr lvl="2">
              <a:lnSpc>
                <a:spcPct val="97000"/>
              </a:lnSpc>
            </a:pPr>
            <a:r>
              <a:rPr lang="en-US" dirty="0"/>
              <a:t>compulsory miss rate = 1 (i.e. 100%)</a:t>
            </a:r>
          </a:p>
        </p:txBody>
      </p:sp>
    </p:spTree>
    <p:extLst>
      <p:ext uri="{BB962C8B-B14F-4D97-AF65-F5344CB8AC3E}">
        <p14:creationId xmlns:p14="http://schemas.microsoft.com/office/powerpoint/2010/main" val="203263465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36" name="Rectangle 28"/>
          <p:cNvSpPr>
            <a:spLocks noGrp="1" noChangeArrowheads="1"/>
          </p:cNvSpPr>
          <p:nvPr>
            <p:ph type="title"/>
          </p:nvPr>
        </p:nvSpPr>
        <p:spPr/>
        <p:txBody>
          <a:bodyPr/>
          <a:lstStyle/>
          <a:p>
            <a:r>
              <a:rPr lang="en-US"/>
              <a:t>Matrix Multiplication (ijk)</a:t>
            </a:r>
          </a:p>
        </p:txBody>
      </p:sp>
      <p:sp>
        <p:nvSpPr>
          <p:cNvPr id="171011" name="Rectangle 3"/>
          <p:cNvSpPr>
            <a:spLocks noChangeArrowheads="1"/>
          </p:cNvSpPr>
          <p:nvPr/>
        </p:nvSpPr>
        <p:spPr bwMode="auto">
          <a:xfrm>
            <a:off x="527051" y="1766072"/>
            <a:ext cx="4492625" cy="2818189"/>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ijk</a:t>
            </a:r>
            <a:r>
              <a:rPr lang="en-US" sz="1800" dirty="0">
                <a:latin typeface="Courier New" charset="0"/>
              </a:rPr>
              <a:t> */</a:t>
            </a:r>
          </a:p>
          <a:p>
            <a:pPr algn="l">
              <a:lnSpc>
                <a:spcPct val="65000"/>
              </a:lnSpc>
              <a:spcBef>
                <a:spcPct val="50000"/>
              </a:spcBef>
            </a:pPr>
            <a:r>
              <a:rPr lang="en-US" sz="1800" dirty="0">
                <a:latin typeface="Courier New" charset="0"/>
              </a:rPr>
              <a:t>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i</a:t>
            </a:r>
            <a:r>
              <a:rPr lang="en-US" sz="1800" dirty="0">
                <a:latin typeface="Courier New" charset="0"/>
              </a:rPr>
              <a:t>++)  {</a:t>
            </a:r>
          </a:p>
          <a:p>
            <a:pPr algn="l">
              <a:lnSpc>
                <a:spcPct val="65000"/>
              </a:lnSpc>
              <a:spcBef>
                <a:spcPct val="50000"/>
              </a:spcBef>
            </a:pPr>
            <a:r>
              <a:rPr lang="en-US" sz="1800" dirty="0">
                <a:latin typeface="Courier New" charset="0"/>
              </a:rPr>
              <a:t>  for (</a:t>
            </a:r>
            <a:r>
              <a:rPr lang="en-US" sz="1800" dirty="0" err="1">
                <a:latin typeface="Courier New" charset="0"/>
              </a:rPr>
              <a:t>j</a:t>
            </a:r>
            <a:r>
              <a:rPr lang="en-US" sz="1800" dirty="0">
                <a:latin typeface="Courier New" charset="0"/>
              </a:rPr>
              <a:t>=0; </a:t>
            </a:r>
            <a:r>
              <a:rPr lang="en-US" sz="1800" dirty="0" err="1">
                <a:latin typeface="Courier New" charset="0"/>
              </a:rPr>
              <a:t>j</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j</a:t>
            </a:r>
            <a:r>
              <a:rPr lang="en-US" sz="1800" dirty="0">
                <a:latin typeface="Courier New" charset="0"/>
              </a:rPr>
              <a:t>++) {</a:t>
            </a:r>
          </a:p>
          <a:p>
            <a:pPr algn="l">
              <a:lnSpc>
                <a:spcPct val="65000"/>
              </a:lnSpc>
              <a:spcBef>
                <a:spcPct val="50000"/>
              </a:spcBef>
            </a:pPr>
            <a:r>
              <a:rPr lang="en-US" sz="1800" dirty="0">
                <a:latin typeface="Courier New" charset="0"/>
              </a:rPr>
              <a:t>    sum = 0.0;</a:t>
            </a:r>
          </a:p>
          <a:p>
            <a:pPr algn="l">
              <a:lnSpc>
                <a:spcPct val="65000"/>
              </a:lnSpc>
              <a:spcBef>
                <a:spcPct val="50000"/>
              </a:spcBef>
            </a:pPr>
            <a:r>
              <a:rPr lang="en-US" sz="1800" dirty="0">
                <a:latin typeface="Courier New" charset="0"/>
              </a:rPr>
              <a:t>    for (</a:t>
            </a:r>
            <a:r>
              <a:rPr lang="en-US" sz="1800" dirty="0" err="1">
                <a:latin typeface="Courier New" charset="0"/>
              </a:rPr>
              <a:t>k</a:t>
            </a:r>
            <a:r>
              <a:rPr lang="en-US" sz="1800" dirty="0">
                <a:latin typeface="Courier New" charset="0"/>
              </a:rPr>
              <a:t>=0; </a:t>
            </a:r>
            <a:r>
              <a:rPr lang="en-US" sz="1800" dirty="0" err="1">
                <a:latin typeface="Courier New" charset="0"/>
              </a:rPr>
              <a:t>k</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k</a:t>
            </a:r>
            <a:r>
              <a:rPr lang="en-US" sz="1800" dirty="0">
                <a:latin typeface="Courier New" charset="0"/>
              </a:rPr>
              <a:t>++) </a:t>
            </a:r>
          </a:p>
          <a:p>
            <a:pPr algn="l">
              <a:lnSpc>
                <a:spcPct val="65000"/>
              </a:lnSpc>
              <a:spcBef>
                <a:spcPct val="50000"/>
              </a:spcBef>
            </a:pPr>
            <a:r>
              <a:rPr lang="en-US" sz="1800" dirty="0">
                <a:latin typeface="Courier New" charset="0"/>
              </a:rPr>
              <a:t>      </a:t>
            </a:r>
            <a:r>
              <a:rPr lang="en-US" sz="1800" dirty="0">
                <a:solidFill>
                  <a:srgbClr val="FF0000"/>
                </a:solidFill>
                <a:latin typeface="Courier New" charset="0"/>
              </a:rPr>
              <a:t>sum += </a:t>
            </a:r>
            <a:r>
              <a:rPr lang="en-US" sz="1800" dirty="0" err="1">
                <a:solidFill>
                  <a:srgbClr val="FF0000"/>
                </a:solidFill>
                <a:latin typeface="Courier New" charset="0"/>
              </a:rPr>
              <a:t>a[i][k</a:t>
            </a:r>
            <a:r>
              <a:rPr lang="en-US" sz="1800" dirty="0">
                <a:solidFill>
                  <a:srgbClr val="FF0000"/>
                </a:solidFill>
                <a:latin typeface="Courier New" charset="0"/>
              </a:rPr>
              <a:t>] * </a:t>
            </a:r>
            <a:r>
              <a:rPr lang="en-US" sz="1800" dirty="0" err="1">
                <a:solidFill>
                  <a:srgbClr val="FF0000"/>
                </a:solidFill>
                <a:latin typeface="Courier New" charset="0"/>
              </a:rPr>
              <a:t>b[k][j</a:t>
            </a:r>
            <a:r>
              <a:rPr lang="en-US" sz="1800" dirty="0">
                <a:solidFill>
                  <a:srgbClr val="FF0000"/>
                </a:solidFill>
                <a:latin typeface="Courier New" charset="0"/>
              </a:rPr>
              <a:t>];</a:t>
            </a:r>
          </a:p>
          <a:p>
            <a:pPr algn="l">
              <a:lnSpc>
                <a:spcPct val="65000"/>
              </a:lnSpc>
              <a:spcBef>
                <a:spcPct val="50000"/>
              </a:spcBef>
            </a:pPr>
            <a:r>
              <a:rPr lang="en-US" sz="1800" dirty="0">
                <a:latin typeface="Courier New" charset="0"/>
              </a:rPr>
              <a:t>    </a:t>
            </a:r>
            <a:r>
              <a:rPr lang="en-US" sz="1800" dirty="0" err="1">
                <a:latin typeface="Courier New" charset="0"/>
              </a:rPr>
              <a:t>c[i][j</a:t>
            </a:r>
            <a:r>
              <a:rPr lang="en-US" sz="1800" dirty="0">
                <a:latin typeface="Courier New" charset="0"/>
              </a:rPr>
              <a:t>] = sum;</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 </a:t>
            </a:r>
          </a:p>
        </p:txBody>
      </p:sp>
      <p:sp>
        <p:nvSpPr>
          <p:cNvPr id="171012" name="Rectangle 4"/>
          <p:cNvSpPr>
            <a:spLocks noChangeArrowheads="1"/>
          </p:cNvSpPr>
          <p:nvPr/>
        </p:nvSpPr>
        <p:spPr bwMode="auto">
          <a:xfrm>
            <a:off x="5492750" y="2588015"/>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13" name="Rectangle 5"/>
          <p:cNvSpPr>
            <a:spLocks noChangeArrowheads="1"/>
          </p:cNvSpPr>
          <p:nvPr/>
        </p:nvSpPr>
        <p:spPr bwMode="auto">
          <a:xfrm>
            <a:off x="6711951" y="2588015"/>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14" name="Rectangle 6"/>
          <p:cNvSpPr>
            <a:spLocks noChangeArrowheads="1"/>
          </p:cNvSpPr>
          <p:nvPr/>
        </p:nvSpPr>
        <p:spPr bwMode="auto">
          <a:xfrm>
            <a:off x="7854950" y="2588015"/>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15" name="Rectangle 7"/>
          <p:cNvSpPr>
            <a:spLocks noChangeArrowheads="1"/>
          </p:cNvSpPr>
          <p:nvPr/>
        </p:nvSpPr>
        <p:spPr bwMode="auto">
          <a:xfrm>
            <a:off x="5624513" y="3168772"/>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1016" name="Rectangle 8"/>
          <p:cNvSpPr>
            <a:spLocks noChangeArrowheads="1"/>
          </p:cNvSpPr>
          <p:nvPr/>
        </p:nvSpPr>
        <p:spPr bwMode="auto">
          <a:xfrm>
            <a:off x="6843714" y="3168772"/>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1017" name="Rectangle 9"/>
          <p:cNvSpPr>
            <a:spLocks noChangeArrowheads="1"/>
          </p:cNvSpPr>
          <p:nvPr/>
        </p:nvSpPr>
        <p:spPr bwMode="auto">
          <a:xfrm>
            <a:off x="7986713" y="3168772"/>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C</a:t>
            </a:r>
          </a:p>
        </p:txBody>
      </p:sp>
      <p:sp>
        <p:nvSpPr>
          <p:cNvPr id="171018" name="Line 10"/>
          <p:cNvSpPr>
            <a:spLocks noChangeShapeType="1"/>
          </p:cNvSpPr>
          <p:nvPr/>
        </p:nvSpPr>
        <p:spPr bwMode="auto">
          <a:xfrm>
            <a:off x="6934200" y="2594362"/>
            <a:ext cx="0" cy="507764"/>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19" name="Line 11"/>
          <p:cNvSpPr>
            <a:spLocks noChangeShapeType="1"/>
          </p:cNvSpPr>
          <p:nvPr/>
        </p:nvSpPr>
        <p:spPr bwMode="auto">
          <a:xfrm>
            <a:off x="5499100" y="2962491"/>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20" name="Rectangle 12"/>
          <p:cNvSpPr>
            <a:spLocks noChangeArrowheads="1"/>
          </p:cNvSpPr>
          <p:nvPr/>
        </p:nvSpPr>
        <p:spPr bwMode="auto">
          <a:xfrm>
            <a:off x="6081714" y="2787948"/>
            <a:ext cx="588877"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a:t>
            </a:r>
          </a:p>
        </p:txBody>
      </p:sp>
      <p:sp>
        <p:nvSpPr>
          <p:cNvPr id="171021" name="Rectangle 13"/>
          <p:cNvSpPr>
            <a:spLocks noChangeArrowheads="1"/>
          </p:cNvSpPr>
          <p:nvPr/>
        </p:nvSpPr>
        <p:spPr bwMode="auto">
          <a:xfrm>
            <a:off x="6691313" y="2254796"/>
            <a:ext cx="591382"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(*,j)</a:t>
            </a:r>
          </a:p>
        </p:txBody>
      </p:sp>
      <p:sp>
        <p:nvSpPr>
          <p:cNvPr id="171022" name="Rectangle 14"/>
          <p:cNvSpPr>
            <a:spLocks noChangeArrowheads="1"/>
          </p:cNvSpPr>
          <p:nvPr/>
        </p:nvSpPr>
        <p:spPr bwMode="auto">
          <a:xfrm>
            <a:off x="8013700" y="2899021"/>
            <a:ext cx="50800" cy="50777"/>
          </a:xfrm>
          <a:prstGeom prst="rect">
            <a:avLst/>
          </a:prstGeom>
          <a:solidFill>
            <a:srgbClr val="FF0000"/>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23" name="Rectangle 15"/>
          <p:cNvSpPr>
            <a:spLocks noChangeArrowheads="1"/>
          </p:cNvSpPr>
          <p:nvPr/>
        </p:nvSpPr>
        <p:spPr bwMode="auto">
          <a:xfrm>
            <a:off x="7834314" y="2559454"/>
            <a:ext cx="52250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(i,j)</a:t>
            </a:r>
          </a:p>
        </p:txBody>
      </p:sp>
      <p:sp>
        <p:nvSpPr>
          <p:cNvPr id="171024" name="Rectangle 16"/>
          <p:cNvSpPr>
            <a:spLocks noChangeArrowheads="1"/>
          </p:cNvSpPr>
          <p:nvPr/>
        </p:nvSpPr>
        <p:spPr bwMode="auto">
          <a:xfrm>
            <a:off x="5395913" y="1797808"/>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Inner loop:</a:t>
            </a:r>
          </a:p>
        </p:txBody>
      </p:sp>
      <p:sp>
        <p:nvSpPr>
          <p:cNvPr id="171026" name="Rectangle 18"/>
          <p:cNvSpPr>
            <a:spLocks noChangeArrowheads="1"/>
          </p:cNvSpPr>
          <p:nvPr/>
        </p:nvSpPr>
        <p:spPr bwMode="auto">
          <a:xfrm>
            <a:off x="6434138" y="4255706"/>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Column-</a:t>
            </a:r>
          </a:p>
          <a:p>
            <a:pPr algn="l">
              <a:lnSpc>
                <a:spcPct val="100000"/>
              </a:lnSpc>
            </a:pPr>
            <a:r>
              <a:rPr lang="en-US" sz="2003" b="0">
                <a:latin typeface="Calibri"/>
                <a:cs typeface="Calibri"/>
              </a:rPr>
              <a:t>wise</a:t>
            </a:r>
          </a:p>
        </p:txBody>
      </p:sp>
      <p:sp>
        <p:nvSpPr>
          <p:cNvPr id="171027" name="Line 19"/>
          <p:cNvSpPr>
            <a:spLocks noChangeShapeType="1"/>
          </p:cNvSpPr>
          <p:nvPr/>
        </p:nvSpPr>
        <p:spPr bwMode="auto">
          <a:xfrm flipV="1">
            <a:off x="6991351" y="3592438"/>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28" name="Rectangle 20"/>
          <p:cNvSpPr>
            <a:spLocks noChangeArrowheads="1"/>
          </p:cNvSpPr>
          <p:nvPr/>
        </p:nvSpPr>
        <p:spPr bwMode="auto">
          <a:xfrm>
            <a:off x="5214939" y="4255706"/>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Row-wise</a:t>
            </a:r>
          </a:p>
        </p:txBody>
      </p:sp>
      <p:sp>
        <p:nvSpPr>
          <p:cNvPr id="171029" name="Line 21"/>
          <p:cNvSpPr>
            <a:spLocks noChangeShapeType="1"/>
          </p:cNvSpPr>
          <p:nvPr/>
        </p:nvSpPr>
        <p:spPr bwMode="auto">
          <a:xfrm flipV="1">
            <a:off x="5772150" y="3592437"/>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31" name="Rectangle 23"/>
          <p:cNvSpPr>
            <a:spLocks noChangeArrowheads="1"/>
          </p:cNvSpPr>
          <p:nvPr/>
        </p:nvSpPr>
        <p:spPr bwMode="auto">
          <a:xfrm>
            <a:off x="7808266" y="4255706"/>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Fixed</a:t>
            </a:r>
          </a:p>
        </p:txBody>
      </p:sp>
      <p:sp>
        <p:nvSpPr>
          <p:cNvPr id="171032" name="Line 24"/>
          <p:cNvSpPr>
            <a:spLocks noChangeShapeType="1"/>
          </p:cNvSpPr>
          <p:nvPr/>
        </p:nvSpPr>
        <p:spPr bwMode="auto">
          <a:xfrm flipV="1">
            <a:off x="8147051" y="3592437"/>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1039" name="Rectangle 31"/>
          <p:cNvSpPr>
            <a:spLocks noChangeArrowheads="1"/>
          </p:cNvSpPr>
          <p:nvPr/>
        </p:nvSpPr>
        <p:spPr bwMode="auto">
          <a:xfrm>
            <a:off x="290514" y="4963402"/>
            <a:ext cx="5073650" cy="1217047"/>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0.25	1.0	0.0</a:t>
            </a:r>
          </a:p>
        </p:txBody>
      </p:sp>
    </p:spTree>
    <p:extLst>
      <p:ext uri="{BB962C8B-B14F-4D97-AF65-F5344CB8AC3E}">
        <p14:creationId xmlns:p14="http://schemas.microsoft.com/office/powerpoint/2010/main" val="1617883242"/>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59" name="Rectangle 27"/>
          <p:cNvSpPr>
            <a:spLocks noGrp="1" noChangeArrowheads="1"/>
          </p:cNvSpPr>
          <p:nvPr>
            <p:ph type="title"/>
          </p:nvPr>
        </p:nvSpPr>
        <p:spPr/>
        <p:txBody>
          <a:bodyPr/>
          <a:lstStyle/>
          <a:p>
            <a:r>
              <a:rPr lang="en-US"/>
              <a:t>Matrix Multiplication (jik)</a:t>
            </a:r>
          </a:p>
        </p:txBody>
      </p:sp>
      <p:sp>
        <p:nvSpPr>
          <p:cNvPr id="172035" name="Rectangle 3"/>
          <p:cNvSpPr>
            <a:spLocks noChangeArrowheads="1"/>
          </p:cNvSpPr>
          <p:nvPr/>
        </p:nvSpPr>
        <p:spPr bwMode="auto">
          <a:xfrm>
            <a:off x="300039" y="1780353"/>
            <a:ext cx="4721225" cy="2818189"/>
          </a:xfrm>
          <a:prstGeom prst="rect">
            <a:avLst/>
          </a:prstGeom>
          <a:solidFill>
            <a:srgbClr val="F6F5BD"/>
          </a:solidFill>
          <a:ln w="12700">
            <a:solidFill>
              <a:schemeClr val="tx1"/>
            </a:solidFill>
            <a:miter lim="800000"/>
            <a:headEnd/>
            <a:tailEnd/>
          </a:ln>
          <a:effectLst>
            <a:outerShdw blurRad="63500" dist="107763" dir="2700000" algn="ctr" rotWithShape="0">
              <a:schemeClr val="tx1">
                <a:alpha val="74998"/>
              </a:scheme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jik</a:t>
            </a:r>
            <a:r>
              <a:rPr lang="en-US" sz="1800" dirty="0">
                <a:latin typeface="Courier New" charset="0"/>
              </a:rPr>
              <a:t> */</a:t>
            </a:r>
          </a:p>
          <a:p>
            <a:pPr algn="l">
              <a:lnSpc>
                <a:spcPct val="65000"/>
              </a:lnSpc>
              <a:spcBef>
                <a:spcPct val="50000"/>
              </a:spcBef>
            </a:pPr>
            <a:r>
              <a:rPr lang="en-US" sz="1800" dirty="0">
                <a:latin typeface="Courier New" charset="0"/>
              </a:rPr>
              <a:t>for (j=0; j&lt;n; j++) {</a:t>
            </a:r>
          </a:p>
          <a:p>
            <a:pPr algn="l">
              <a:lnSpc>
                <a:spcPct val="65000"/>
              </a:lnSpc>
              <a:spcBef>
                <a:spcPct val="50000"/>
              </a:spcBef>
            </a:pPr>
            <a:r>
              <a:rPr lang="en-US" sz="1800" dirty="0">
                <a:latin typeface="Courier New" charset="0"/>
              </a:rPr>
              <a:t>  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&lt;n; </a:t>
            </a:r>
            <a:r>
              <a:rPr lang="en-US" sz="1800" dirty="0" err="1">
                <a:latin typeface="Courier New" charset="0"/>
              </a:rPr>
              <a:t>i</a:t>
            </a:r>
            <a:r>
              <a:rPr lang="en-US" sz="1800" dirty="0">
                <a:latin typeface="Courier New" charset="0"/>
              </a:rPr>
              <a:t>++) {</a:t>
            </a:r>
          </a:p>
          <a:p>
            <a:pPr algn="l">
              <a:lnSpc>
                <a:spcPct val="65000"/>
              </a:lnSpc>
              <a:spcBef>
                <a:spcPct val="50000"/>
              </a:spcBef>
            </a:pPr>
            <a:r>
              <a:rPr lang="en-US" sz="1800" dirty="0">
                <a:latin typeface="Courier New" charset="0"/>
              </a:rPr>
              <a:t>    sum = 0.0;</a:t>
            </a:r>
          </a:p>
          <a:p>
            <a:pPr algn="l">
              <a:lnSpc>
                <a:spcPct val="65000"/>
              </a:lnSpc>
              <a:spcBef>
                <a:spcPct val="50000"/>
              </a:spcBef>
            </a:pPr>
            <a:r>
              <a:rPr lang="en-US" sz="1800" dirty="0">
                <a:latin typeface="Courier New" charset="0"/>
              </a:rPr>
              <a:t>    for (k=0; k&lt;n; k++)</a:t>
            </a:r>
          </a:p>
          <a:p>
            <a:pPr algn="l">
              <a:lnSpc>
                <a:spcPct val="65000"/>
              </a:lnSpc>
              <a:spcBef>
                <a:spcPct val="50000"/>
              </a:spcBef>
            </a:pPr>
            <a:r>
              <a:rPr lang="en-US" sz="1800" dirty="0">
                <a:latin typeface="Courier New" charset="0"/>
              </a:rPr>
              <a:t>      </a:t>
            </a:r>
            <a:r>
              <a:rPr lang="en-US" sz="1800" dirty="0">
                <a:solidFill>
                  <a:srgbClr val="FF0000"/>
                </a:solidFill>
                <a:latin typeface="Courier New" charset="0"/>
              </a:rPr>
              <a:t>sum += a[</a:t>
            </a:r>
            <a:r>
              <a:rPr lang="en-US" sz="1800" dirty="0" err="1">
                <a:solidFill>
                  <a:srgbClr val="FF0000"/>
                </a:solidFill>
                <a:latin typeface="Courier New" charset="0"/>
              </a:rPr>
              <a:t>i</a:t>
            </a:r>
            <a:r>
              <a:rPr lang="en-US" sz="1800" dirty="0">
                <a:solidFill>
                  <a:srgbClr val="FF0000"/>
                </a:solidFill>
                <a:latin typeface="Courier New" charset="0"/>
              </a:rPr>
              <a:t>][k] * b[k][j];</a:t>
            </a:r>
          </a:p>
          <a:p>
            <a:pPr algn="l">
              <a:lnSpc>
                <a:spcPct val="65000"/>
              </a:lnSpc>
              <a:spcBef>
                <a:spcPct val="50000"/>
              </a:spcBef>
            </a:pPr>
            <a:r>
              <a:rPr lang="en-US" sz="1800" dirty="0">
                <a:latin typeface="Courier New" charset="0"/>
              </a:rPr>
              <a:t>    c[</a:t>
            </a:r>
            <a:r>
              <a:rPr lang="en-US" sz="1800" dirty="0" err="1">
                <a:latin typeface="Courier New" charset="0"/>
              </a:rPr>
              <a:t>i</a:t>
            </a:r>
            <a:r>
              <a:rPr lang="en-US" sz="1800" dirty="0">
                <a:latin typeface="Courier New" charset="0"/>
              </a:rPr>
              <a:t>][j] = sum</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a:t>
            </a:r>
          </a:p>
        </p:txBody>
      </p:sp>
      <p:sp>
        <p:nvSpPr>
          <p:cNvPr id="172036" name="Rectangle 4"/>
          <p:cNvSpPr>
            <a:spLocks noChangeArrowheads="1"/>
          </p:cNvSpPr>
          <p:nvPr/>
        </p:nvSpPr>
        <p:spPr bwMode="auto">
          <a:xfrm>
            <a:off x="5568950" y="2654659"/>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37" name="Rectangle 5"/>
          <p:cNvSpPr>
            <a:spLocks noChangeArrowheads="1"/>
          </p:cNvSpPr>
          <p:nvPr/>
        </p:nvSpPr>
        <p:spPr bwMode="auto">
          <a:xfrm>
            <a:off x="6788151" y="2654659"/>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38" name="Rectangle 6"/>
          <p:cNvSpPr>
            <a:spLocks noChangeArrowheads="1"/>
          </p:cNvSpPr>
          <p:nvPr/>
        </p:nvSpPr>
        <p:spPr bwMode="auto">
          <a:xfrm>
            <a:off x="7931151" y="2654659"/>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39" name="Rectangle 7"/>
          <p:cNvSpPr>
            <a:spLocks noChangeArrowheads="1"/>
          </p:cNvSpPr>
          <p:nvPr/>
        </p:nvSpPr>
        <p:spPr bwMode="auto">
          <a:xfrm>
            <a:off x="5700713" y="3235416"/>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2040" name="Rectangle 8"/>
          <p:cNvSpPr>
            <a:spLocks noChangeArrowheads="1"/>
          </p:cNvSpPr>
          <p:nvPr/>
        </p:nvSpPr>
        <p:spPr bwMode="auto">
          <a:xfrm>
            <a:off x="6919914" y="3235416"/>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2041" name="Rectangle 9"/>
          <p:cNvSpPr>
            <a:spLocks noChangeArrowheads="1"/>
          </p:cNvSpPr>
          <p:nvPr/>
        </p:nvSpPr>
        <p:spPr bwMode="auto">
          <a:xfrm>
            <a:off x="8077200" y="3235416"/>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C</a:t>
            </a:r>
          </a:p>
        </p:txBody>
      </p:sp>
      <p:sp>
        <p:nvSpPr>
          <p:cNvPr id="172042" name="Line 10"/>
          <p:cNvSpPr>
            <a:spLocks noChangeShapeType="1"/>
          </p:cNvSpPr>
          <p:nvPr/>
        </p:nvSpPr>
        <p:spPr bwMode="auto">
          <a:xfrm>
            <a:off x="7010400" y="2661007"/>
            <a:ext cx="0" cy="507764"/>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43" name="Line 11"/>
          <p:cNvSpPr>
            <a:spLocks noChangeShapeType="1"/>
          </p:cNvSpPr>
          <p:nvPr/>
        </p:nvSpPr>
        <p:spPr bwMode="auto">
          <a:xfrm>
            <a:off x="5575300" y="3029136"/>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44" name="Rectangle 12"/>
          <p:cNvSpPr>
            <a:spLocks noChangeArrowheads="1"/>
          </p:cNvSpPr>
          <p:nvPr/>
        </p:nvSpPr>
        <p:spPr bwMode="auto">
          <a:xfrm>
            <a:off x="6157914" y="2854593"/>
            <a:ext cx="588877"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a:t>
            </a:r>
          </a:p>
        </p:txBody>
      </p:sp>
      <p:sp>
        <p:nvSpPr>
          <p:cNvPr id="172045" name="Rectangle 13"/>
          <p:cNvSpPr>
            <a:spLocks noChangeArrowheads="1"/>
          </p:cNvSpPr>
          <p:nvPr/>
        </p:nvSpPr>
        <p:spPr bwMode="auto">
          <a:xfrm>
            <a:off x="6767513" y="2321439"/>
            <a:ext cx="591382"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(*,j)</a:t>
            </a:r>
          </a:p>
        </p:txBody>
      </p:sp>
      <p:sp>
        <p:nvSpPr>
          <p:cNvPr id="172046" name="Rectangle 14"/>
          <p:cNvSpPr>
            <a:spLocks noChangeArrowheads="1"/>
          </p:cNvSpPr>
          <p:nvPr/>
        </p:nvSpPr>
        <p:spPr bwMode="auto">
          <a:xfrm>
            <a:off x="8089900" y="2965664"/>
            <a:ext cx="50800" cy="50777"/>
          </a:xfrm>
          <a:prstGeom prst="rect">
            <a:avLst/>
          </a:prstGeom>
          <a:solidFill>
            <a:srgbClr val="FF0000"/>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2047" name="Rectangle 15"/>
          <p:cNvSpPr>
            <a:spLocks noChangeArrowheads="1"/>
          </p:cNvSpPr>
          <p:nvPr/>
        </p:nvSpPr>
        <p:spPr bwMode="auto">
          <a:xfrm>
            <a:off x="7910514" y="2626098"/>
            <a:ext cx="52250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(i,j)</a:t>
            </a:r>
          </a:p>
        </p:txBody>
      </p:sp>
      <p:sp>
        <p:nvSpPr>
          <p:cNvPr id="172048" name="Rectangle 16"/>
          <p:cNvSpPr>
            <a:spLocks noChangeArrowheads="1"/>
          </p:cNvSpPr>
          <p:nvPr/>
        </p:nvSpPr>
        <p:spPr bwMode="auto">
          <a:xfrm>
            <a:off x="5548313" y="1788287"/>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Inner loop:</a:t>
            </a:r>
          </a:p>
        </p:txBody>
      </p:sp>
      <p:sp>
        <p:nvSpPr>
          <p:cNvPr id="172050" name="Rectangle 18"/>
          <p:cNvSpPr>
            <a:spLocks noChangeArrowheads="1"/>
          </p:cNvSpPr>
          <p:nvPr/>
        </p:nvSpPr>
        <p:spPr bwMode="auto">
          <a:xfrm>
            <a:off x="5327497" y="4244597"/>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Row-wise</a:t>
            </a:r>
          </a:p>
        </p:txBody>
      </p:sp>
      <p:sp>
        <p:nvSpPr>
          <p:cNvPr id="172051" name="Line 19"/>
          <p:cNvSpPr>
            <a:spLocks noChangeShapeType="1"/>
          </p:cNvSpPr>
          <p:nvPr/>
        </p:nvSpPr>
        <p:spPr bwMode="auto">
          <a:xfrm flipV="1">
            <a:off x="5891213" y="3581329"/>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2053" name="Rectangle 21"/>
          <p:cNvSpPr>
            <a:spLocks noChangeArrowheads="1"/>
          </p:cNvSpPr>
          <p:nvPr/>
        </p:nvSpPr>
        <p:spPr bwMode="auto">
          <a:xfrm>
            <a:off x="6535738" y="4244597"/>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Column-</a:t>
            </a:r>
          </a:p>
          <a:p>
            <a:pPr algn="ctr">
              <a:lnSpc>
                <a:spcPct val="100000"/>
              </a:lnSpc>
            </a:pPr>
            <a:r>
              <a:rPr lang="en-US" sz="2003" b="0" dirty="0">
                <a:latin typeface="Calibri"/>
                <a:cs typeface="Calibri"/>
              </a:rPr>
              <a:t>wise</a:t>
            </a:r>
          </a:p>
        </p:txBody>
      </p:sp>
      <p:sp>
        <p:nvSpPr>
          <p:cNvPr id="172054" name="Line 22"/>
          <p:cNvSpPr>
            <a:spLocks noChangeShapeType="1"/>
          </p:cNvSpPr>
          <p:nvPr/>
        </p:nvSpPr>
        <p:spPr bwMode="auto">
          <a:xfrm flipV="1">
            <a:off x="7092951" y="3581329"/>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2056" name="Rectangle 24"/>
          <p:cNvSpPr>
            <a:spLocks noChangeArrowheads="1"/>
          </p:cNvSpPr>
          <p:nvPr/>
        </p:nvSpPr>
        <p:spPr bwMode="auto">
          <a:xfrm>
            <a:off x="7880722" y="4244597"/>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Fixed</a:t>
            </a:r>
          </a:p>
        </p:txBody>
      </p:sp>
      <p:sp>
        <p:nvSpPr>
          <p:cNvPr id="172057" name="Line 25"/>
          <p:cNvSpPr>
            <a:spLocks noChangeShapeType="1"/>
          </p:cNvSpPr>
          <p:nvPr/>
        </p:nvSpPr>
        <p:spPr bwMode="auto">
          <a:xfrm flipV="1">
            <a:off x="8223251" y="3587677"/>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2058" name="Rectangle 26"/>
          <p:cNvSpPr>
            <a:spLocks noChangeArrowheads="1"/>
          </p:cNvSpPr>
          <p:nvPr/>
        </p:nvSpPr>
        <p:spPr bwMode="auto">
          <a:xfrm>
            <a:off x="444500" y="4868196"/>
            <a:ext cx="5446713" cy="1226569"/>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0.25	1.0	0.0</a:t>
            </a:r>
          </a:p>
        </p:txBody>
      </p:sp>
    </p:spTree>
    <p:extLst>
      <p:ext uri="{BB962C8B-B14F-4D97-AF65-F5344CB8AC3E}">
        <p14:creationId xmlns:p14="http://schemas.microsoft.com/office/powerpoint/2010/main" val="27181765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83" name="Rectangle 27"/>
          <p:cNvSpPr>
            <a:spLocks noGrp="1" noChangeArrowheads="1"/>
          </p:cNvSpPr>
          <p:nvPr>
            <p:ph type="title"/>
          </p:nvPr>
        </p:nvSpPr>
        <p:spPr/>
        <p:txBody>
          <a:bodyPr/>
          <a:lstStyle/>
          <a:p>
            <a:r>
              <a:rPr lang="en-US"/>
              <a:t>Matrix Multiplication (kij)</a:t>
            </a:r>
          </a:p>
        </p:txBody>
      </p:sp>
      <p:sp>
        <p:nvSpPr>
          <p:cNvPr id="173059" name="Rectangle 3"/>
          <p:cNvSpPr>
            <a:spLocks noChangeArrowheads="1"/>
          </p:cNvSpPr>
          <p:nvPr/>
        </p:nvSpPr>
        <p:spPr bwMode="auto">
          <a:xfrm>
            <a:off x="452439" y="1770832"/>
            <a:ext cx="4264025" cy="2818189"/>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kij</a:t>
            </a:r>
            <a:r>
              <a:rPr lang="en-US" sz="1800" dirty="0">
                <a:latin typeface="Courier New" charset="0"/>
              </a:rPr>
              <a:t> */</a:t>
            </a:r>
          </a:p>
          <a:p>
            <a:pPr algn="l">
              <a:lnSpc>
                <a:spcPct val="65000"/>
              </a:lnSpc>
              <a:spcBef>
                <a:spcPct val="50000"/>
              </a:spcBef>
            </a:pPr>
            <a:r>
              <a:rPr lang="en-US" sz="1800" dirty="0">
                <a:latin typeface="Courier New" charset="0"/>
              </a:rPr>
              <a:t>for (k=0; k&lt;n; k++) {</a:t>
            </a:r>
          </a:p>
          <a:p>
            <a:pPr algn="l">
              <a:lnSpc>
                <a:spcPct val="65000"/>
              </a:lnSpc>
              <a:spcBef>
                <a:spcPct val="50000"/>
              </a:spcBef>
            </a:pPr>
            <a:r>
              <a:rPr lang="en-US" sz="1800" dirty="0">
                <a:latin typeface="Courier New" charset="0"/>
              </a:rPr>
              <a:t>  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&lt;n; </a:t>
            </a:r>
            <a:r>
              <a:rPr lang="en-US" sz="1800" dirty="0" err="1">
                <a:latin typeface="Courier New" charset="0"/>
              </a:rPr>
              <a:t>i</a:t>
            </a:r>
            <a:r>
              <a:rPr lang="en-US" sz="1800" dirty="0">
                <a:latin typeface="Courier New" charset="0"/>
              </a:rPr>
              <a:t>++) {</a:t>
            </a:r>
          </a:p>
          <a:p>
            <a:pPr algn="l">
              <a:lnSpc>
                <a:spcPct val="65000"/>
              </a:lnSpc>
              <a:spcBef>
                <a:spcPct val="50000"/>
              </a:spcBef>
            </a:pPr>
            <a:r>
              <a:rPr lang="en-US" sz="1800" dirty="0">
                <a:latin typeface="Courier New" charset="0"/>
              </a:rPr>
              <a:t>    r = a[</a:t>
            </a:r>
            <a:r>
              <a:rPr lang="en-US" sz="1800" dirty="0" err="1">
                <a:latin typeface="Courier New" charset="0"/>
              </a:rPr>
              <a:t>i</a:t>
            </a:r>
            <a:r>
              <a:rPr lang="en-US" sz="1800" dirty="0">
                <a:latin typeface="Courier New" charset="0"/>
              </a:rPr>
              <a:t>][k];</a:t>
            </a:r>
          </a:p>
          <a:p>
            <a:pPr algn="l">
              <a:lnSpc>
                <a:spcPct val="65000"/>
              </a:lnSpc>
              <a:spcBef>
                <a:spcPct val="50000"/>
              </a:spcBef>
            </a:pPr>
            <a:r>
              <a:rPr lang="en-US" sz="1800" dirty="0">
                <a:latin typeface="Courier New" charset="0"/>
              </a:rPr>
              <a:t>    for (j=0; j&lt;n; j++)</a:t>
            </a:r>
          </a:p>
          <a:p>
            <a:pPr algn="l">
              <a:lnSpc>
                <a:spcPct val="65000"/>
              </a:lnSpc>
              <a:spcBef>
                <a:spcPct val="50000"/>
              </a:spcBef>
            </a:pPr>
            <a:r>
              <a:rPr lang="en-US" sz="1800" dirty="0">
                <a:latin typeface="Courier New" charset="0"/>
              </a:rPr>
              <a:t>      </a:t>
            </a:r>
            <a:r>
              <a:rPr lang="en-US" sz="1800" dirty="0">
                <a:solidFill>
                  <a:srgbClr val="FF0000"/>
                </a:solidFill>
                <a:latin typeface="Courier New" charset="0"/>
              </a:rPr>
              <a:t>c[</a:t>
            </a:r>
            <a:r>
              <a:rPr lang="en-US" sz="1800" dirty="0" err="1">
                <a:solidFill>
                  <a:srgbClr val="FF0000"/>
                </a:solidFill>
                <a:latin typeface="Courier New" charset="0"/>
              </a:rPr>
              <a:t>i</a:t>
            </a:r>
            <a:r>
              <a:rPr lang="en-US" sz="1800" dirty="0">
                <a:solidFill>
                  <a:srgbClr val="FF0000"/>
                </a:solidFill>
                <a:latin typeface="Courier New" charset="0"/>
              </a:rPr>
              <a:t>][j] += r * b[k][j];</a:t>
            </a:r>
            <a:r>
              <a:rPr lang="en-US" sz="1800" dirty="0">
                <a:latin typeface="Courier New" charset="0"/>
              </a:rPr>
              <a:t>   </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a:t>
            </a:r>
          </a:p>
          <a:p>
            <a:pPr algn="l">
              <a:lnSpc>
                <a:spcPct val="65000"/>
              </a:lnSpc>
              <a:spcBef>
                <a:spcPct val="50000"/>
              </a:spcBef>
            </a:pPr>
            <a:endParaRPr lang="en-US" sz="1800" dirty="0">
              <a:latin typeface="Courier New" charset="0"/>
            </a:endParaRPr>
          </a:p>
        </p:txBody>
      </p:sp>
      <p:sp>
        <p:nvSpPr>
          <p:cNvPr id="173060" name="Rectangle 4"/>
          <p:cNvSpPr>
            <a:spLocks noChangeArrowheads="1"/>
          </p:cNvSpPr>
          <p:nvPr/>
        </p:nvSpPr>
        <p:spPr bwMode="auto">
          <a:xfrm>
            <a:off x="53403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61" name="Rectangle 5"/>
          <p:cNvSpPr>
            <a:spLocks noChangeArrowheads="1"/>
          </p:cNvSpPr>
          <p:nvPr/>
        </p:nvSpPr>
        <p:spPr bwMode="auto">
          <a:xfrm>
            <a:off x="65595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62" name="Rectangle 6"/>
          <p:cNvSpPr>
            <a:spLocks noChangeArrowheads="1"/>
          </p:cNvSpPr>
          <p:nvPr/>
        </p:nvSpPr>
        <p:spPr bwMode="auto">
          <a:xfrm>
            <a:off x="77279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63" name="Rectangle 7"/>
          <p:cNvSpPr>
            <a:spLocks noChangeArrowheads="1"/>
          </p:cNvSpPr>
          <p:nvPr/>
        </p:nvSpPr>
        <p:spPr bwMode="auto">
          <a:xfrm>
            <a:off x="5472113" y="2959319"/>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3064" name="Rectangle 8"/>
          <p:cNvSpPr>
            <a:spLocks noChangeArrowheads="1"/>
          </p:cNvSpPr>
          <p:nvPr/>
        </p:nvSpPr>
        <p:spPr bwMode="auto">
          <a:xfrm>
            <a:off x="6691314" y="2959319"/>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3065" name="Rectangle 9"/>
          <p:cNvSpPr>
            <a:spLocks noChangeArrowheads="1"/>
          </p:cNvSpPr>
          <p:nvPr/>
        </p:nvSpPr>
        <p:spPr bwMode="auto">
          <a:xfrm>
            <a:off x="7848600" y="2959319"/>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C</a:t>
            </a:r>
          </a:p>
        </p:txBody>
      </p:sp>
      <p:sp>
        <p:nvSpPr>
          <p:cNvPr id="173066" name="Rectangle 10"/>
          <p:cNvSpPr>
            <a:spLocks noChangeArrowheads="1"/>
          </p:cNvSpPr>
          <p:nvPr/>
        </p:nvSpPr>
        <p:spPr bwMode="auto">
          <a:xfrm>
            <a:off x="8316914" y="2578495"/>
            <a:ext cx="588877"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a:t>
            </a:r>
          </a:p>
        </p:txBody>
      </p:sp>
      <p:sp>
        <p:nvSpPr>
          <p:cNvPr id="173067" name="Line 11"/>
          <p:cNvSpPr>
            <a:spLocks noChangeShapeType="1"/>
          </p:cNvSpPr>
          <p:nvPr/>
        </p:nvSpPr>
        <p:spPr bwMode="auto">
          <a:xfrm>
            <a:off x="7734301" y="2753038"/>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68" name="Rectangle 12"/>
          <p:cNvSpPr>
            <a:spLocks noChangeArrowheads="1"/>
          </p:cNvSpPr>
          <p:nvPr/>
        </p:nvSpPr>
        <p:spPr bwMode="auto">
          <a:xfrm>
            <a:off x="5422900" y="2765733"/>
            <a:ext cx="50800" cy="50777"/>
          </a:xfrm>
          <a:prstGeom prst="rect">
            <a:avLst/>
          </a:prstGeom>
          <a:solidFill>
            <a:srgbClr val="FF0000"/>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69" name="Rectangle 13"/>
          <p:cNvSpPr>
            <a:spLocks noChangeArrowheads="1"/>
          </p:cNvSpPr>
          <p:nvPr/>
        </p:nvSpPr>
        <p:spPr bwMode="auto">
          <a:xfrm>
            <a:off x="5289670" y="2350001"/>
            <a:ext cx="577731"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a:t>
            </a:r>
            <a:r>
              <a:rPr lang="en-US" sz="2003" b="0" dirty="0" err="1">
                <a:latin typeface="Calibri"/>
                <a:cs typeface="Calibri"/>
              </a:rPr>
              <a:t>i,k</a:t>
            </a:r>
            <a:r>
              <a:rPr lang="en-US" sz="2003" b="0" dirty="0">
                <a:latin typeface="Calibri"/>
                <a:cs typeface="Calibri"/>
              </a:rPr>
              <a:t>)</a:t>
            </a:r>
          </a:p>
        </p:txBody>
      </p:sp>
      <p:sp>
        <p:nvSpPr>
          <p:cNvPr id="173070" name="Rectangle 14"/>
          <p:cNvSpPr>
            <a:spLocks noChangeArrowheads="1"/>
          </p:cNvSpPr>
          <p:nvPr/>
        </p:nvSpPr>
        <p:spPr bwMode="auto">
          <a:xfrm>
            <a:off x="7148513" y="2350001"/>
            <a:ext cx="64661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(k,*)</a:t>
            </a:r>
          </a:p>
        </p:txBody>
      </p:sp>
      <p:sp>
        <p:nvSpPr>
          <p:cNvPr id="173071" name="Line 15"/>
          <p:cNvSpPr>
            <a:spLocks noChangeShapeType="1"/>
          </p:cNvSpPr>
          <p:nvPr/>
        </p:nvSpPr>
        <p:spPr bwMode="auto">
          <a:xfrm>
            <a:off x="6565901" y="2524545"/>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3072" name="Rectangle 16"/>
          <p:cNvSpPr>
            <a:spLocks noChangeArrowheads="1"/>
          </p:cNvSpPr>
          <p:nvPr/>
        </p:nvSpPr>
        <p:spPr bwMode="auto">
          <a:xfrm>
            <a:off x="5383213" y="1816848"/>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Inner loop:</a:t>
            </a:r>
          </a:p>
        </p:txBody>
      </p:sp>
      <p:sp>
        <p:nvSpPr>
          <p:cNvPr id="173074" name="Rectangle 18"/>
          <p:cNvSpPr>
            <a:spLocks noChangeArrowheads="1"/>
          </p:cNvSpPr>
          <p:nvPr/>
        </p:nvSpPr>
        <p:spPr bwMode="auto">
          <a:xfrm>
            <a:off x="6318097" y="3863774"/>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a:latin typeface="Calibri"/>
                <a:cs typeface="Calibri"/>
              </a:rPr>
              <a:t>Row-wise</a:t>
            </a:r>
          </a:p>
        </p:txBody>
      </p:sp>
      <p:sp>
        <p:nvSpPr>
          <p:cNvPr id="173075" name="Line 19"/>
          <p:cNvSpPr>
            <a:spLocks noChangeShapeType="1"/>
          </p:cNvSpPr>
          <p:nvPr/>
        </p:nvSpPr>
        <p:spPr bwMode="auto">
          <a:xfrm flipV="1">
            <a:off x="6881813" y="3352835"/>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3077" name="Rectangle 21"/>
          <p:cNvSpPr>
            <a:spLocks noChangeArrowheads="1"/>
          </p:cNvSpPr>
          <p:nvPr/>
        </p:nvSpPr>
        <p:spPr bwMode="auto">
          <a:xfrm>
            <a:off x="7461097" y="3863774"/>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a:latin typeface="Calibri"/>
                <a:cs typeface="Calibri"/>
              </a:rPr>
              <a:t>Row-wise</a:t>
            </a:r>
          </a:p>
        </p:txBody>
      </p:sp>
      <p:sp>
        <p:nvSpPr>
          <p:cNvPr id="173078" name="Line 22"/>
          <p:cNvSpPr>
            <a:spLocks noChangeShapeType="1"/>
          </p:cNvSpPr>
          <p:nvPr/>
        </p:nvSpPr>
        <p:spPr bwMode="auto">
          <a:xfrm flipV="1">
            <a:off x="8024813" y="3352835"/>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3080" name="Rectangle 24"/>
          <p:cNvSpPr>
            <a:spLocks noChangeArrowheads="1"/>
          </p:cNvSpPr>
          <p:nvPr/>
        </p:nvSpPr>
        <p:spPr bwMode="auto">
          <a:xfrm>
            <a:off x="5289922" y="3871708"/>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Fixed</a:t>
            </a:r>
          </a:p>
        </p:txBody>
      </p:sp>
      <p:sp>
        <p:nvSpPr>
          <p:cNvPr id="173081" name="Line 25"/>
          <p:cNvSpPr>
            <a:spLocks noChangeShapeType="1"/>
          </p:cNvSpPr>
          <p:nvPr/>
        </p:nvSpPr>
        <p:spPr bwMode="auto">
          <a:xfrm flipV="1">
            <a:off x="5632451" y="3360769"/>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3082" name="Rectangle 26"/>
          <p:cNvSpPr>
            <a:spLocks noChangeArrowheads="1"/>
          </p:cNvSpPr>
          <p:nvPr/>
        </p:nvSpPr>
        <p:spPr bwMode="auto">
          <a:xfrm>
            <a:off x="444501" y="4868196"/>
            <a:ext cx="4965700" cy="1226569"/>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0.0	0.25	0.25</a:t>
            </a:r>
          </a:p>
        </p:txBody>
      </p:sp>
    </p:spTree>
    <p:extLst>
      <p:ext uri="{BB962C8B-B14F-4D97-AF65-F5344CB8AC3E}">
        <p14:creationId xmlns:p14="http://schemas.microsoft.com/office/powerpoint/2010/main" val="81612502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7" name="Rectangle 27"/>
          <p:cNvSpPr>
            <a:spLocks noGrp="1" noChangeArrowheads="1"/>
          </p:cNvSpPr>
          <p:nvPr>
            <p:ph type="title"/>
          </p:nvPr>
        </p:nvSpPr>
        <p:spPr/>
        <p:txBody>
          <a:bodyPr/>
          <a:lstStyle/>
          <a:p>
            <a:r>
              <a:rPr lang="en-US"/>
              <a:t>Matrix Multiplication (ikj)</a:t>
            </a:r>
          </a:p>
        </p:txBody>
      </p:sp>
      <p:sp>
        <p:nvSpPr>
          <p:cNvPr id="174083" name="Rectangle 3"/>
          <p:cNvSpPr>
            <a:spLocks noChangeArrowheads="1"/>
          </p:cNvSpPr>
          <p:nvPr/>
        </p:nvSpPr>
        <p:spPr bwMode="auto">
          <a:xfrm>
            <a:off x="490538" y="1758138"/>
            <a:ext cx="4314825" cy="2499640"/>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ikj</a:t>
            </a:r>
            <a:r>
              <a:rPr lang="en-US" sz="1800" dirty="0">
                <a:latin typeface="Courier New" charset="0"/>
              </a:rPr>
              <a:t> */</a:t>
            </a:r>
          </a:p>
          <a:p>
            <a:pPr algn="l">
              <a:lnSpc>
                <a:spcPct val="65000"/>
              </a:lnSpc>
              <a:spcBef>
                <a:spcPct val="50000"/>
              </a:spcBef>
            </a:pPr>
            <a:r>
              <a:rPr lang="en-US" sz="1800" dirty="0">
                <a:latin typeface="Courier New" charset="0"/>
              </a:rPr>
              <a:t>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&lt;n; </a:t>
            </a:r>
            <a:r>
              <a:rPr lang="en-US" sz="1800" dirty="0" err="1">
                <a:latin typeface="Courier New" charset="0"/>
              </a:rPr>
              <a:t>i</a:t>
            </a:r>
            <a:r>
              <a:rPr lang="en-US" sz="1800" dirty="0">
                <a:latin typeface="Courier New" charset="0"/>
              </a:rPr>
              <a:t>++) {</a:t>
            </a:r>
          </a:p>
          <a:p>
            <a:pPr algn="l">
              <a:lnSpc>
                <a:spcPct val="65000"/>
              </a:lnSpc>
              <a:spcBef>
                <a:spcPct val="50000"/>
              </a:spcBef>
            </a:pPr>
            <a:r>
              <a:rPr lang="en-US" sz="1800" dirty="0">
                <a:latin typeface="Courier New" charset="0"/>
              </a:rPr>
              <a:t>  for (k=0; k&lt;n; k++) {</a:t>
            </a:r>
          </a:p>
          <a:p>
            <a:pPr algn="l">
              <a:lnSpc>
                <a:spcPct val="65000"/>
              </a:lnSpc>
              <a:spcBef>
                <a:spcPct val="50000"/>
              </a:spcBef>
            </a:pPr>
            <a:r>
              <a:rPr lang="en-US" sz="1800" dirty="0">
                <a:latin typeface="Courier New" charset="0"/>
              </a:rPr>
              <a:t>    r = a[</a:t>
            </a:r>
            <a:r>
              <a:rPr lang="en-US" sz="1800" dirty="0" err="1">
                <a:latin typeface="Courier New" charset="0"/>
              </a:rPr>
              <a:t>i</a:t>
            </a:r>
            <a:r>
              <a:rPr lang="en-US" sz="1800" dirty="0">
                <a:latin typeface="Courier New" charset="0"/>
              </a:rPr>
              <a:t>][k];</a:t>
            </a:r>
          </a:p>
          <a:p>
            <a:pPr algn="l">
              <a:lnSpc>
                <a:spcPct val="65000"/>
              </a:lnSpc>
              <a:spcBef>
                <a:spcPct val="50000"/>
              </a:spcBef>
            </a:pPr>
            <a:r>
              <a:rPr lang="en-US" sz="1800" dirty="0">
                <a:latin typeface="Courier New" charset="0"/>
              </a:rPr>
              <a:t>    for (j=0; j&lt;n; j++)</a:t>
            </a:r>
          </a:p>
          <a:p>
            <a:pPr algn="l">
              <a:lnSpc>
                <a:spcPct val="65000"/>
              </a:lnSpc>
              <a:spcBef>
                <a:spcPct val="50000"/>
              </a:spcBef>
            </a:pPr>
            <a:r>
              <a:rPr lang="en-US" sz="1800" dirty="0">
                <a:latin typeface="Courier New" charset="0"/>
              </a:rPr>
              <a:t>      </a:t>
            </a:r>
            <a:r>
              <a:rPr lang="en-US" sz="1800" dirty="0">
                <a:solidFill>
                  <a:srgbClr val="FF0000"/>
                </a:solidFill>
                <a:latin typeface="Courier New" charset="0"/>
              </a:rPr>
              <a:t>c[</a:t>
            </a:r>
            <a:r>
              <a:rPr lang="en-US" sz="1800" dirty="0" err="1">
                <a:solidFill>
                  <a:srgbClr val="FF0000"/>
                </a:solidFill>
                <a:latin typeface="Courier New" charset="0"/>
              </a:rPr>
              <a:t>i</a:t>
            </a:r>
            <a:r>
              <a:rPr lang="en-US" sz="1800" dirty="0">
                <a:solidFill>
                  <a:srgbClr val="FF0000"/>
                </a:solidFill>
                <a:latin typeface="Courier New" charset="0"/>
              </a:rPr>
              <a:t>][j] += r * b[k][j];</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a:t>
            </a:r>
          </a:p>
        </p:txBody>
      </p:sp>
      <p:sp>
        <p:nvSpPr>
          <p:cNvPr id="174084" name="Rectangle 4"/>
          <p:cNvSpPr>
            <a:spLocks noChangeArrowheads="1"/>
          </p:cNvSpPr>
          <p:nvPr/>
        </p:nvSpPr>
        <p:spPr bwMode="auto">
          <a:xfrm>
            <a:off x="53403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85" name="Rectangle 5"/>
          <p:cNvSpPr>
            <a:spLocks noChangeArrowheads="1"/>
          </p:cNvSpPr>
          <p:nvPr/>
        </p:nvSpPr>
        <p:spPr bwMode="auto">
          <a:xfrm>
            <a:off x="65595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86" name="Rectangle 6"/>
          <p:cNvSpPr>
            <a:spLocks noChangeArrowheads="1"/>
          </p:cNvSpPr>
          <p:nvPr/>
        </p:nvSpPr>
        <p:spPr bwMode="auto">
          <a:xfrm>
            <a:off x="7727951" y="237856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87" name="Rectangle 7"/>
          <p:cNvSpPr>
            <a:spLocks noChangeArrowheads="1"/>
          </p:cNvSpPr>
          <p:nvPr/>
        </p:nvSpPr>
        <p:spPr bwMode="auto">
          <a:xfrm>
            <a:off x="5472113" y="2959319"/>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4088" name="Rectangle 8"/>
          <p:cNvSpPr>
            <a:spLocks noChangeArrowheads="1"/>
          </p:cNvSpPr>
          <p:nvPr/>
        </p:nvSpPr>
        <p:spPr bwMode="auto">
          <a:xfrm>
            <a:off x="6691314" y="2959319"/>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4089" name="Rectangle 9"/>
          <p:cNvSpPr>
            <a:spLocks noChangeArrowheads="1"/>
          </p:cNvSpPr>
          <p:nvPr/>
        </p:nvSpPr>
        <p:spPr bwMode="auto">
          <a:xfrm>
            <a:off x="7848600" y="2959319"/>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C</a:t>
            </a:r>
          </a:p>
        </p:txBody>
      </p:sp>
      <p:sp>
        <p:nvSpPr>
          <p:cNvPr id="174090" name="Rectangle 10"/>
          <p:cNvSpPr>
            <a:spLocks noChangeArrowheads="1"/>
          </p:cNvSpPr>
          <p:nvPr/>
        </p:nvSpPr>
        <p:spPr bwMode="auto">
          <a:xfrm>
            <a:off x="8316914" y="2578495"/>
            <a:ext cx="588877"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a:t>
            </a:r>
          </a:p>
        </p:txBody>
      </p:sp>
      <p:sp>
        <p:nvSpPr>
          <p:cNvPr id="174091" name="Line 11"/>
          <p:cNvSpPr>
            <a:spLocks noChangeShapeType="1"/>
          </p:cNvSpPr>
          <p:nvPr/>
        </p:nvSpPr>
        <p:spPr bwMode="auto">
          <a:xfrm>
            <a:off x="7734301" y="2753038"/>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92" name="Rectangle 12"/>
          <p:cNvSpPr>
            <a:spLocks noChangeArrowheads="1"/>
          </p:cNvSpPr>
          <p:nvPr/>
        </p:nvSpPr>
        <p:spPr bwMode="auto">
          <a:xfrm>
            <a:off x="5422900" y="2765733"/>
            <a:ext cx="50800" cy="50777"/>
          </a:xfrm>
          <a:prstGeom prst="rect">
            <a:avLst/>
          </a:prstGeom>
          <a:solidFill>
            <a:schemeClr val="tx1"/>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93" name="Rectangle 13"/>
          <p:cNvSpPr>
            <a:spLocks noChangeArrowheads="1"/>
          </p:cNvSpPr>
          <p:nvPr/>
        </p:nvSpPr>
        <p:spPr bwMode="auto">
          <a:xfrm>
            <a:off x="5272089" y="2350001"/>
            <a:ext cx="577731"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(i,k)</a:t>
            </a:r>
          </a:p>
        </p:txBody>
      </p:sp>
      <p:sp>
        <p:nvSpPr>
          <p:cNvPr id="174094" name="Rectangle 14"/>
          <p:cNvSpPr>
            <a:spLocks noChangeArrowheads="1"/>
          </p:cNvSpPr>
          <p:nvPr/>
        </p:nvSpPr>
        <p:spPr bwMode="auto">
          <a:xfrm>
            <a:off x="7148513" y="2350001"/>
            <a:ext cx="64661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(k,*)</a:t>
            </a:r>
          </a:p>
        </p:txBody>
      </p:sp>
      <p:sp>
        <p:nvSpPr>
          <p:cNvPr id="174095" name="Line 15"/>
          <p:cNvSpPr>
            <a:spLocks noChangeShapeType="1"/>
          </p:cNvSpPr>
          <p:nvPr/>
        </p:nvSpPr>
        <p:spPr bwMode="auto">
          <a:xfrm>
            <a:off x="6565901" y="2524545"/>
            <a:ext cx="584200" cy="0"/>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096" name="Rectangle 16"/>
          <p:cNvSpPr>
            <a:spLocks noChangeArrowheads="1"/>
          </p:cNvSpPr>
          <p:nvPr/>
        </p:nvSpPr>
        <p:spPr bwMode="auto">
          <a:xfrm>
            <a:off x="5383213" y="1816848"/>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Inner loop:</a:t>
            </a:r>
          </a:p>
        </p:txBody>
      </p:sp>
      <p:sp>
        <p:nvSpPr>
          <p:cNvPr id="174098" name="Rectangle 18"/>
          <p:cNvSpPr>
            <a:spLocks noChangeArrowheads="1"/>
          </p:cNvSpPr>
          <p:nvPr/>
        </p:nvSpPr>
        <p:spPr bwMode="auto">
          <a:xfrm>
            <a:off x="6324601" y="4016104"/>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Row-wise</a:t>
            </a:r>
          </a:p>
        </p:txBody>
      </p:sp>
      <p:sp>
        <p:nvSpPr>
          <p:cNvPr id="174099" name="Line 19"/>
          <p:cNvSpPr>
            <a:spLocks noChangeShapeType="1"/>
          </p:cNvSpPr>
          <p:nvPr/>
        </p:nvSpPr>
        <p:spPr bwMode="auto">
          <a:xfrm flipV="1">
            <a:off x="6881813" y="3352835"/>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101" name="Rectangle 21"/>
          <p:cNvSpPr>
            <a:spLocks noChangeArrowheads="1"/>
          </p:cNvSpPr>
          <p:nvPr/>
        </p:nvSpPr>
        <p:spPr bwMode="auto">
          <a:xfrm>
            <a:off x="7467601" y="4016104"/>
            <a:ext cx="119061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Row-wise</a:t>
            </a:r>
          </a:p>
        </p:txBody>
      </p:sp>
      <p:sp>
        <p:nvSpPr>
          <p:cNvPr id="174102" name="Line 22"/>
          <p:cNvSpPr>
            <a:spLocks noChangeShapeType="1"/>
          </p:cNvSpPr>
          <p:nvPr/>
        </p:nvSpPr>
        <p:spPr bwMode="auto">
          <a:xfrm flipV="1">
            <a:off x="8024813" y="3352835"/>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104" name="Rectangle 24"/>
          <p:cNvSpPr>
            <a:spLocks noChangeArrowheads="1"/>
          </p:cNvSpPr>
          <p:nvPr/>
        </p:nvSpPr>
        <p:spPr bwMode="auto">
          <a:xfrm>
            <a:off x="5227639" y="4024038"/>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Fixed</a:t>
            </a:r>
          </a:p>
        </p:txBody>
      </p:sp>
      <p:sp>
        <p:nvSpPr>
          <p:cNvPr id="174105" name="Line 25"/>
          <p:cNvSpPr>
            <a:spLocks noChangeShapeType="1"/>
          </p:cNvSpPr>
          <p:nvPr/>
        </p:nvSpPr>
        <p:spPr bwMode="auto">
          <a:xfrm flipV="1">
            <a:off x="5632450" y="3360769"/>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4106" name="Rectangle 26"/>
          <p:cNvSpPr>
            <a:spLocks noChangeArrowheads="1"/>
          </p:cNvSpPr>
          <p:nvPr/>
        </p:nvSpPr>
        <p:spPr bwMode="auto">
          <a:xfrm>
            <a:off x="444500" y="4868196"/>
            <a:ext cx="5194300" cy="1226569"/>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0.0	0.25	0.25</a:t>
            </a:r>
          </a:p>
        </p:txBody>
      </p:sp>
    </p:spTree>
    <p:extLst>
      <p:ext uri="{BB962C8B-B14F-4D97-AF65-F5344CB8AC3E}">
        <p14:creationId xmlns:p14="http://schemas.microsoft.com/office/powerpoint/2010/main" val="520062318"/>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31" name="Rectangle 27"/>
          <p:cNvSpPr>
            <a:spLocks noGrp="1" noChangeArrowheads="1"/>
          </p:cNvSpPr>
          <p:nvPr>
            <p:ph type="title"/>
          </p:nvPr>
        </p:nvSpPr>
        <p:spPr/>
        <p:txBody>
          <a:bodyPr/>
          <a:lstStyle/>
          <a:p>
            <a:r>
              <a:rPr lang="en-US"/>
              <a:t>Matrix Multiplication (jki)</a:t>
            </a:r>
          </a:p>
        </p:txBody>
      </p:sp>
      <p:sp>
        <p:nvSpPr>
          <p:cNvPr id="175107" name="Rectangle 3"/>
          <p:cNvSpPr>
            <a:spLocks noChangeArrowheads="1"/>
          </p:cNvSpPr>
          <p:nvPr/>
        </p:nvSpPr>
        <p:spPr bwMode="auto">
          <a:xfrm>
            <a:off x="566739" y="1767659"/>
            <a:ext cx="4352925" cy="2499640"/>
          </a:xfrm>
          <a:prstGeom prst="rect">
            <a:avLst/>
          </a:prstGeom>
          <a:solidFill>
            <a:srgbClr val="F6F5BD"/>
          </a:solidFill>
          <a:ln w="12700">
            <a:solidFill>
              <a:srgbClr val="000000"/>
            </a:solidFill>
            <a:miter lim="800000"/>
            <a:headEnd/>
            <a:tailEnd/>
          </a:ln>
          <a:effectLst>
            <a:outerShdw blurRad="63500" dist="107763" dir="2700000" algn="ctr" rotWithShape="0">
              <a:srgbClr val="000000">
                <a:alpha val="74998"/>
              </a:srgb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jki</a:t>
            </a:r>
            <a:r>
              <a:rPr lang="en-US" sz="1800" dirty="0">
                <a:latin typeface="Courier New" charset="0"/>
              </a:rPr>
              <a:t> */</a:t>
            </a:r>
          </a:p>
          <a:p>
            <a:pPr algn="l">
              <a:lnSpc>
                <a:spcPct val="65000"/>
              </a:lnSpc>
              <a:spcBef>
                <a:spcPct val="50000"/>
              </a:spcBef>
            </a:pPr>
            <a:r>
              <a:rPr lang="en-US" sz="1800" dirty="0">
                <a:latin typeface="Courier New" charset="0"/>
              </a:rPr>
              <a:t>for (</a:t>
            </a:r>
            <a:r>
              <a:rPr lang="en-US" sz="1800" dirty="0" err="1">
                <a:latin typeface="Courier New" charset="0"/>
              </a:rPr>
              <a:t>j</a:t>
            </a:r>
            <a:r>
              <a:rPr lang="en-US" sz="1800" dirty="0">
                <a:latin typeface="Courier New" charset="0"/>
              </a:rPr>
              <a:t>=0; </a:t>
            </a:r>
            <a:r>
              <a:rPr lang="en-US" sz="1800" dirty="0" err="1">
                <a:latin typeface="Courier New" charset="0"/>
              </a:rPr>
              <a:t>j</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j</a:t>
            </a:r>
            <a:r>
              <a:rPr lang="en-US" sz="1800" dirty="0">
                <a:latin typeface="Courier New" charset="0"/>
              </a:rPr>
              <a:t>++) {</a:t>
            </a:r>
          </a:p>
          <a:p>
            <a:pPr algn="l">
              <a:lnSpc>
                <a:spcPct val="65000"/>
              </a:lnSpc>
              <a:spcBef>
                <a:spcPct val="50000"/>
              </a:spcBef>
            </a:pPr>
            <a:r>
              <a:rPr lang="en-US" sz="1800" dirty="0">
                <a:latin typeface="Courier New" charset="0"/>
              </a:rPr>
              <a:t>  for (</a:t>
            </a:r>
            <a:r>
              <a:rPr lang="en-US" sz="1800" dirty="0" err="1">
                <a:latin typeface="Courier New" charset="0"/>
              </a:rPr>
              <a:t>k</a:t>
            </a:r>
            <a:r>
              <a:rPr lang="en-US" sz="1800" dirty="0">
                <a:latin typeface="Courier New" charset="0"/>
              </a:rPr>
              <a:t>=0; </a:t>
            </a:r>
            <a:r>
              <a:rPr lang="en-US" sz="1800" dirty="0" err="1">
                <a:latin typeface="Courier New" charset="0"/>
              </a:rPr>
              <a:t>k</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k</a:t>
            </a:r>
            <a:r>
              <a:rPr lang="en-US" sz="1800" dirty="0">
                <a:latin typeface="Courier New" charset="0"/>
              </a:rPr>
              <a:t>++) {</a:t>
            </a:r>
          </a:p>
          <a:p>
            <a:pPr algn="l">
              <a:lnSpc>
                <a:spcPct val="65000"/>
              </a:lnSpc>
              <a:spcBef>
                <a:spcPct val="50000"/>
              </a:spcBef>
            </a:pPr>
            <a:r>
              <a:rPr lang="en-US" sz="1800" dirty="0">
                <a:latin typeface="Courier New" charset="0"/>
              </a:rPr>
              <a:t>    </a:t>
            </a:r>
            <a:r>
              <a:rPr lang="en-US" sz="1800" dirty="0" err="1">
                <a:latin typeface="Courier New" charset="0"/>
              </a:rPr>
              <a:t>r</a:t>
            </a:r>
            <a:r>
              <a:rPr lang="en-US" sz="1800" dirty="0">
                <a:latin typeface="Courier New" charset="0"/>
              </a:rPr>
              <a:t> = </a:t>
            </a:r>
            <a:r>
              <a:rPr lang="en-US" sz="1800" dirty="0" err="1">
                <a:latin typeface="Courier New" charset="0"/>
              </a:rPr>
              <a:t>b[k][j</a:t>
            </a:r>
            <a:r>
              <a:rPr lang="en-US" sz="1800" dirty="0">
                <a:latin typeface="Courier New" charset="0"/>
              </a:rPr>
              <a:t>];</a:t>
            </a:r>
          </a:p>
          <a:p>
            <a:pPr algn="l">
              <a:lnSpc>
                <a:spcPct val="65000"/>
              </a:lnSpc>
              <a:spcBef>
                <a:spcPct val="50000"/>
              </a:spcBef>
            </a:pPr>
            <a:r>
              <a:rPr lang="en-US" sz="1800" dirty="0">
                <a:latin typeface="Courier New" charset="0"/>
              </a:rPr>
              <a:t>    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a:t>
            </a:r>
            <a:r>
              <a:rPr lang="en-US" sz="1800" dirty="0" err="1">
                <a:latin typeface="Courier New" charset="0"/>
              </a:rPr>
              <a:t>n</a:t>
            </a:r>
            <a:r>
              <a:rPr lang="en-US" sz="1800" dirty="0">
                <a:latin typeface="Courier New" charset="0"/>
              </a:rPr>
              <a:t>; </a:t>
            </a:r>
            <a:r>
              <a:rPr lang="en-US" sz="1800" dirty="0" err="1">
                <a:latin typeface="Courier New" charset="0"/>
              </a:rPr>
              <a:t>i</a:t>
            </a:r>
            <a:r>
              <a:rPr lang="en-US" sz="1800" dirty="0">
                <a:latin typeface="Courier New" charset="0"/>
              </a:rPr>
              <a:t>++)</a:t>
            </a:r>
          </a:p>
          <a:p>
            <a:pPr algn="l">
              <a:lnSpc>
                <a:spcPct val="65000"/>
              </a:lnSpc>
              <a:spcBef>
                <a:spcPct val="50000"/>
              </a:spcBef>
            </a:pPr>
            <a:r>
              <a:rPr lang="en-US" sz="1800" dirty="0">
                <a:latin typeface="Courier New" charset="0"/>
              </a:rPr>
              <a:t>      </a:t>
            </a:r>
            <a:r>
              <a:rPr lang="en-US" sz="1800" dirty="0" err="1">
                <a:solidFill>
                  <a:srgbClr val="FF0000"/>
                </a:solidFill>
                <a:latin typeface="Courier New" charset="0"/>
              </a:rPr>
              <a:t>c[i][j</a:t>
            </a:r>
            <a:r>
              <a:rPr lang="en-US" sz="1800" dirty="0">
                <a:solidFill>
                  <a:srgbClr val="FF0000"/>
                </a:solidFill>
                <a:latin typeface="Courier New" charset="0"/>
              </a:rPr>
              <a:t>] += </a:t>
            </a:r>
            <a:r>
              <a:rPr lang="en-US" sz="1800" dirty="0" err="1">
                <a:solidFill>
                  <a:srgbClr val="FF0000"/>
                </a:solidFill>
                <a:latin typeface="Courier New" charset="0"/>
              </a:rPr>
              <a:t>a[i][k</a:t>
            </a:r>
            <a:r>
              <a:rPr lang="en-US" sz="1800" dirty="0">
                <a:solidFill>
                  <a:srgbClr val="FF0000"/>
                </a:solidFill>
                <a:latin typeface="Courier New" charset="0"/>
              </a:rPr>
              <a:t>] * </a:t>
            </a:r>
            <a:r>
              <a:rPr lang="en-US" sz="1800" dirty="0" err="1">
                <a:solidFill>
                  <a:srgbClr val="FF0000"/>
                </a:solidFill>
                <a:latin typeface="Courier New" charset="0"/>
              </a:rPr>
              <a:t>r</a:t>
            </a:r>
            <a:r>
              <a:rPr lang="en-US" sz="1800" dirty="0">
                <a:solidFill>
                  <a:srgbClr val="FF0000"/>
                </a:solidFill>
                <a:latin typeface="Courier New" charset="0"/>
              </a:rPr>
              <a:t>;</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	</a:t>
            </a:r>
          </a:p>
        </p:txBody>
      </p:sp>
      <p:sp>
        <p:nvSpPr>
          <p:cNvPr id="175108" name="Rectangle 4"/>
          <p:cNvSpPr>
            <a:spLocks noChangeArrowheads="1"/>
          </p:cNvSpPr>
          <p:nvPr/>
        </p:nvSpPr>
        <p:spPr bwMode="auto">
          <a:xfrm>
            <a:off x="5340351" y="243251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09" name="Rectangle 5"/>
          <p:cNvSpPr>
            <a:spLocks noChangeArrowheads="1"/>
          </p:cNvSpPr>
          <p:nvPr/>
        </p:nvSpPr>
        <p:spPr bwMode="auto">
          <a:xfrm>
            <a:off x="6559551" y="243251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10" name="Rectangle 6"/>
          <p:cNvSpPr>
            <a:spLocks noChangeArrowheads="1"/>
          </p:cNvSpPr>
          <p:nvPr/>
        </p:nvSpPr>
        <p:spPr bwMode="auto">
          <a:xfrm>
            <a:off x="7727951" y="2432512"/>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11" name="Rectangle 7"/>
          <p:cNvSpPr>
            <a:spLocks noChangeArrowheads="1"/>
          </p:cNvSpPr>
          <p:nvPr/>
        </p:nvSpPr>
        <p:spPr bwMode="auto">
          <a:xfrm>
            <a:off x="5472113" y="2959319"/>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5112" name="Rectangle 8"/>
          <p:cNvSpPr>
            <a:spLocks noChangeArrowheads="1"/>
          </p:cNvSpPr>
          <p:nvPr/>
        </p:nvSpPr>
        <p:spPr bwMode="auto">
          <a:xfrm>
            <a:off x="6691314" y="2959319"/>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5113" name="Rectangle 9"/>
          <p:cNvSpPr>
            <a:spLocks noChangeArrowheads="1"/>
          </p:cNvSpPr>
          <p:nvPr/>
        </p:nvSpPr>
        <p:spPr bwMode="auto">
          <a:xfrm>
            <a:off x="7848600" y="2959319"/>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C</a:t>
            </a:r>
          </a:p>
        </p:txBody>
      </p:sp>
      <p:sp>
        <p:nvSpPr>
          <p:cNvPr id="175114" name="Rectangle 10"/>
          <p:cNvSpPr>
            <a:spLocks noChangeArrowheads="1"/>
          </p:cNvSpPr>
          <p:nvPr/>
        </p:nvSpPr>
        <p:spPr bwMode="auto">
          <a:xfrm>
            <a:off x="7656514" y="2058036"/>
            <a:ext cx="591382"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a:t>
            </a:r>
            <a:r>
              <a:rPr lang="en-US" sz="2003" b="0" dirty="0" err="1">
                <a:latin typeface="Calibri"/>
                <a:cs typeface="Calibri"/>
              </a:rPr>
              <a:t>j</a:t>
            </a:r>
            <a:r>
              <a:rPr lang="en-US" sz="2003" b="0" dirty="0">
                <a:latin typeface="Calibri"/>
                <a:cs typeface="Calibri"/>
              </a:rPr>
              <a:t>)</a:t>
            </a:r>
          </a:p>
        </p:txBody>
      </p:sp>
      <p:sp>
        <p:nvSpPr>
          <p:cNvPr id="175115" name="Rectangle 11"/>
          <p:cNvSpPr>
            <a:spLocks noChangeArrowheads="1"/>
          </p:cNvSpPr>
          <p:nvPr/>
        </p:nvSpPr>
        <p:spPr bwMode="auto">
          <a:xfrm>
            <a:off x="6692901" y="2832376"/>
            <a:ext cx="50800" cy="50777"/>
          </a:xfrm>
          <a:prstGeom prst="rect">
            <a:avLst/>
          </a:prstGeom>
          <a:solidFill>
            <a:srgbClr val="FF0000"/>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16" name="Rectangle 12"/>
          <p:cNvSpPr>
            <a:spLocks noChangeArrowheads="1"/>
          </p:cNvSpPr>
          <p:nvPr/>
        </p:nvSpPr>
        <p:spPr bwMode="auto">
          <a:xfrm>
            <a:off x="6475413" y="2416645"/>
            <a:ext cx="580236"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(k,j)</a:t>
            </a:r>
          </a:p>
        </p:txBody>
      </p:sp>
      <p:sp>
        <p:nvSpPr>
          <p:cNvPr id="175117" name="Rectangle 13"/>
          <p:cNvSpPr>
            <a:spLocks noChangeArrowheads="1"/>
          </p:cNvSpPr>
          <p:nvPr/>
        </p:nvSpPr>
        <p:spPr bwMode="auto">
          <a:xfrm>
            <a:off x="5268913" y="1601049"/>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Inner loop:</a:t>
            </a:r>
          </a:p>
        </p:txBody>
      </p:sp>
      <p:sp>
        <p:nvSpPr>
          <p:cNvPr id="175118" name="Line 14"/>
          <p:cNvSpPr>
            <a:spLocks noChangeShapeType="1"/>
          </p:cNvSpPr>
          <p:nvPr/>
        </p:nvSpPr>
        <p:spPr bwMode="auto">
          <a:xfrm flipV="1">
            <a:off x="5803900" y="2426165"/>
            <a:ext cx="0" cy="533152"/>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19" name="Line 15"/>
          <p:cNvSpPr>
            <a:spLocks noChangeShapeType="1"/>
          </p:cNvSpPr>
          <p:nvPr/>
        </p:nvSpPr>
        <p:spPr bwMode="auto">
          <a:xfrm flipV="1">
            <a:off x="7886700" y="2438860"/>
            <a:ext cx="0" cy="533152"/>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5120" name="Rectangle 16"/>
          <p:cNvSpPr>
            <a:spLocks noChangeArrowheads="1"/>
          </p:cNvSpPr>
          <p:nvPr/>
        </p:nvSpPr>
        <p:spPr bwMode="auto">
          <a:xfrm>
            <a:off x="5522913" y="2058036"/>
            <a:ext cx="64661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a:t>
            </a:r>
            <a:r>
              <a:rPr lang="en-US" sz="2003" b="0" dirty="0" err="1">
                <a:latin typeface="Calibri"/>
                <a:cs typeface="Calibri"/>
              </a:rPr>
              <a:t>k</a:t>
            </a:r>
            <a:r>
              <a:rPr lang="en-US" sz="2003" b="0" dirty="0">
                <a:latin typeface="Calibri"/>
                <a:cs typeface="Calibri"/>
              </a:rPr>
              <a:t>)</a:t>
            </a:r>
          </a:p>
        </p:txBody>
      </p:sp>
      <p:sp>
        <p:nvSpPr>
          <p:cNvPr id="175122" name="Rectangle 18"/>
          <p:cNvSpPr>
            <a:spLocks noChangeArrowheads="1"/>
          </p:cNvSpPr>
          <p:nvPr/>
        </p:nvSpPr>
        <p:spPr bwMode="auto">
          <a:xfrm>
            <a:off x="5133853" y="3866477"/>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Column-</a:t>
            </a:r>
          </a:p>
          <a:p>
            <a:pPr algn="ctr">
              <a:lnSpc>
                <a:spcPct val="100000"/>
              </a:lnSpc>
            </a:pPr>
            <a:r>
              <a:rPr lang="en-US" sz="2003" b="0" dirty="0">
                <a:latin typeface="Calibri"/>
                <a:cs typeface="Calibri"/>
              </a:rPr>
              <a:t>wise</a:t>
            </a:r>
          </a:p>
        </p:txBody>
      </p:sp>
      <p:sp>
        <p:nvSpPr>
          <p:cNvPr id="175123" name="Line 19"/>
          <p:cNvSpPr>
            <a:spLocks noChangeShapeType="1"/>
          </p:cNvSpPr>
          <p:nvPr/>
        </p:nvSpPr>
        <p:spPr bwMode="auto">
          <a:xfrm flipV="1">
            <a:off x="5638800" y="3336027"/>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5125" name="Rectangle 21"/>
          <p:cNvSpPr>
            <a:spLocks noChangeArrowheads="1"/>
          </p:cNvSpPr>
          <p:nvPr/>
        </p:nvSpPr>
        <p:spPr bwMode="auto">
          <a:xfrm>
            <a:off x="7467601" y="3866477"/>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Column-</a:t>
            </a:r>
          </a:p>
          <a:p>
            <a:pPr algn="ctr">
              <a:lnSpc>
                <a:spcPct val="100000"/>
              </a:lnSpc>
            </a:pPr>
            <a:r>
              <a:rPr lang="en-US" sz="2003" b="0" dirty="0">
                <a:latin typeface="Calibri"/>
                <a:cs typeface="Calibri"/>
              </a:rPr>
              <a:t>wise</a:t>
            </a:r>
          </a:p>
        </p:txBody>
      </p:sp>
      <p:sp>
        <p:nvSpPr>
          <p:cNvPr id="175126" name="Line 22"/>
          <p:cNvSpPr>
            <a:spLocks noChangeShapeType="1"/>
          </p:cNvSpPr>
          <p:nvPr/>
        </p:nvSpPr>
        <p:spPr bwMode="auto">
          <a:xfrm flipV="1">
            <a:off x="8024813" y="3336027"/>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5128" name="Rectangle 24"/>
          <p:cNvSpPr>
            <a:spLocks noChangeArrowheads="1"/>
          </p:cNvSpPr>
          <p:nvPr/>
        </p:nvSpPr>
        <p:spPr bwMode="auto">
          <a:xfrm>
            <a:off x="6473256" y="3866477"/>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Fixed</a:t>
            </a:r>
          </a:p>
        </p:txBody>
      </p:sp>
      <p:sp>
        <p:nvSpPr>
          <p:cNvPr id="175129" name="Line 25"/>
          <p:cNvSpPr>
            <a:spLocks noChangeShapeType="1"/>
          </p:cNvSpPr>
          <p:nvPr/>
        </p:nvSpPr>
        <p:spPr bwMode="auto">
          <a:xfrm flipV="1">
            <a:off x="6815785" y="3343960"/>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pPr algn="ctr"/>
            <a:endParaRPr lang="en-US" sz="2003">
              <a:latin typeface="Calibri"/>
              <a:cs typeface="Calibri"/>
            </a:endParaRPr>
          </a:p>
        </p:txBody>
      </p:sp>
      <p:sp>
        <p:nvSpPr>
          <p:cNvPr id="175130" name="Rectangle 26"/>
          <p:cNvSpPr>
            <a:spLocks noChangeArrowheads="1"/>
          </p:cNvSpPr>
          <p:nvPr/>
        </p:nvSpPr>
        <p:spPr bwMode="auto">
          <a:xfrm>
            <a:off x="444501" y="4868196"/>
            <a:ext cx="5492750" cy="1226569"/>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1.0	0.0	1.0</a:t>
            </a:r>
          </a:p>
        </p:txBody>
      </p:sp>
    </p:spTree>
    <p:extLst>
      <p:ext uri="{BB962C8B-B14F-4D97-AF65-F5344CB8AC3E}">
        <p14:creationId xmlns:p14="http://schemas.microsoft.com/office/powerpoint/2010/main" val="1358917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55" name="Rectangle 27"/>
          <p:cNvSpPr>
            <a:spLocks noGrp="1" noChangeArrowheads="1"/>
          </p:cNvSpPr>
          <p:nvPr>
            <p:ph type="title"/>
          </p:nvPr>
        </p:nvSpPr>
        <p:spPr/>
        <p:txBody>
          <a:bodyPr/>
          <a:lstStyle/>
          <a:p>
            <a:r>
              <a:rPr lang="en-US"/>
              <a:t>Matrix Multiplication (kji)</a:t>
            </a:r>
          </a:p>
        </p:txBody>
      </p:sp>
      <p:sp>
        <p:nvSpPr>
          <p:cNvPr id="176131" name="Rectangle 3"/>
          <p:cNvSpPr>
            <a:spLocks noChangeArrowheads="1"/>
          </p:cNvSpPr>
          <p:nvPr/>
        </p:nvSpPr>
        <p:spPr bwMode="auto">
          <a:xfrm>
            <a:off x="617539" y="1783527"/>
            <a:ext cx="4518025" cy="2499640"/>
          </a:xfrm>
          <a:prstGeom prst="rect">
            <a:avLst/>
          </a:prstGeom>
          <a:solidFill>
            <a:srgbClr val="F6F5BD"/>
          </a:solidFill>
          <a:ln w="12700">
            <a:solidFill>
              <a:schemeClr val="tx1"/>
            </a:solidFill>
            <a:miter lim="800000"/>
            <a:headEnd/>
            <a:tailEnd/>
          </a:ln>
          <a:effectLst>
            <a:outerShdw blurRad="63500" dist="107763" dir="2700000" algn="ctr" rotWithShape="0">
              <a:srgbClr val="000000">
                <a:alpha val="74998"/>
              </a:srgbClr>
            </a:outerShdw>
          </a:effectLst>
        </p:spPr>
        <p:txBody>
          <a:bodyPr lIns="90468" tIns="44441" rIns="90468" bIns="44441">
            <a:prstTxWarp prst="textNoShape">
              <a:avLst/>
            </a:prstTxWarp>
            <a:spAutoFit/>
          </a:bodyPr>
          <a:lstStyle/>
          <a:p>
            <a:pPr algn="l">
              <a:lnSpc>
                <a:spcPct val="65000"/>
              </a:lnSpc>
              <a:spcBef>
                <a:spcPct val="50000"/>
              </a:spcBef>
            </a:pPr>
            <a:r>
              <a:rPr lang="en-US" sz="1800" dirty="0">
                <a:latin typeface="Courier New" charset="0"/>
              </a:rPr>
              <a:t>/* </a:t>
            </a:r>
            <a:r>
              <a:rPr lang="en-US" sz="1800" dirty="0" err="1">
                <a:latin typeface="Courier New" charset="0"/>
              </a:rPr>
              <a:t>kji</a:t>
            </a:r>
            <a:r>
              <a:rPr lang="en-US" sz="1800" dirty="0">
                <a:latin typeface="Courier New" charset="0"/>
              </a:rPr>
              <a:t> */</a:t>
            </a:r>
          </a:p>
          <a:p>
            <a:pPr algn="l">
              <a:lnSpc>
                <a:spcPct val="65000"/>
              </a:lnSpc>
              <a:spcBef>
                <a:spcPct val="50000"/>
              </a:spcBef>
            </a:pPr>
            <a:r>
              <a:rPr lang="en-US" sz="1800" dirty="0">
                <a:latin typeface="Courier New" charset="0"/>
              </a:rPr>
              <a:t>for (k=0; k&lt;n; k++) {</a:t>
            </a:r>
          </a:p>
          <a:p>
            <a:pPr algn="l">
              <a:lnSpc>
                <a:spcPct val="65000"/>
              </a:lnSpc>
              <a:spcBef>
                <a:spcPct val="50000"/>
              </a:spcBef>
            </a:pPr>
            <a:r>
              <a:rPr lang="en-US" sz="1800" dirty="0">
                <a:latin typeface="Courier New" charset="0"/>
              </a:rPr>
              <a:t>  for (j=0; j&lt;n; j++) {</a:t>
            </a:r>
          </a:p>
          <a:p>
            <a:pPr algn="l">
              <a:lnSpc>
                <a:spcPct val="65000"/>
              </a:lnSpc>
              <a:spcBef>
                <a:spcPct val="50000"/>
              </a:spcBef>
            </a:pPr>
            <a:r>
              <a:rPr lang="en-US" sz="1800" dirty="0">
                <a:latin typeface="Courier New" charset="0"/>
              </a:rPr>
              <a:t>    r = b[k][j];</a:t>
            </a:r>
          </a:p>
          <a:p>
            <a:pPr algn="l">
              <a:lnSpc>
                <a:spcPct val="65000"/>
              </a:lnSpc>
              <a:spcBef>
                <a:spcPct val="50000"/>
              </a:spcBef>
            </a:pPr>
            <a:r>
              <a:rPr lang="en-US" sz="1800" dirty="0">
                <a:latin typeface="Courier New" charset="0"/>
              </a:rPr>
              <a:t>    for (</a:t>
            </a:r>
            <a:r>
              <a:rPr lang="en-US" sz="1800" dirty="0" err="1">
                <a:latin typeface="Courier New" charset="0"/>
              </a:rPr>
              <a:t>i</a:t>
            </a:r>
            <a:r>
              <a:rPr lang="en-US" sz="1800" dirty="0">
                <a:latin typeface="Courier New" charset="0"/>
              </a:rPr>
              <a:t>=0; </a:t>
            </a:r>
            <a:r>
              <a:rPr lang="en-US" sz="1800" dirty="0" err="1">
                <a:latin typeface="Courier New" charset="0"/>
              </a:rPr>
              <a:t>i</a:t>
            </a:r>
            <a:r>
              <a:rPr lang="en-US" sz="1800" dirty="0">
                <a:latin typeface="Courier New" charset="0"/>
              </a:rPr>
              <a:t>&lt;n; </a:t>
            </a:r>
            <a:r>
              <a:rPr lang="en-US" sz="1800" dirty="0" err="1">
                <a:latin typeface="Courier New" charset="0"/>
              </a:rPr>
              <a:t>i</a:t>
            </a:r>
            <a:r>
              <a:rPr lang="en-US" sz="1800" dirty="0">
                <a:latin typeface="Courier New" charset="0"/>
              </a:rPr>
              <a:t>++)</a:t>
            </a:r>
          </a:p>
          <a:p>
            <a:pPr algn="l">
              <a:lnSpc>
                <a:spcPct val="65000"/>
              </a:lnSpc>
              <a:spcBef>
                <a:spcPct val="50000"/>
              </a:spcBef>
            </a:pPr>
            <a:r>
              <a:rPr lang="en-US" sz="1800" dirty="0">
                <a:latin typeface="Courier New" charset="0"/>
              </a:rPr>
              <a:t>      </a:t>
            </a:r>
            <a:r>
              <a:rPr lang="en-US" sz="1800" dirty="0">
                <a:solidFill>
                  <a:srgbClr val="FF0000"/>
                </a:solidFill>
                <a:latin typeface="Courier New" charset="0"/>
              </a:rPr>
              <a:t>c[</a:t>
            </a:r>
            <a:r>
              <a:rPr lang="en-US" sz="1800" dirty="0" err="1">
                <a:solidFill>
                  <a:srgbClr val="FF0000"/>
                </a:solidFill>
                <a:latin typeface="Courier New" charset="0"/>
              </a:rPr>
              <a:t>i</a:t>
            </a:r>
            <a:r>
              <a:rPr lang="en-US" sz="1800" dirty="0">
                <a:solidFill>
                  <a:srgbClr val="FF0000"/>
                </a:solidFill>
                <a:latin typeface="Courier New" charset="0"/>
              </a:rPr>
              <a:t>][j] += a[</a:t>
            </a:r>
            <a:r>
              <a:rPr lang="en-US" sz="1800" dirty="0" err="1">
                <a:solidFill>
                  <a:srgbClr val="FF0000"/>
                </a:solidFill>
                <a:latin typeface="Courier New" charset="0"/>
              </a:rPr>
              <a:t>i</a:t>
            </a:r>
            <a:r>
              <a:rPr lang="en-US" sz="1800" dirty="0">
                <a:solidFill>
                  <a:srgbClr val="FF0000"/>
                </a:solidFill>
                <a:latin typeface="Courier New" charset="0"/>
              </a:rPr>
              <a:t>][k] * r;</a:t>
            </a:r>
          </a:p>
          <a:p>
            <a:pPr algn="l">
              <a:lnSpc>
                <a:spcPct val="65000"/>
              </a:lnSpc>
              <a:spcBef>
                <a:spcPct val="50000"/>
              </a:spcBef>
            </a:pPr>
            <a:r>
              <a:rPr lang="en-US" sz="1800" dirty="0">
                <a:latin typeface="Courier New" charset="0"/>
              </a:rPr>
              <a:t>  }</a:t>
            </a:r>
          </a:p>
          <a:p>
            <a:pPr algn="l">
              <a:lnSpc>
                <a:spcPct val="65000"/>
              </a:lnSpc>
              <a:spcBef>
                <a:spcPct val="50000"/>
              </a:spcBef>
            </a:pPr>
            <a:r>
              <a:rPr lang="en-US" sz="1800" dirty="0">
                <a:latin typeface="Courier New" charset="0"/>
              </a:rPr>
              <a:t>}	</a:t>
            </a:r>
          </a:p>
        </p:txBody>
      </p:sp>
      <p:sp>
        <p:nvSpPr>
          <p:cNvPr id="176132" name="Rectangle 4"/>
          <p:cNvSpPr>
            <a:spLocks noChangeArrowheads="1"/>
          </p:cNvSpPr>
          <p:nvPr/>
        </p:nvSpPr>
        <p:spPr bwMode="auto">
          <a:xfrm>
            <a:off x="5657851" y="2607056"/>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33" name="Rectangle 5"/>
          <p:cNvSpPr>
            <a:spLocks noChangeArrowheads="1"/>
          </p:cNvSpPr>
          <p:nvPr/>
        </p:nvSpPr>
        <p:spPr bwMode="auto">
          <a:xfrm>
            <a:off x="6877051" y="2607056"/>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34" name="Rectangle 6"/>
          <p:cNvSpPr>
            <a:spLocks noChangeArrowheads="1"/>
          </p:cNvSpPr>
          <p:nvPr/>
        </p:nvSpPr>
        <p:spPr bwMode="auto">
          <a:xfrm>
            <a:off x="8045451" y="2607056"/>
            <a:ext cx="596900" cy="520459"/>
          </a:xfrm>
          <a:prstGeom prst="rect">
            <a:avLst/>
          </a:prstGeom>
          <a:solidFill>
            <a:schemeClr val="bg1"/>
          </a:solidFill>
          <a:ln w="12700">
            <a:solidFill>
              <a:schemeClr val="tx1"/>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35" name="Rectangle 7"/>
          <p:cNvSpPr>
            <a:spLocks noChangeArrowheads="1"/>
          </p:cNvSpPr>
          <p:nvPr/>
        </p:nvSpPr>
        <p:spPr bwMode="auto">
          <a:xfrm>
            <a:off x="5789613" y="3124342"/>
            <a:ext cx="336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A</a:t>
            </a:r>
          </a:p>
        </p:txBody>
      </p:sp>
      <p:sp>
        <p:nvSpPr>
          <p:cNvPr id="176136" name="Rectangle 8"/>
          <p:cNvSpPr>
            <a:spLocks noChangeArrowheads="1"/>
          </p:cNvSpPr>
          <p:nvPr/>
        </p:nvSpPr>
        <p:spPr bwMode="auto">
          <a:xfrm>
            <a:off x="7008814" y="3124342"/>
            <a:ext cx="322253"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B</a:t>
            </a:r>
          </a:p>
        </p:txBody>
      </p:sp>
      <p:sp>
        <p:nvSpPr>
          <p:cNvPr id="176137" name="Rectangle 9"/>
          <p:cNvSpPr>
            <a:spLocks noChangeArrowheads="1"/>
          </p:cNvSpPr>
          <p:nvPr/>
        </p:nvSpPr>
        <p:spPr bwMode="auto">
          <a:xfrm>
            <a:off x="8229600" y="3124342"/>
            <a:ext cx="319498"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dirty="0">
                <a:latin typeface="Calibri"/>
                <a:cs typeface="Calibri"/>
              </a:rPr>
              <a:t>C</a:t>
            </a:r>
          </a:p>
        </p:txBody>
      </p:sp>
      <p:sp>
        <p:nvSpPr>
          <p:cNvPr id="176138" name="Rectangle 10"/>
          <p:cNvSpPr>
            <a:spLocks noChangeArrowheads="1"/>
          </p:cNvSpPr>
          <p:nvPr/>
        </p:nvSpPr>
        <p:spPr bwMode="auto">
          <a:xfrm>
            <a:off x="7974014" y="2273837"/>
            <a:ext cx="591382"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(*,j)</a:t>
            </a:r>
          </a:p>
        </p:txBody>
      </p:sp>
      <p:sp>
        <p:nvSpPr>
          <p:cNvPr id="176139" name="Rectangle 11"/>
          <p:cNvSpPr>
            <a:spLocks noChangeArrowheads="1"/>
          </p:cNvSpPr>
          <p:nvPr/>
        </p:nvSpPr>
        <p:spPr bwMode="auto">
          <a:xfrm>
            <a:off x="7010401" y="3006921"/>
            <a:ext cx="50800" cy="50777"/>
          </a:xfrm>
          <a:prstGeom prst="rect">
            <a:avLst/>
          </a:prstGeom>
          <a:solidFill>
            <a:schemeClr val="tx1"/>
          </a:solidFill>
          <a:ln w="57150">
            <a:solidFill>
              <a:srgbClr val="FF0000"/>
            </a:solidFill>
            <a:miter lim="800000"/>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40" name="Rectangle 12"/>
          <p:cNvSpPr>
            <a:spLocks noChangeArrowheads="1"/>
          </p:cNvSpPr>
          <p:nvPr/>
        </p:nvSpPr>
        <p:spPr bwMode="auto">
          <a:xfrm>
            <a:off x="6792913" y="2591190"/>
            <a:ext cx="580236"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(k,j)</a:t>
            </a:r>
          </a:p>
        </p:txBody>
      </p:sp>
      <p:sp>
        <p:nvSpPr>
          <p:cNvPr id="176141" name="Rectangle 13"/>
          <p:cNvSpPr>
            <a:spLocks noChangeArrowheads="1"/>
          </p:cNvSpPr>
          <p:nvPr/>
        </p:nvSpPr>
        <p:spPr bwMode="auto">
          <a:xfrm>
            <a:off x="5586413" y="1829543"/>
            <a:ext cx="132463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Inner loop:</a:t>
            </a:r>
          </a:p>
        </p:txBody>
      </p:sp>
      <p:sp>
        <p:nvSpPr>
          <p:cNvPr id="176142" name="Line 14"/>
          <p:cNvSpPr>
            <a:spLocks noChangeShapeType="1"/>
          </p:cNvSpPr>
          <p:nvPr/>
        </p:nvSpPr>
        <p:spPr bwMode="auto">
          <a:xfrm flipV="1">
            <a:off x="6121400" y="2600710"/>
            <a:ext cx="0" cy="533152"/>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43" name="Line 15"/>
          <p:cNvSpPr>
            <a:spLocks noChangeShapeType="1"/>
          </p:cNvSpPr>
          <p:nvPr/>
        </p:nvSpPr>
        <p:spPr bwMode="auto">
          <a:xfrm flipV="1">
            <a:off x="8204200" y="2613403"/>
            <a:ext cx="0" cy="533152"/>
          </a:xfrm>
          <a:prstGeom prst="line">
            <a:avLst/>
          </a:prstGeom>
          <a:noFill/>
          <a:ln w="57150">
            <a:solidFill>
              <a:srgbClr val="FF0000"/>
            </a:solidFill>
            <a:round/>
            <a:headEnd/>
            <a:tailEn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44" name="Rectangle 16"/>
          <p:cNvSpPr>
            <a:spLocks noChangeArrowheads="1"/>
          </p:cNvSpPr>
          <p:nvPr/>
        </p:nvSpPr>
        <p:spPr bwMode="auto">
          <a:xfrm>
            <a:off x="5840413" y="2273837"/>
            <a:ext cx="646610" cy="397361"/>
          </a:xfrm>
          <a:prstGeom prst="rect">
            <a:avLst/>
          </a:prstGeom>
          <a:noFill/>
          <a:ln w="25400">
            <a:noFill/>
            <a:miter lim="800000"/>
            <a:headEnd/>
            <a:tailEnd/>
          </a:ln>
          <a:effectLst/>
        </p:spPr>
        <p:txBody>
          <a:bodyPr wrap="none" lIns="90468" tIns="44441" rIns="90468" bIns="44441">
            <a:prstTxWarp prst="textNoShape">
              <a:avLst/>
            </a:prstTxWarp>
            <a:spAutoFit/>
          </a:bodyPr>
          <a:lstStyle/>
          <a:p>
            <a:pPr algn="l">
              <a:lnSpc>
                <a:spcPct val="100000"/>
              </a:lnSpc>
            </a:pPr>
            <a:r>
              <a:rPr lang="en-US" sz="2003" b="0">
                <a:latin typeface="Calibri"/>
                <a:cs typeface="Calibri"/>
              </a:rPr>
              <a:t>(*,k)</a:t>
            </a:r>
          </a:p>
        </p:txBody>
      </p:sp>
      <p:sp>
        <p:nvSpPr>
          <p:cNvPr id="176146" name="Rectangle 18"/>
          <p:cNvSpPr>
            <a:spLocks noChangeArrowheads="1"/>
          </p:cNvSpPr>
          <p:nvPr/>
        </p:nvSpPr>
        <p:spPr bwMode="auto">
          <a:xfrm>
            <a:off x="6813922" y="4165259"/>
            <a:ext cx="733623" cy="39795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Fixed</a:t>
            </a:r>
          </a:p>
        </p:txBody>
      </p:sp>
      <p:sp>
        <p:nvSpPr>
          <p:cNvPr id="176147" name="Line 19"/>
          <p:cNvSpPr>
            <a:spLocks noChangeShapeType="1"/>
          </p:cNvSpPr>
          <p:nvPr/>
        </p:nvSpPr>
        <p:spPr bwMode="auto">
          <a:xfrm flipV="1">
            <a:off x="7156451" y="3509926"/>
            <a:ext cx="0" cy="626772"/>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49" name="Rectangle 21"/>
          <p:cNvSpPr>
            <a:spLocks noChangeArrowheads="1"/>
          </p:cNvSpPr>
          <p:nvPr/>
        </p:nvSpPr>
        <p:spPr bwMode="auto">
          <a:xfrm>
            <a:off x="5410200" y="4165259"/>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a:latin typeface="Calibri"/>
                <a:cs typeface="Calibri"/>
              </a:rPr>
              <a:t>Column-</a:t>
            </a:r>
          </a:p>
          <a:p>
            <a:pPr algn="ctr">
              <a:lnSpc>
                <a:spcPct val="100000"/>
              </a:lnSpc>
            </a:pPr>
            <a:r>
              <a:rPr lang="en-US" sz="2003" b="0">
                <a:latin typeface="Calibri"/>
                <a:cs typeface="Calibri"/>
              </a:rPr>
              <a:t>wise</a:t>
            </a:r>
          </a:p>
        </p:txBody>
      </p:sp>
      <p:sp>
        <p:nvSpPr>
          <p:cNvPr id="176150" name="Line 22"/>
          <p:cNvSpPr>
            <a:spLocks noChangeShapeType="1"/>
          </p:cNvSpPr>
          <p:nvPr/>
        </p:nvSpPr>
        <p:spPr bwMode="auto">
          <a:xfrm flipV="1">
            <a:off x="5967413" y="3501991"/>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52" name="Rectangle 24"/>
          <p:cNvSpPr>
            <a:spLocks noChangeArrowheads="1"/>
          </p:cNvSpPr>
          <p:nvPr/>
        </p:nvSpPr>
        <p:spPr bwMode="auto">
          <a:xfrm>
            <a:off x="7924001" y="4165259"/>
            <a:ext cx="1067599" cy="704994"/>
          </a:xfrm>
          <a:prstGeom prst="rect">
            <a:avLst/>
          </a:prstGeom>
          <a:noFill/>
          <a:ln w="25400">
            <a:noFill/>
            <a:miter lim="800000"/>
            <a:headEnd/>
            <a:tailEnd/>
          </a:ln>
          <a:effectLst/>
        </p:spPr>
        <p:txBody>
          <a:bodyPr wrap="none" lIns="90468" tIns="44441" rIns="90468" bIns="44441">
            <a:prstTxWarp prst="textNoShape">
              <a:avLst/>
            </a:prstTxWarp>
            <a:spAutoFit/>
          </a:bodyPr>
          <a:lstStyle/>
          <a:p>
            <a:pPr algn="ctr">
              <a:lnSpc>
                <a:spcPct val="100000"/>
              </a:lnSpc>
            </a:pPr>
            <a:r>
              <a:rPr lang="en-US" sz="2003" b="0" dirty="0">
                <a:latin typeface="Calibri"/>
                <a:cs typeface="Calibri"/>
              </a:rPr>
              <a:t>Column-</a:t>
            </a:r>
          </a:p>
          <a:p>
            <a:pPr algn="ctr">
              <a:lnSpc>
                <a:spcPct val="100000"/>
              </a:lnSpc>
            </a:pPr>
            <a:r>
              <a:rPr lang="en-US" sz="2003" b="0" dirty="0">
                <a:latin typeface="Calibri"/>
                <a:cs typeface="Calibri"/>
              </a:rPr>
              <a:t>wise</a:t>
            </a:r>
          </a:p>
        </p:txBody>
      </p:sp>
      <p:sp>
        <p:nvSpPr>
          <p:cNvPr id="176153" name="Line 25"/>
          <p:cNvSpPr>
            <a:spLocks noChangeShapeType="1"/>
          </p:cNvSpPr>
          <p:nvPr/>
        </p:nvSpPr>
        <p:spPr bwMode="auto">
          <a:xfrm flipV="1">
            <a:off x="8405813" y="3501991"/>
            <a:ext cx="0" cy="626773"/>
          </a:xfrm>
          <a:prstGeom prst="line">
            <a:avLst/>
          </a:prstGeom>
          <a:noFill/>
          <a:ln w="25400">
            <a:solidFill>
              <a:schemeClr val="tx1"/>
            </a:solidFill>
            <a:round/>
            <a:headEnd/>
            <a:tailEnd type="triangle" w="med" len="med"/>
          </a:ln>
          <a:effectLst/>
        </p:spPr>
        <p:txBody>
          <a:bodyPr wrap="none" lIns="91421" tIns="45710" rIns="91421" bIns="45710" anchor="ctr">
            <a:prstTxWarp prst="textNoShape">
              <a:avLst/>
            </a:prstTxWarp>
          </a:bodyPr>
          <a:lstStyle/>
          <a:p>
            <a:endParaRPr lang="en-US" sz="2003">
              <a:latin typeface="Calibri"/>
              <a:cs typeface="Calibri"/>
            </a:endParaRPr>
          </a:p>
        </p:txBody>
      </p:sp>
      <p:sp>
        <p:nvSpPr>
          <p:cNvPr id="176154" name="Rectangle 26"/>
          <p:cNvSpPr>
            <a:spLocks noChangeArrowheads="1"/>
          </p:cNvSpPr>
          <p:nvPr/>
        </p:nvSpPr>
        <p:spPr bwMode="auto">
          <a:xfrm>
            <a:off x="444501" y="4868196"/>
            <a:ext cx="4965700" cy="1226569"/>
          </a:xfrm>
          <a:prstGeom prst="rect">
            <a:avLst/>
          </a:prstGeom>
          <a:noFill/>
          <a:ln w="12700">
            <a:noFill/>
            <a:miter lim="800000"/>
            <a:headEnd/>
            <a:tailEnd/>
          </a:ln>
          <a:effectLst/>
        </p:spPr>
        <p:txBody>
          <a:bodyPr lIns="90468" tIns="44441" rIns="90468" bIns="44441">
            <a:prstTxWarp prst="textNoShape">
              <a:avLst/>
            </a:prstTxWarp>
          </a:bodyPr>
          <a:lstStyle/>
          <a:p>
            <a:pPr marL="223793" indent="-223793" defTabSz="895168">
              <a:tabLst>
                <a:tab pos="971354" algn="ctr"/>
                <a:tab pos="2342676" algn="ctr"/>
                <a:tab pos="3656860" algn="ctr"/>
              </a:tabLst>
            </a:pPr>
            <a:r>
              <a:rPr lang="en-US" sz="2403" b="0" u="sng" dirty="0">
                <a:latin typeface="Calibri"/>
                <a:cs typeface="Calibri"/>
              </a:rPr>
              <a:t>Misses per inner loop iteration:</a:t>
            </a:r>
          </a:p>
          <a:p>
            <a:pPr marL="560274" lvl="1" indent="-222205" defTabSz="895168">
              <a:tabLst>
                <a:tab pos="971354" algn="ctr"/>
                <a:tab pos="2342676" algn="ctr"/>
                <a:tab pos="3656860" algn="ctr"/>
              </a:tabLst>
            </a:pPr>
            <a:r>
              <a:rPr lang="en-US" sz="2403" b="0" dirty="0">
                <a:latin typeface="Calibri"/>
                <a:cs typeface="Calibri"/>
              </a:rPr>
              <a:t>		</a:t>
            </a:r>
            <a:r>
              <a:rPr lang="en-US" sz="2403" b="0" u="sng" dirty="0">
                <a:latin typeface="Calibri"/>
                <a:cs typeface="Calibri"/>
              </a:rPr>
              <a:t>A</a:t>
            </a:r>
            <a:r>
              <a:rPr lang="en-US" sz="2403" b="0" dirty="0">
                <a:latin typeface="Calibri"/>
                <a:cs typeface="Calibri"/>
              </a:rPr>
              <a:t>	</a:t>
            </a:r>
            <a:r>
              <a:rPr lang="en-US" sz="2403" b="0" u="sng" dirty="0">
                <a:latin typeface="Calibri"/>
                <a:cs typeface="Calibri"/>
              </a:rPr>
              <a:t>B</a:t>
            </a:r>
            <a:r>
              <a:rPr lang="en-US" sz="2403" b="0" dirty="0">
                <a:latin typeface="Calibri"/>
                <a:cs typeface="Calibri"/>
              </a:rPr>
              <a:t>	</a:t>
            </a:r>
            <a:r>
              <a:rPr lang="en-US" sz="2403" b="0" u="sng" dirty="0">
                <a:latin typeface="Calibri"/>
                <a:cs typeface="Calibri"/>
              </a:rPr>
              <a:t>C</a:t>
            </a:r>
            <a:endParaRPr lang="en-US" sz="2403" b="0" dirty="0">
              <a:latin typeface="Calibri"/>
              <a:cs typeface="Calibri"/>
            </a:endParaRPr>
          </a:p>
          <a:p>
            <a:pPr marL="560274" lvl="1" indent="-222205" defTabSz="895168">
              <a:tabLst>
                <a:tab pos="971354" algn="ctr"/>
                <a:tab pos="2342676" algn="ctr"/>
                <a:tab pos="3656860" algn="ctr"/>
              </a:tabLst>
            </a:pPr>
            <a:r>
              <a:rPr lang="en-US" sz="2403" b="0" dirty="0">
                <a:latin typeface="Calibri"/>
                <a:cs typeface="Calibri"/>
              </a:rPr>
              <a:t>		1.0	0.0	1.0</a:t>
            </a:r>
          </a:p>
        </p:txBody>
      </p:sp>
    </p:spTree>
    <p:extLst>
      <p:ext uri="{BB962C8B-B14F-4D97-AF65-F5344CB8AC3E}">
        <p14:creationId xmlns:p14="http://schemas.microsoft.com/office/powerpoint/2010/main" val="163018669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61" name="Rectangle 9"/>
          <p:cNvSpPr>
            <a:spLocks noGrp="1" noChangeArrowheads="1"/>
          </p:cNvSpPr>
          <p:nvPr>
            <p:ph type="title"/>
          </p:nvPr>
        </p:nvSpPr>
        <p:spPr>
          <a:xfrm>
            <a:off x="357019" y="306249"/>
            <a:ext cx="7592093" cy="761647"/>
          </a:xfrm>
        </p:spPr>
        <p:txBody>
          <a:bodyPr/>
          <a:lstStyle/>
          <a:p>
            <a:r>
              <a:rPr lang="en-US" dirty="0"/>
              <a:t>Summary of Matrix Multiplication</a:t>
            </a:r>
          </a:p>
        </p:txBody>
      </p:sp>
      <p:sp>
        <p:nvSpPr>
          <p:cNvPr id="177156" name="Rectangle 4"/>
          <p:cNvSpPr>
            <a:spLocks noChangeArrowheads="1"/>
          </p:cNvSpPr>
          <p:nvPr/>
        </p:nvSpPr>
        <p:spPr bwMode="auto">
          <a:xfrm>
            <a:off x="5486401" y="1372554"/>
            <a:ext cx="2324353" cy="1012628"/>
          </a:xfrm>
          <a:prstGeom prst="rect">
            <a:avLst/>
          </a:prstGeom>
          <a:noFill/>
          <a:ln w="12700">
            <a:noFill/>
            <a:miter lim="800000"/>
            <a:headEnd/>
            <a:tailEnd/>
          </a:ln>
          <a:effectLst/>
        </p:spPr>
        <p:txBody>
          <a:bodyPr wrap="none" lIns="90468" tIns="44441" rIns="90468" bIns="44441">
            <a:prstTxWarp prst="textNoShape">
              <a:avLst/>
            </a:prstTxWarp>
            <a:spAutoFit/>
          </a:bodyPr>
          <a:lstStyle/>
          <a:p>
            <a:pPr>
              <a:tabLst>
                <a:tab pos="228554" algn="l"/>
              </a:tabLst>
            </a:pPr>
            <a:r>
              <a:rPr lang="en-US" sz="2003" dirty="0" err="1">
                <a:latin typeface="Calibri"/>
                <a:cs typeface="Calibri"/>
              </a:rPr>
              <a:t>ijk</a:t>
            </a:r>
            <a:r>
              <a:rPr lang="en-US" sz="2003" dirty="0">
                <a:latin typeface="Calibri"/>
                <a:cs typeface="Calibri"/>
              </a:rPr>
              <a:t> (&amp; </a:t>
            </a:r>
            <a:r>
              <a:rPr lang="en-US" sz="2003" dirty="0" err="1">
                <a:latin typeface="Calibri"/>
                <a:cs typeface="Calibri"/>
              </a:rPr>
              <a:t>jik</a:t>
            </a:r>
            <a:r>
              <a:rPr lang="en-US" sz="2003" dirty="0">
                <a:latin typeface="Calibri"/>
                <a:cs typeface="Calibri"/>
              </a:rPr>
              <a:t>): </a:t>
            </a:r>
          </a:p>
          <a:p>
            <a:pPr marL="114277" lvl="1">
              <a:buFontTx/>
              <a:buChar char="•"/>
              <a:tabLst>
                <a:tab pos="228554" algn="l"/>
              </a:tabLst>
            </a:pPr>
            <a:r>
              <a:rPr lang="en-US" sz="2003" dirty="0">
                <a:latin typeface="Calibri"/>
                <a:cs typeface="Calibri"/>
              </a:rPr>
              <a:t> </a:t>
            </a:r>
            <a:r>
              <a:rPr lang="en-US" sz="2003" b="0" dirty="0">
                <a:latin typeface="Calibri"/>
                <a:cs typeface="Calibri"/>
              </a:rPr>
              <a:t>2 loads, 0 stores</a:t>
            </a:r>
          </a:p>
          <a:p>
            <a:pPr marL="114277" lvl="1">
              <a:buFontTx/>
              <a:buChar char="•"/>
              <a:tabLst>
                <a:tab pos="228554" algn="l"/>
              </a:tabLst>
            </a:pPr>
            <a:r>
              <a:rPr lang="en-US" sz="2003" b="0" dirty="0">
                <a:latin typeface="Calibri"/>
                <a:cs typeface="Calibri"/>
              </a:rPr>
              <a:t> misses/</a:t>
            </a:r>
            <a:r>
              <a:rPr lang="en-US" sz="2003" b="0" dirty="0" err="1">
                <a:latin typeface="Calibri"/>
                <a:cs typeface="Calibri"/>
              </a:rPr>
              <a:t>iter</a:t>
            </a:r>
            <a:r>
              <a:rPr lang="en-US" sz="2003" b="0" dirty="0">
                <a:latin typeface="Calibri"/>
                <a:cs typeface="Calibri"/>
              </a:rPr>
              <a:t> = </a:t>
            </a:r>
            <a:r>
              <a:rPr lang="en-US" sz="2003" dirty="0">
                <a:latin typeface="Calibri"/>
                <a:cs typeface="Calibri"/>
              </a:rPr>
              <a:t>1.25</a:t>
            </a:r>
          </a:p>
        </p:txBody>
      </p:sp>
      <p:sp>
        <p:nvSpPr>
          <p:cNvPr id="177159" name="Rectangle 7"/>
          <p:cNvSpPr>
            <a:spLocks noChangeArrowheads="1"/>
          </p:cNvSpPr>
          <p:nvPr/>
        </p:nvSpPr>
        <p:spPr bwMode="auto">
          <a:xfrm>
            <a:off x="5486401" y="3313167"/>
            <a:ext cx="2196113" cy="1012628"/>
          </a:xfrm>
          <a:prstGeom prst="rect">
            <a:avLst/>
          </a:prstGeom>
          <a:noFill/>
          <a:ln w="12700">
            <a:noFill/>
            <a:miter lim="800000"/>
            <a:headEnd/>
            <a:tailEnd/>
          </a:ln>
          <a:effectLst/>
        </p:spPr>
        <p:txBody>
          <a:bodyPr wrap="none" lIns="90468" tIns="44441" rIns="90468" bIns="44441">
            <a:prstTxWarp prst="textNoShape">
              <a:avLst/>
            </a:prstTxWarp>
            <a:spAutoFit/>
          </a:bodyPr>
          <a:lstStyle/>
          <a:p>
            <a:pPr>
              <a:tabLst>
                <a:tab pos="228554" algn="l"/>
              </a:tabLst>
            </a:pPr>
            <a:r>
              <a:rPr lang="en-US" sz="2003">
                <a:latin typeface="Calibri"/>
                <a:cs typeface="Calibri"/>
              </a:rPr>
              <a:t>kij (&amp; ikj): </a:t>
            </a:r>
          </a:p>
          <a:p>
            <a:pPr marL="114277" lvl="1">
              <a:buFontTx/>
              <a:buChar char="•"/>
              <a:tabLst>
                <a:tab pos="228554" algn="l"/>
              </a:tabLst>
            </a:pPr>
            <a:r>
              <a:rPr lang="en-US" sz="2003">
                <a:latin typeface="Calibri"/>
                <a:cs typeface="Calibri"/>
              </a:rPr>
              <a:t> </a:t>
            </a:r>
            <a:r>
              <a:rPr lang="en-US" sz="2003" b="0">
                <a:latin typeface="Calibri"/>
                <a:cs typeface="Calibri"/>
              </a:rPr>
              <a:t>2 loads, 1 store</a:t>
            </a:r>
          </a:p>
          <a:p>
            <a:pPr marL="114277" lvl="1">
              <a:buFontTx/>
              <a:buChar char="•"/>
              <a:tabLst>
                <a:tab pos="228554" algn="l"/>
              </a:tabLst>
            </a:pPr>
            <a:r>
              <a:rPr lang="en-US" sz="2003" b="0">
                <a:latin typeface="Calibri"/>
                <a:cs typeface="Calibri"/>
              </a:rPr>
              <a:t> misses/iter = </a:t>
            </a:r>
            <a:r>
              <a:rPr lang="en-US" sz="2003">
                <a:latin typeface="Calibri"/>
                <a:cs typeface="Calibri"/>
              </a:rPr>
              <a:t>0.5</a:t>
            </a:r>
            <a:endParaRPr lang="en-US" sz="2003" b="0">
              <a:latin typeface="Calibri"/>
              <a:cs typeface="Calibri"/>
            </a:endParaRPr>
          </a:p>
        </p:txBody>
      </p:sp>
      <p:sp>
        <p:nvSpPr>
          <p:cNvPr id="177160" name="Rectangle 8"/>
          <p:cNvSpPr>
            <a:spLocks noChangeArrowheads="1"/>
          </p:cNvSpPr>
          <p:nvPr/>
        </p:nvSpPr>
        <p:spPr bwMode="auto">
          <a:xfrm>
            <a:off x="5486401" y="5183962"/>
            <a:ext cx="2221761" cy="1012628"/>
          </a:xfrm>
          <a:prstGeom prst="rect">
            <a:avLst/>
          </a:prstGeom>
          <a:noFill/>
          <a:ln w="12700">
            <a:noFill/>
            <a:miter lim="800000"/>
            <a:headEnd/>
            <a:tailEnd/>
          </a:ln>
          <a:effectLst/>
        </p:spPr>
        <p:txBody>
          <a:bodyPr wrap="none" lIns="90468" tIns="44441" rIns="90468" bIns="44441">
            <a:prstTxWarp prst="textNoShape">
              <a:avLst/>
            </a:prstTxWarp>
            <a:spAutoFit/>
          </a:bodyPr>
          <a:lstStyle/>
          <a:p>
            <a:pPr>
              <a:tabLst>
                <a:tab pos="228554" algn="l"/>
              </a:tabLst>
            </a:pPr>
            <a:r>
              <a:rPr lang="en-US" sz="2003">
                <a:latin typeface="Calibri"/>
                <a:cs typeface="Calibri"/>
              </a:rPr>
              <a:t>jki (&amp; kji): </a:t>
            </a:r>
          </a:p>
          <a:p>
            <a:pPr marL="114277" lvl="1">
              <a:buFontTx/>
              <a:buChar char="•"/>
              <a:tabLst>
                <a:tab pos="228554" algn="l"/>
              </a:tabLst>
            </a:pPr>
            <a:r>
              <a:rPr lang="en-US" sz="2003">
                <a:latin typeface="Calibri"/>
                <a:cs typeface="Calibri"/>
              </a:rPr>
              <a:t> </a:t>
            </a:r>
            <a:r>
              <a:rPr lang="en-US" sz="2003" b="0">
                <a:latin typeface="Calibri"/>
                <a:cs typeface="Calibri"/>
              </a:rPr>
              <a:t>2 loads, 1 store</a:t>
            </a:r>
          </a:p>
          <a:p>
            <a:pPr marL="114277" lvl="1">
              <a:buFontTx/>
              <a:buChar char="•"/>
              <a:tabLst>
                <a:tab pos="228554" algn="l"/>
              </a:tabLst>
            </a:pPr>
            <a:r>
              <a:rPr lang="en-US" sz="2003" b="0">
                <a:latin typeface="Calibri"/>
                <a:cs typeface="Calibri"/>
              </a:rPr>
              <a:t> misses/iter = </a:t>
            </a:r>
            <a:r>
              <a:rPr lang="en-US" sz="2003">
                <a:latin typeface="Calibri"/>
                <a:cs typeface="Calibri"/>
              </a:rPr>
              <a:t>2.0</a:t>
            </a:r>
            <a:endParaRPr lang="en-US" sz="2003" b="0">
              <a:latin typeface="Calibri"/>
              <a:cs typeface="Calibri"/>
            </a:endParaRPr>
          </a:p>
        </p:txBody>
      </p:sp>
      <p:sp>
        <p:nvSpPr>
          <p:cNvPr id="177155" name="Rectangle 3"/>
          <p:cNvSpPr>
            <a:spLocks noChangeArrowheads="1"/>
          </p:cNvSpPr>
          <p:nvPr/>
        </p:nvSpPr>
        <p:spPr bwMode="auto">
          <a:xfrm>
            <a:off x="1295401" y="1059962"/>
            <a:ext cx="3481388" cy="2081834"/>
          </a:xfrm>
          <a:prstGeom prst="rect">
            <a:avLst/>
          </a:prstGeom>
          <a:solidFill>
            <a:srgbClr val="F6F5BD"/>
          </a:solidFill>
          <a:ln w="12700">
            <a:solidFill>
              <a:schemeClr val="tx1"/>
            </a:solidFill>
            <a:miter lim="800000"/>
            <a:headEnd/>
            <a:tailEnd/>
          </a:ln>
          <a:effectLst/>
        </p:spPr>
        <p:txBody>
          <a:bodyPr lIns="90468" tIns="44441" rIns="90468" bIns="44441">
            <a:prstTxWarp prst="textNoShape">
              <a:avLst/>
            </a:prstTxWarp>
            <a:spAutoFit/>
          </a:bodyPr>
          <a:lstStyle/>
          <a:p>
            <a:pPr algn="l">
              <a:lnSpc>
                <a:spcPct val="70000"/>
              </a:lnSpc>
              <a:spcBef>
                <a:spcPct val="50000"/>
              </a:spcBef>
            </a:pPr>
            <a:r>
              <a:rPr lang="en-US" sz="1402" dirty="0">
                <a:latin typeface="Courier New" charset="0"/>
              </a:rPr>
              <a:t>for (</a:t>
            </a:r>
            <a:r>
              <a:rPr lang="en-US" sz="1402" dirty="0" err="1">
                <a:latin typeface="Courier New" charset="0"/>
              </a:rPr>
              <a:t>i</a:t>
            </a:r>
            <a:r>
              <a:rPr lang="en-US" sz="1402" dirty="0">
                <a:latin typeface="Courier New" charset="0"/>
              </a:rPr>
              <a:t>=0; </a:t>
            </a:r>
            <a:r>
              <a:rPr lang="en-US" sz="1402" dirty="0" err="1">
                <a:latin typeface="Courier New" charset="0"/>
              </a:rPr>
              <a:t>i</a:t>
            </a:r>
            <a:r>
              <a:rPr lang="en-US" sz="1402" dirty="0">
                <a:latin typeface="Courier New" charset="0"/>
              </a:rPr>
              <a:t>&lt;</a:t>
            </a:r>
            <a:r>
              <a:rPr lang="en-US" sz="1402" dirty="0" err="1">
                <a:latin typeface="Courier New" charset="0"/>
              </a:rPr>
              <a:t>n</a:t>
            </a:r>
            <a:r>
              <a:rPr lang="en-US" sz="1402" dirty="0">
                <a:latin typeface="Courier New" charset="0"/>
              </a:rPr>
              <a:t>; </a:t>
            </a:r>
            <a:r>
              <a:rPr lang="en-US" sz="1402" dirty="0" err="1">
                <a:latin typeface="Courier New" charset="0"/>
              </a:rPr>
              <a:t>i</a:t>
            </a:r>
            <a:r>
              <a:rPr lang="en-US" sz="1402" dirty="0">
                <a:latin typeface="Courier New" charset="0"/>
              </a:rPr>
              <a:t>++) {</a:t>
            </a:r>
          </a:p>
          <a:p>
            <a:pPr algn="l">
              <a:lnSpc>
                <a:spcPct val="70000"/>
              </a:lnSpc>
              <a:spcBef>
                <a:spcPct val="50000"/>
              </a:spcBef>
            </a:pPr>
            <a:r>
              <a:rPr lang="en-US" sz="1402" dirty="0">
                <a:latin typeface="Courier New" charset="0"/>
              </a:rPr>
              <a:t>  for (</a:t>
            </a:r>
            <a:r>
              <a:rPr lang="en-US" sz="1402" dirty="0" err="1">
                <a:latin typeface="Courier New" charset="0"/>
              </a:rPr>
              <a:t>j</a:t>
            </a:r>
            <a:r>
              <a:rPr lang="en-US" sz="1402" dirty="0">
                <a:latin typeface="Courier New" charset="0"/>
              </a:rPr>
              <a:t>=0; </a:t>
            </a:r>
            <a:r>
              <a:rPr lang="en-US" sz="1402" dirty="0" err="1">
                <a:latin typeface="Courier New" charset="0"/>
              </a:rPr>
              <a:t>j</a:t>
            </a:r>
            <a:r>
              <a:rPr lang="en-US" sz="1402" dirty="0">
                <a:latin typeface="Courier New" charset="0"/>
              </a:rPr>
              <a:t>&lt;</a:t>
            </a:r>
            <a:r>
              <a:rPr lang="en-US" sz="1402" dirty="0" err="1">
                <a:latin typeface="Courier New" charset="0"/>
              </a:rPr>
              <a:t>n</a:t>
            </a:r>
            <a:r>
              <a:rPr lang="en-US" sz="1402" dirty="0">
                <a:latin typeface="Courier New" charset="0"/>
              </a:rPr>
              <a:t>; </a:t>
            </a:r>
            <a:r>
              <a:rPr lang="en-US" sz="1402" dirty="0" err="1">
                <a:latin typeface="Courier New" charset="0"/>
              </a:rPr>
              <a:t>j</a:t>
            </a:r>
            <a:r>
              <a:rPr lang="en-US" sz="1402" dirty="0">
                <a:latin typeface="Courier New" charset="0"/>
              </a:rPr>
              <a:t>++) {</a:t>
            </a:r>
          </a:p>
          <a:p>
            <a:pPr algn="l">
              <a:lnSpc>
                <a:spcPct val="70000"/>
              </a:lnSpc>
              <a:spcBef>
                <a:spcPct val="50000"/>
              </a:spcBef>
            </a:pPr>
            <a:r>
              <a:rPr lang="en-US" sz="1402" dirty="0">
                <a:latin typeface="Courier New" charset="0"/>
              </a:rPr>
              <a:t>   sum = 0.0;</a:t>
            </a:r>
          </a:p>
          <a:p>
            <a:pPr algn="l">
              <a:lnSpc>
                <a:spcPct val="70000"/>
              </a:lnSpc>
              <a:spcBef>
                <a:spcPct val="50000"/>
              </a:spcBef>
            </a:pPr>
            <a:r>
              <a:rPr lang="en-US" sz="1402" dirty="0">
                <a:latin typeface="Courier New" charset="0"/>
              </a:rPr>
              <a:t>   for (</a:t>
            </a:r>
            <a:r>
              <a:rPr lang="en-US" sz="1402" dirty="0" err="1">
                <a:latin typeface="Courier New" charset="0"/>
              </a:rPr>
              <a:t>k</a:t>
            </a:r>
            <a:r>
              <a:rPr lang="en-US" sz="1402" dirty="0">
                <a:latin typeface="Courier New" charset="0"/>
              </a:rPr>
              <a:t>=0; </a:t>
            </a:r>
            <a:r>
              <a:rPr lang="en-US" sz="1402" dirty="0" err="1">
                <a:latin typeface="Courier New" charset="0"/>
              </a:rPr>
              <a:t>k</a:t>
            </a:r>
            <a:r>
              <a:rPr lang="en-US" sz="1402" dirty="0">
                <a:latin typeface="Courier New" charset="0"/>
              </a:rPr>
              <a:t>&lt;</a:t>
            </a:r>
            <a:r>
              <a:rPr lang="en-US" sz="1402" dirty="0" err="1">
                <a:latin typeface="Courier New" charset="0"/>
              </a:rPr>
              <a:t>n</a:t>
            </a:r>
            <a:r>
              <a:rPr lang="en-US" sz="1402" dirty="0">
                <a:latin typeface="Courier New" charset="0"/>
              </a:rPr>
              <a:t>; </a:t>
            </a:r>
            <a:r>
              <a:rPr lang="en-US" sz="1402" dirty="0" err="1">
                <a:latin typeface="Courier New" charset="0"/>
              </a:rPr>
              <a:t>k</a:t>
            </a:r>
            <a:r>
              <a:rPr lang="en-US" sz="1402" dirty="0">
                <a:latin typeface="Courier New" charset="0"/>
              </a:rPr>
              <a:t>++) </a:t>
            </a:r>
          </a:p>
          <a:p>
            <a:pPr algn="l">
              <a:lnSpc>
                <a:spcPct val="70000"/>
              </a:lnSpc>
              <a:spcBef>
                <a:spcPct val="50000"/>
              </a:spcBef>
            </a:pPr>
            <a:r>
              <a:rPr lang="en-US" sz="1402" dirty="0">
                <a:latin typeface="Courier New" charset="0"/>
              </a:rPr>
              <a:t>     sum += </a:t>
            </a:r>
            <a:r>
              <a:rPr lang="en-US" sz="1402" dirty="0" err="1">
                <a:latin typeface="Courier New" charset="0"/>
              </a:rPr>
              <a:t>a[i][k</a:t>
            </a:r>
            <a:r>
              <a:rPr lang="en-US" sz="1402" dirty="0">
                <a:latin typeface="Courier New" charset="0"/>
              </a:rPr>
              <a:t>] * </a:t>
            </a:r>
            <a:r>
              <a:rPr lang="en-US" sz="1402" dirty="0" err="1">
                <a:latin typeface="Courier New" charset="0"/>
              </a:rPr>
              <a:t>b[k][j</a:t>
            </a:r>
            <a:r>
              <a:rPr lang="en-US" sz="1402" dirty="0">
                <a:latin typeface="Courier New" charset="0"/>
              </a:rPr>
              <a:t>];</a:t>
            </a:r>
          </a:p>
          <a:p>
            <a:pPr algn="l">
              <a:lnSpc>
                <a:spcPct val="70000"/>
              </a:lnSpc>
              <a:spcBef>
                <a:spcPct val="50000"/>
              </a:spcBef>
            </a:pPr>
            <a:r>
              <a:rPr lang="en-US" sz="1402" dirty="0">
                <a:latin typeface="Courier New" charset="0"/>
              </a:rPr>
              <a:t>   </a:t>
            </a:r>
            <a:r>
              <a:rPr lang="en-US" sz="1402" dirty="0" err="1">
                <a:latin typeface="Courier New" charset="0"/>
              </a:rPr>
              <a:t>c[i][j</a:t>
            </a:r>
            <a:r>
              <a:rPr lang="en-US" sz="1402" dirty="0">
                <a:latin typeface="Courier New" charset="0"/>
              </a:rPr>
              <a:t>] = sum;</a:t>
            </a:r>
          </a:p>
          <a:p>
            <a:pPr algn="l">
              <a:lnSpc>
                <a:spcPct val="70000"/>
              </a:lnSpc>
              <a:spcBef>
                <a:spcPct val="50000"/>
              </a:spcBef>
            </a:pPr>
            <a:r>
              <a:rPr lang="en-US" sz="1402" dirty="0">
                <a:latin typeface="Courier New" charset="0"/>
              </a:rPr>
              <a:t> }</a:t>
            </a:r>
          </a:p>
          <a:p>
            <a:pPr algn="l">
              <a:lnSpc>
                <a:spcPct val="70000"/>
              </a:lnSpc>
              <a:spcBef>
                <a:spcPct val="50000"/>
              </a:spcBef>
            </a:pPr>
            <a:r>
              <a:rPr lang="en-US" sz="1402" dirty="0">
                <a:latin typeface="Courier New" charset="0"/>
              </a:rPr>
              <a:t>} </a:t>
            </a:r>
          </a:p>
        </p:txBody>
      </p:sp>
      <p:sp>
        <p:nvSpPr>
          <p:cNvPr id="177157" name="Rectangle 5"/>
          <p:cNvSpPr>
            <a:spLocks noChangeArrowheads="1"/>
          </p:cNvSpPr>
          <p:nvPr/>
        </p:nvSpPr>
        <p:spPr bwMode="auto">
          <a:xfrm>
            <a:off x="1295401" y="3221135"/>
            <a:ext cx="3481388" cy="1804908"/>
          </a:xfrm>
          <a:prstGeom prst="rect">
            <a:avLst/>
          </a:prstGeom>
          <a:solidFill>
            <a:srgbClr val="F6F5BD"/>
          </a:solidFill>
          <a:ln w="12700">
            <a:solidFill>
              <a:schemeClr val="tx1"/>
            </a:solidFill>
            <a:miter lim="800000"/>
            <a:headEnd/>
            <a:tailEnd/>
          </a:ln>
          <a:effectLst/>
        </p:spPr>
        <p:txBody>
          <a:bodyPr lIns="90468" tIns="44441" rIns="90468" bIns="44441">
            <a:prstTxWarp prst="textNoShape">
              <a:avLst/>
            </a:prstTxWarp>
            <a:spAutoFit/>
          </a:bodyPr>
          <a:lstStyle/>
          <a:p>
            <a:pPr algn="l">
              <a:lnSpc>
                <a:spcPct val="70000"/>
              </a:lnSpc>
              <a:spcBef>
                <a:spcPct val="50000"/>
              </a:spcBef>
            </a:pPr>
            <a:r>
              <a:rPr lang="en-US" sz="1402">
                <a:latin typeface="Courier New" charset="0"/>
              </a:rPr>
              <a:t>for (k=0; k&lt;n; k++) {</a:t>
            </a:r>
          </a:p>
          <a:p>
            <a:pPr algn="l">
              <a:lnSpc>
                <a:spcPct val="70000"/>
              </a:lnSpc>
              <a:spcBef>
                <a:spcPct val="50000"/>
              </a:spcBef>
            </a:pPr>
            <a:r>
              <a:rPr lang="en-US" sz="1402">
                <a:latin typeface="Courier New" charset="0"/>
              </a:rPr>
              <a:t> for (i=0; i&lt;n; i++) {</a:t>
            </a:r>
          </a:p>
          <a:p>
            <a:pPr algn="l">
              <a:lnSpc>
                <a:spcPct val="70000"/>
              </a:lnSpc>
              <a:spcBef>
                <a:spcPct val="50000"/>
              </a:spcBef>
            </a:pPr>
            <a:r>
              <a:rPr lang="en-US" sz="1402">
                <a:latin typeface="Courier New" charset="0"/>
              </a:rPr>
              <a:t>  r = a[i][k];</a:t>
            </a:r>
          </a:p>
          <a:p>
            <a:pPr algn="l">
              <a:lnSpc>
                <a:spcPct val="70000"/>
              </a:lnSpc>
              <a:spcBef>
                <a:spcPct val="50000"/>
              </a:spcBef>
            </a:pPr>
            <a:r>
              <a:rPr lang="en-US" sz="1402">
                <a:latin typeface="Courier New" charset="0"/>
              </a:rPr>
              <a:t>  for (j=0; j&lt;n; j++)</a:t>
            </a:r>
          </a:p>
          <a:p>
            <a:pPr algn="l">
              <a:lnSpc>
                <a:spcPct val="70000"/>
              </a:lnSpc>
              <a:spcBef>
                <a:spcPct val="50000"/>
              </a:spcBef>
            </a:pPr>
            <a:r>
              <a:rPr lang="en-US" sz="1402">
                <a:latin typeface="Courier New" charset="0"/>
              </a:rPr>
              <a:t>   c[i][j] += r * b[k][j];   </a:t>
            </a:r>
          </a:p>
          <a:p>
            <a:pPr algn="l">
              <a:lnSpc>
                <a:spcPct val="70000"/>
              </a:lnSpc>
              <a:spcBef>
                <a:spcPct val="50000"/>
              </a:spcBef>
            </a:pPr>
            <a:r>
              <a:rPr lang="en-US" sz="1402">
                <a:latin typeface="Courier New" charset="0"/>
              </a:rPr>
              <a:t> }</a:t>
            </a:r>
          </a:p>
          <a:p>
            <a:pPr algn="l">
              <a:lnSpc>
                <a:spcPct val="70000"/>
              </a:lnSpc>
              <a:spcBef>
                <a:spcPct val="50000"/>
              </a:spcBef>
            </a:pPr>
            <a:r>
              <a:rPr lang="en-US" sz="1402">
                <a:latin typeface="Courier New" charset="0"/>
              </a:rPr>
              <a:t>}</a:t>
            </a:r>
          </a:p>
        </p:txBody>
      </p:sp>
      <p:sp>
        <p:nvSpPr>
          <p:cNvPr id="177158" name="Rectangle 6"/>
          <p:cNvSpPr>
            <a:spLocks noChangeArrowheads="1"/>
          </p:cNvSpPr>
          <p:nvPr/>
        </p:nvSpPr>
        <p:spPr bwMode="auto">
          <a:xfrm>
            <a:off x="1295401" y="5072888"/>
            <a:ext cx="3481388" cy="1804908"/>
          </a:xfrm>
          <a:prstGeom prst="rect">
            <a:avLst/>
          </a:prstGeom>
          <a:solidFill>
            <a:srgbClr val="F6F5BD"/>
          </a:solidFill>
          <a:ln w="12700">
            <a:solidFill>
              <a:schemeClr val="tx1"/>
            </a:solidFill>
            <a:miter lim="800000"/>
            <a:headEnd/>
            <a:tailEnd/>
          </a:ln>
          <a:effectLst/>
        </p:spPr>
        <p:txBody>
          <a:bodyPr lIns="90468" tIns="44441" rIns="90468" bIns="44441">
            <a:prstTxWarp prst="textNoShape">
              <a:avLst/>
            </a:prstTxWarp>
            <a:spAutoFit/>
          </a:bodyPr>
          <a:lstStyle/>
          <a:p>
            <a:pPr algn="l">
              <a:lnSpc>
                <a:spcPct val="70000"/>
              </a:lnSpc>
              <a:spcBef>
                <a:spcPct val="50000"/>
              </a:spcBef>
            </a:pPr>
            <a:r>
              <a:rPr lang="en-US" sz="1402">
                <a:latin typeface="Courier New" charset="0"/>
              </a:rPr>
              <a:t>for (j=0; j&lt;n; j++) {</a:t>
            </a:r>
          </a:p>
          <a:p>
            <a:pPr algn="l">
              <a:lnSpc>
                <a:spcPct val="70000"/>
              </a:lnSpc>
              <a:spcBef>
                <a:spcPct val="50000"/>
              </a:spcBef>
            </a:pPr>
            <a:r>
              <a:rPr lang="en-US" sz="1402">
                <a:latin typeface="Courier New" charset="0"/>
              </a:rPr>
              <a:t> for (k=0; k&lt;n; k++) {</a:t>
            </a:r>
          </a:p>
          <a:p>
            <a:pPr algn="l">
              <a:lnSpc>
                <a:spcPct val="70000"/>
              </a:lnSpc>
              <a:spcBef>
                <a:spcPct val="50000"/>
              </a:spcBef>
            </a:pPr>
            <a:r>
              <a:rPr lang="en-US" sz="1402">
                <a:latin typeface="Courier New" charset="0"/>
              </a:rPr>
              <a:t>   r = b[k][j];</a:t>
            </a:r>
          </a:p>
          <a:p>
            <a:pPr algn="l">
              <a:lnSpc>
                <a:spcPct val="70000"/>
              </a:lnSpc>
              <a:spcBef>
                <a:spcPct val="50000"/>
              </a:spcBef>
            </a:pPr>
            <a:r>
              <a:rPr lang="en-US" sz="1402">
                <a:latin typeface="Courier New" charset="0"/>
              </a:rPr>
              <a:t>   for (i=0; i&lt;n; i++)</a:t>
            </a:r>
          </a:p>
          <a:p>
            <a:pPr algn="l">
              <a:lnSpc>
                <a:spcPct val="70000"/>
              </a:lnSpc>
              <a:spcBef>
                <a:spcPct val="50000"/>
              </a:spcBef>
            </a:pPr>
            <a:r>
              <a:rPr lang="en-US" sz="1402">
                <a:latin typeface="Courier New" charset="0"/>
              </a:rPr>
              <a:t>    c[i][j] += a[i][k] * r;</a:t>
            </a:r>
          </a:p>
          <a:p>
            <a:pPr algn="l">
              <a:lnSpc>
                <a:spcPct val="70000"/>
              </a:lnSpc>
              <a:spcBef>
                <a:spcPct val="50000"/>
              </a:spcBef>
            </a:pPr>
            <a:r>
              <a:rPr lang="en-US" sz="1402">
                <a:latin typeface="Courier New" charset="0"/>
              </a:rPr>
              <a:t> }</a:t>
            </a:r>
          </a:p>
          <a:p>
            <a:pPr algn="l">
              <a:lnSpc>
                <a:spcPct val="70000"/>
              </a:lnSpc>
              <a:spcBef>
                <a:spcPct val="50000"/>
              </a:spcBef>
            </a:pPr>
            <a:r>
              <a:rPr lang="en-US" sz="1402">
                <a:latin typeface="Courier New" charset="0"/>
              </a:rPr>
              <a:t>}</a:t>
            </a:r>
          </a:p>
        </p:txBody>
      </p:sp>
    </p:spTree>
    <p:extLst>
      <p:ext uri="{BB962C8B-B14F-4D97-AF65-F5344CB8AC3E}">
        <p14:creationId xmlns:p14="http://schemas.microsoft.com/office/powerpoint/2010/main" val="212424910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i7 Matrix Multiply Performance</a:t>
            </a:r>
          </a:p>
        </p:txBody>
      </p:sp>
      <p:graphicFrame>
        <p:nvGraphicFramePr>
          <p:cNvPr id="5" name="Chart 4"/>
          <p:cNvGraphicFramePr>
            <a:graphicFrameLocks noGrp="1"/>
          </p:cNvGraphicFramePr>
          <p:nvPr/>
        </p:nvGraphicFramePr>
        <p:xfrm>
          <a:off x="152400" y="1182143"/>
          <a:ext cx="8991600" cy="567426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5562103" y="1524884"/>
            <a:ext cx="915009" cy="400968"/>
          </a:xfrm>
          <a:prstGeom prst="rect">
            <a:avLst/>
          </a:prstGeom>
          <a:noFill/>
        </p:spPr>
        <p:txBody>
          <a:bodyPr wrap="none" lIns="91421" tIns="45710" rIns="91421" bIns="45710" rtlCol="0">
            <a:spAutoFit/>
          </a:bodyPr>
          <a:lstStyle/>
          <a:p>
            <a:r>
              <a:rPr lang="en-US" sz="2003" dirty="0" err="1">
                <a:solidFill>
                  <a:srgbClr val="FF0000"/>
                </a:solidFill>
                <a:latin typeface="Calibri" pitchFamily="34" charset="0"/>
              </a:rPr>
              <a:t>jki</a:t>
            </a:r>
            <a:r>
              <a:rPr lang="en-US" sz="2003" dirty="0">
                <a:solidFill>
                  <a:srgbClr val="FF0000"/>
                </a:solidFill>
                <a:latin typeface="Calibri" pitchFamily="34" charset="0"/>
              </a:rPr>
              <a:t> / </a:t>
            </a:r>
            <a:r>
              <a:rPr lang="en-US" sz="2003" dirty="0" err="1">
                <a:solidFill>
                  <a:srgbClr val="FF0000"/>
                </a:solidFill>
                <a:latin typeface="Calibri" pitchFamily="34" charset="0"/>
              </a:rPr>
              <a:t>kji</a:t>
            </a:r>
            <a:endParaRPr lang="en-US" sz="2003" dirty="0">
              <a:solidFill>
                <a:srgbClr val="FF0000"/>
              </a:solidFill>
              <a:latin typeface="Calibri" pitchFamily="34" charset="0"/>
            </a:endParaRPr>
          </a:p>
        </p:txBody>
      </p:sp>
      <p:sp>
        <p:nvSpPr>
          <p:cNvPr id="6" name="TextBox 5"/>
          <p:cNvSpPr txBox="1"/>
          <p:nvPr/>
        </p:nvSpPr>
        <p:spPr>
          <a:xfrm>
            <a:off x="6416032" y="4019276"/>
            <a:ext cx="915009" cy="400968"/>
          </a:xfrm>
          <a:prstGeom prst="rect">
            <a:avLst/>
          </a:prstGeom>
          <a:noFill/>
        </p:spPr>
        <p:txBody>
          <a:bodyPr wrap="none" lIns="91421" tIns="45710" rIns="91421" bIns="45710" rtlCol="0">
            <a:spAutoFit/>
          </a:bodyPr>
          <a:lstStyle/>
          <a:p>
            <a:r>
              <a:rPr lang="en-US" sz="2003" dirty="0" err="1">
                <a:solidFill>
                  <a:srgbClr val="FF0000"/>
                </a:solidFill>
                <a:latin typeface="Calibri" pitchFamily="34" charset="0"/>
              </a:rPr>
              <a:t>ijk</a:t>
            </a:r>
            <a:r>
              <a:rPr lang="en-US" sz="2003" dirty="0">
                <a:solidFill>
                  <a:srgbClr val="FF0000"/>
                </a:solidFill>
                <a:latin typeface="Calibri" pitchFamily="34" charset="0"/>
              </a:rPr>
              <a:t> / </a:t>
            </a:r>
            <a:r>
              <a:rPr lang="en-US" sz="2003" dirty="0" err="1">
                <a:solidFill>
                  <a:srgbClr val="FF0000"/>
                </a:solidFill>
                <a:latin typeface="Calibri" pitchFamily="34" charset="0"/>
              </a:rPr>
              <a:t>jik</a:t>
            </a:r>
            <a:endParaRPr lang="en-US" sz="2003" dirty="0">
              <a:solidFill>
                <a:srgbClr val="FF0000"/>
              </a:solidFill>
              <a:latin typeface="Calibri" pitchFamily="34" charset="0"/>
            </a:endParaRPr>
          </a:p>
        </p:txBody>
      </p:sp>
      <p:sp>
        <p:nvSpPr>
          <p:cNvPr id="7" name="TextBox 6"/>
          <p:cNvSpPr txBox="1"/>
          <p:nvPr/>
        </p:nvSpPr>
        <p:spPr>
          <a:xfrm>
            <a:off x="7028140" y="5409282"/>
            <a:ext cx="915009" cy="400968"/>
          </a:xfrm>
          <a:prstGeom prst="rect">
            <a:avLst/>
          </a:prstGeom>
          <a:noFill/>
        </p:spPr>
        <p:txBody>
          <a:bodyPr wrap="none" lIns="91421" tIns="45710" rIns="91421" bIns="45710" rtlCol="0">
            <a:spAutoFit/>
          </a:bodyPr>
          <a:lstStyle/>
          <a:p>
            <a:r>
              <a:rPr lang="en-US" sz="2003" dirty="0" err="1">
                <a:solidFill>
                  <a:srgbClr val="FF0000"/>
                </a:solidFill>
                <a:latin typeface="Calibri" pitchFamily="34" charset="0"/>
              </a:rPr>
              <a:t>kij</a:t>
            </a:r>
            <a:r>
              <a:rPr lang="en-US" sz="2003" dirty="0">
                <a:solidFill>
                  <a:srgbClr val="FF0000"/>
                </a:solidFill>
                <a:latin typeface="Calibri" pitchFamily="34" charset="0"/>
              </a:rPr>
              <a:t> / </a:t>
            </a:r>
            <a:r>
              <a:rPr lang="en-US" sz="2003" dirty="0" err="1">
                <a:solidFill>
                  <a:srgbClr val="FF0000"/>
                </a:solidFill>
                <a:latin typeface="Calibri" pitchFamily="34" charset="0"/>
              </a:rPr>
              <a:t>ikj</a:t>
            </a:r>
            <a:endParaRPr lang="en-US" sz="2003" dirty="0">
              <a:solidFill>
                <a:srgbClr val="FF0000"/>
              </a:solidFill>
              <a:latin typeface="Calibri" pitchFamily="34" charset="0"/>
            </a:endParaRPr>
          </a:p>
        </p:txBody>
      </p:sp>
    </p:spTree>
    <p:extLst>
      <p:ext uri="{BB962C8B-B14F-4D97-AF65-F5344CB8AC3E}">
        <p14:creationId xmlns:p14="http://schemas.microsoft.com/office/powerpoint/2010/main" val="56468437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Today</a:t>
            </a:r>
            <a:endParaRPr lang="en-US" dirty="0"/>
          </a:p>
        </p:txBody>
      </p:sp>
      <p:sp>
        <p:nvSpPr>
          <p:cNvPr id="3" name="Content Placeholder 2"/>
          <p:cNvSpPr>
            <a:spLocks noGrp="1"/>
          </p:cNvSpPr>
          <p:nvPr>
            <p:ph idx="1"/>
          </p:nvPr>
        </p:nvSpPr>
        <p:spPr/>
        <p:txBody>
          <a:bodyPr/>
          <a:lstStyle/>
          <a:p>
            <a:r>
              <a:rPr lang="en-US" dirty="0">
                <a:solidFill>
                  <a:schemeClr val="bg1">
                    <a:lumMod val="75000"/>
                  </a:schemeClr>
                </a:solidFill>
              </a:rPr>
              <a:t>Cache organization and operation</a:t>
            </a:r>
          </a:p>
          <a:p>
            <a:r>
              <a:rPr lang="en-US" dirty="0">
                <a:solidFill>
                  <a:schemeClr val="bg1">
                    <a:lumMod val="75000"/>
                  </a:schemeClr>
                </a:solidFill>
              </a:rPr>
              <a:t>Performance impact of caches</a:t>
            </a:r>
          </a:p>
          <a:p>
            <a:pPr lvl="1"/>
            <a:r>
              <a:rPr lang="en-US" dirty="0">
                <a:solidFill>
                  <a:schemeClr val="bg1">
                    <a:lumMod val="75000"/>
                  </a:schemeClr>
                </a:solidFill>
              </a:rPr>
              <a:t>The memory mountain</a:t>
            </a:r>
          </a:p>
          <a:p>
            <a:pPr lvl="1"/>
            <a:r>
              <a:rPr lang="en-US" dirty="0">
                <a:solidFill>
                  <a:schemeClr val="bg1">
                    <a:lumMod val="75000"/>
                  </a:schemeClr>
                </a:solidFill>
              </a:rPr>
              <a:t>Rearranging loops to improve spatial locality</a:t>
            </a:r>
          </a:p>
          <a:p>
            <a:pPr lvl="1"/>
            <a:r>
              <a:rPr lang="en-US" dirty="0"/>
              <a:t>Using blocking to improve temporal locality</a:t>
            </a:r>
          </a:p>
          <a:p>
            <a:endParaRPr lang="en-US" dirty="0"/>
          </a:p>
          <a:p>
            <a:pPr>
              <a:buNone/>
            </a:pPr>
            <a:endParaRPr lang="en-US" dirty="0"/>
          </a:p>
        </p:txBody>
      </p:sp>
    </p:spTree>
    <p:extLst>
      <p:ext uri="{BB962C8B-B14F-4D97-AF65-F5344CB8AC3E}">
        <p14:creationId xmlns:p14="http://schemas.microsoft.com/office/powerpoint/2010/main" val="92010495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Matrix Multiplication</a:t>
            </a:r>
          </a:p>
        </p:txBody>
      </p:sp>
      <p:sp>
        <p:nvSpPr>
          <p:cNvPr id="3" name="Rectangle 2"/>
          <p:cNvSpPr/>
          <p:nvPr/>
        </p:nvSpPr>
        <p:spPr bwMode="auto">
          <a:xfrm>
            <a:off x="2284665" y="4266812"/>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a</a:t>
            </a:r>
          </a:p>
        </p:txBody>
      </p:sp>
      <p:sp>
        <p:nvSpPr>
          <p:cNvPr id="4" name="Rectangle 3"/>
          <p:cNvSpPr/>
          <p:nvPr/>
        </p:nvSpPr>
        <p:spPr bwMode="auto">
          <a:xfrm>
            <a:off x="3884865" y="4266812"/>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b</a:t>
            </a:r>
          </a:p>
        </p:txBody>
      </p:sp>
      <p:cxnSp>
        <p:nvCxnSpPr>
          <p:cNvPr id="5" name="Straight Connector 4"/>
          <p:cNvCxnSpPr/>
          <p:nvPr/>
        </p:nvCxnSpPr>
        <p:spPr bwMode="auto">
          <a:xfrm>
            <a:off x="2284665" y="5122078"/>
            <a:ext cx="1143001" cy="1587"/>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6" name="Straight Connector 5"/>
          <p:cNvCxnSpPr/>
          <p:nvPr/>
        </p:nvCxnSpPr>
        <p:spPr bwMode="auto">
          <a:xfrm rot="5400000">
            <a:off x="3998636" y="4837252"/>
            <a:ext cx="114247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7" name="TextBox 6"/>
          <p:cNvSpPr txBox="1"/>
          <p:nvPr/>
        </p:nvSpPr>
        <p:spPr>
          <a:xfrm>
            <a:off x="2087247" y="4937074"/>
            <a:ext cx="260074" cy="462610"/>
          </a:xfrm>
          <a:prstGeom prst="rect">
            <a:avLst/>
          </a:prstGeom>
          <a:noFill/>
        </p:spPr>
        <p:txBody>
          <a:bodyPr wrap="none" lIns="91421" tIns="45710" rIns="91421" bIns="45710" rtlCol="0">
            <a:spAutoFit/>
          </a:bodyPr>
          <a:lstStyle/>
          <a:p>
            <a:r>
              <a:rPr lang="en-US" sz="2403" dirty="0" err="1">
                <a:latin typeface="Calibri" pitchFamily="34" charset="0"/>
              </a:rPr>
              <a:t>i</a:t>
            </a:r>
            <a:endParaRPr lang="en-US" sz="2403" dirty="0">
              <a:latin typeface="Calibri" pitchFamily="34" charset="0"/>
            </a:endParaRPr>
          </a:p>
        </p:txBody>
      </p:sp>
      <p:sp>
        <p:nvSpPr>
          <p:cNvPr id="8" name="TextBox 7"/>
          <p:cNvSpPr txBox="1"/>
          <p:nvPr/>
        </p:nvSpPr>
        <p:spPr>
          <a:xfrm>
            <a:off x="4464139" y="3936763"/>
            <a:ext cx="263285" cy="462610"/>
          </a:xfrm>
          <a:prstGeom prst="rect">
            <a:avLst/>
          </a:prstGeom>
          <a:noFill/>
        </p:spPr>
        <p:txBody>
          <a:bodyPr wrap="none" lIns="91421" tIns="45710" rIns="91421" bIns="45710" rtlCol="0">
            <a:spAutoFit/>
          </a:bodyPr>
          <a:lstStyle/>
          <a:p>
            <a:r>
              <a:rPr lang="en-US" sz="2403" dirty="0">
                <a:latin typeface="Calibri" pitchFamily="34" charset="0"/>
              </a:rPr>
              <a:t>j</a:t>
            </a:r>
          </a:p>
        </p:txBody>
      </p:sp>
      <p:sp>
        <p:nvSpPr>
          <p:cNvPr id="9" name="TextBox 8"/>
          <p:cNvSpPr txBox="1"/>
          <p:nvPr/>
        </p:nvSpPr>
        <p:spPr>
          <a:xfrm>
            <a:off x="3470274" y="4680912"/>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0" name="Rectangle 9"/>
          <p:cNvSpPr/>
          <p:nvPr/>
        </p:nvSpPr>
        <p:spPr bwMode="auto">
          <a:xfrm>
            <a:off x="499532" y="4266812"/>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c</a:t>
            </a:r>
          </a:p>
        </p:txBody>
      </p:sp>
      <p:sp>
        <p:nvSpPr>
          <p:cNvPr id="11" name="TextBox 10"/>
          <p:cNvSpPr txBox="1"/>
          <p:nvPr/>
        </p:nvSpPr>
        <p:spPr>
          <a:xfrm>
            <a:off x="1766059" y="4571471"/>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2" name="Rectangle 11"/>
          <p:cNvSpPr/>
          <p:nvPr/>
        </p:nvSpPr>
        <p:spPr bwMode="auto">
          <a:xfrm>
            <a:off x="1185332" y="5104624"/>
            <a:ext cx="76200" cy="76165"/>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5" name="Rectangle 7"/>
          <p:cNvSpPr>
            <a:spLocks noChangeArrowheads="1"/>
          </p:cNvSpPr>
          <p:nvPr/>
        </p:nvSpPr>
        <p:spPr bwMode="auto">
          <a:xfrm>
            <a:off x="499533" y="1414331"/>
            <a:ext cx="5552801" cy="2243164"/>
          </a:xfrm>
          <a:prstGeom prst="rect">
            <a:avLst/>
          </a:prstGeom>
          <a:solidFill>
            <a:srgbClr val="F6F5BD"/>
          </a:solidFill>
          <a:ln w="12700" cmpd="thickThin">
            <a:solidFill>
              <a:schemeClr val="tx1"/>
            </a:solidFill>
            <a:miter lim="800000"/>
            <a:headEnd/>
            <a:tailEnd/>
          </a:ln>
          <a:effectLst/>
        </p:spPr>
        <p:txBody>
          <a:bodyPr wrap="none" lIns="90468" tIns="44441" rIns="90468" bIns="44441">
            <a:spAutoFit/>
          </a:bodyPr>
          <a:lstStyle/>
          <a:p>
            <a:pPr algn="l">
              <a:lnSpc>
                <a:spcPct val="100000"/>
              </a:lnSpc>
            </a:pPr>
            <a:r>
              <a:rPr lang="en-US" sz="1402" dirty="0">
                <a:latin typeface="Courier New" pitchFamily="49" charset="0"/>
              </a:rPr>
              <a:t>c = (double *) </a:t>
            </a:r>
            <a:r>
              <a:rPr lang="en-US" sz="1402" dirty="0" err="1">
                <a:latin typeface="Courier New" pitchFamily="49" charset="0"/>
              </a:rPr>
              <a:t>calloc</a:t>
            </a:r>
            <a:r>
              <a:rPr lang="en-US" sz="1402" dirty="0">
                <a:latin typeface="Courier New" pitchFamily="49" charset="0"/>
              </a:rPr>
              <a:t>(</a:t>
            </a:r>
            <a:r>
              <a:rPr lang="en-US" sz="1402" dirty="0" err="1">
                <a:latin typeface="Courier New" pitchFamily="49" charset="0"/>
              </a:rPr>
              <a:t>sizeof</a:t>
            </a:r>
            <a:r>
              <a:rPr lang="en-US" sz="1402" dirty="0">
                <a:latin typeface="Courier New" pitchFamily="49" charset="0"/>
              </a:rPr>
              <a:t>(double), n*n);</a:t>
            </a:r>
          </a:p>
          <a:p>
            <a:pPr algn="l">
              <a:lnSpc>
                <a:spcPct val="100000"/>
              </a:lnSpc>
            </a:pPr>
            <a:endParaRPr lang="en-US" sz="1402" dirty="0">
              <a:latin typeface="Courier New" pitchFamily="49" charset="0"/>
            </a:endParaRPr>
          </a:p>
          <a:p>
            <a:pPr algn="l">
              <a:lnSpc>
                <a:spcPct val="100000"/>
              </a:lnSpc>
            </a:pPr>
            <a:r>
              <a:rPr lang="en-US" sz="1402" dirty="0">
                <a:solidFill>
                  <a:srgbClr val="990000"/>
                </a:solidFill>
                <a:latin typeface="Courier New" pitchFamily="49" charset="0"/>
              </a:rPr>
              <a:t>/* Multiply n x n matrices a and b  */</a:t>
            </a:r>
          </a:p>
          <a:p>
            <a:pPr algn="l">
              <a:lnSpc>
                <a:spcPct val="100000"/>
              </a:lnSpc>
            </a:pPr>
            <a:r>
              <a:rPr lang="en-US" sz="1402" dirty="0">
                <a:latin typeface="Courier New" pitchFamily="49" charset="0"/>
              </a:rPr>
              <a:t>void </a:t>
            </a:r>
            <a:r>
              <a:rPr lang="en-US" sz="1402" dirty="0" err="1">
                <a:latin typeface="Courier New" pitchFamily="49" charset="0"/>
              </a:rPr>
              <a:t>mmm</a:t>
            </a:r>
            <a:r>
              <a:rPr lang="en-US" sz="1402" dirty="0">
                <a:latin typeface="Courier New" pitchFamily="49" charset="0"/>
              </a:rPr>
              <a:t>(double *a, double *b, double *c, </a:t>
            </a:r>
            <a:r>
              <a:rPr lang="en-US" sz="1402" dirty="0" err="1">
                <a:latin typeface="Courier New" pitchFamily="49" charset="0"/>
              </a:rPr>
              <a:t>int</a:t>
            </a:r>
            <a:r>
              <a:rPr lang="en-US" sz="1402" dirty="0">
                <a:latin typeface="Courier New" pitchFamily="49" charset="0"/>
              </a:rPr>
              <a:t> n) {</a:t>
            </a:r>
          </a:p>
          <a:p>
            <a:pPr algn="l">
              <a:lnSpc>
                <a:spcPct val="100000"/>
              </a:lnSpc>
            </a:pPr>
            <a:r>
              <a:rPr lang="en-US" sz="1402" dirty="0">
                <a:latin typeface="Courier New" pitchFamily="49" charset="0"/>
              </a:rPr>
              <a:t>    </a:t>
            </a:r>
            <a:r>
              <a:rPr lang="en-US" sz="1402" dirty="0" err="1">
                <a:latin typeface="Courier New" pitchFamily="49" charset="0"/>
              </a:rPr>
              <a:t>int</a:t>
            </a:r>
            <a:r>
              <a:rPr lang="en-US" sz="1402" dirty="0">
                <a:latin typeface="Courier New" pitchFamily="49" charset="0"/>
              </a:rPr>
              <a:t> </a:t>
            </a:r>
            <a:r>
              <a:rPr lang="en-US" sz="1402" dirty="0" err="1">
                <a:latin typeface="Courier New" pitchFamily="49" charset="0"/>
              </a:rPr>
              <a:t>i</a:t>
            </a:r>
            <a:r>
              <a:rPr lang="en-US" sz="1402" dirty="0">
                <a:latin typeface="Courier New" pitchFamily="49" charset="0"/>
              </a:rPr>
              <a:t>, j, k;</a:t>
            </a:r>
          </a:p>
          <a:p>
            <a:pPr algn="l">
              <a:lnSpc>
                <a:spcPct val="100000"/>
              </a:lnSpc>
            </a:pPr>
            <a:r>
              <a:rPr lang="en-US" sz="1402" dirty="0">
                <a:latin typeface="Courier New" pitchFamily="49" charset="0"/>
              </a:rPr>
              <a:t>    for (</a:t>
            </a:r>
            <a:r>
              <a:rPr lang="en-US" sz="1402" dirty="0" err="1">
                <a:latin typeface="Courier New" pitchFamily="49" charset="0"/>
              </a:rPr>
              <a:t>i</a:t>
            </a:r>
            <a:r>
              <a:rPr lang="en-US" sz="1402" dirty="0">
                <a:latin typeface="Courier New" pitchFamily="49" charset="0"/>
              </a:rPr>
              <a:t> = 0; </a:t>
            </a:r>
            <a:r>
              <a:rPr lang="en-US" sz="1402" dirty="0" err="1">
                <a:latin typeface="Courier New" pitchFamily="49" charset="0"/>
              </a:rPr>
              <a:t>i</a:t>
            </a:r>
            <a:r>
              <a:rPr lang="en-US" sz="1402" dirty="0">
                <a:latin typeface="Courier New" pitchFamily="49" charset="0"/>
              </a:rPr>
              <a:t> &lt; n; </a:t>
            </a:r>
            <a:r>
              <a:rPr lang="en-US" sz="1402" dirty="0" err="1">
                <a:latin typeface="Courier New" pitchFamily="49" charset="0"/>
              </a:rPr>
              <a:t>i</a:t>
            </a:r>
            <a:r>
              <a:rPr lang="en-US" sz="1402" dirty="0">
                <a:latin typeface="Courier New" pitchFamily="49" charset="0"/>
              </a:rPr>
              <a:t>++)</a:t>
            </a:r>
          </a:p>
          <a:p>
            <a:pPr algn="l">
              <a:lnSpc>
                <a:spcPct val="100000"/>
              </a:lnSpc>
            </a:pPr>
            <a:r>
              <a:rPr lang="en-US" sz="1402" dirty="0">
                <a:latin typeface="Courier New" pitchFamily="49" charset="0"/>
              </a:rPr>
              <a:t>	for (j = 0; j &lt; n; j++)</a:t>
            </a:r>
          </a:p>
          <a:p>
            <a:pPr algn="l">
              <a:lnSpc>
                <a:spcPct val="100000"/>
              </a:lnSpc>
            </a:pPr>
            <a:r>
              <a:rPr lang="en-US" sz="1402" dirty="0">
                <a:latin typeface="Courier New" pitchFamily="49" charset="0"/>
              </a:rPr>
              <a:t>             for (k = 0; k &lt; n; k++)</a:t>
            </a:r>
          </a:p>
          <a:p>
            <a:pPr algn="l">
              <a:lnSpc>
                <a:spcPct val="100000"/>
              </a:lnSpc>
            </a:pPr>
            <a:r>
              <a:rPr lang="en-US" sz="1402" dirty="0">
                <a:latin typeface="Courier New" pitchFamily="49" charset="0"/>
              </a:rPr>
              <a:t>	    c[</a:t>
            </a:r>
            <a:r>
              <a:rPr lang="en-US" sz="1402" dirty="0" err="1">
                <a:latin typeface="Courier New" pitchFamily="49" charset="0"/>
              </a:rPr>
              <a:t>i</a:t>
            </a:r>
            <a:r>
              <a:rPr lang="en-US" sz="1402" dirty="0">
                <a:latin typeface="Courier New" pitchFamily="49" charset="0"/>
              </a:rPr>
              <a:t>*</a:t>
            </a:r>
            <a:r>
              <a:rPr lang="en-US" sz="1402" dirty="0" err="1">
                <a:latin typeface="Courier New" pitchFamily="49" charset="0"/>
              </a:rPr>
              <a:t>n+j</a:t>
            </a:r>
            <a:r>
              <a:rPr lang="en-US" sz="1402" dirty="0">
                <a:latin typeface="Courier New" pitchFamily="49" charset="0"/>
              </a:rPr>
              <a:t>] += a[</a:t>
            </a:r>
            <a:r>
              <a:rPr lang="en-US" sz="1402" dirty="0" err="1">
                <a:latin typeface="Courier New" pitchFamily="49" charset="0"/>
              </a:rPr>
              <a:t>i</a:t>
            </a:r>
            <a:r>
              <a:rPr lang="en-US" sz="1402" dirty="0">
                <a:latin typeface="Courier New" pitchFamily="49" charset="0"/>
              </a:rPr>
              <a:t>*n + k]*b[k*n + j];</a:t>
            </a:r>
          </a:p>
          <a:p>
            <a:pPr algn="l">
              <a:lnSpc>
                <a:spcPct val="100000"/>
              </a:lnSpc>
            </a:pPr>
            <a:r>
              <a:rPr lang="en-US" sz="1402" dirty="0">
                <a:latin typeface="Courier New" pitchFamily="49" charset="0"/>
              </a:rPr>
              <a:t>}</a:t>
            </a:r>
          </a:p>
        </p:txBody>
      </p:sp>
      <p:sp>
        <p:nvSpPr>
          <p:cNvPr id="16" name="Content Placeholder 2"/>
          <p:cNvSpPr txBox="1">
            <a:spLocks/>
          </p:cNvSpPr>
          <p:nvPr/>
        </p:nvSpPr>
        <p:spPr>
          <a:xfrm>
            <a:off x="396875" y="5561611"/>
            <a:ext cx="7896225" cy="771167"/>
          </a:xfrm>
          <a:prstGeom prst="rect">
            <a:avLst/>
          </a:prstGeom>
        </p:spPr>
        <p:txBody>
          <a:bodyPr lIns="91421" tIns="45710" rIns="91421" bIns="45710"/>
          <a:lstStyle/>
          <a:p>
            <a:pPr marL="342830" indent="-342830" defTabSz="914215">
              <a:spcBef>
                <a:spcPct val="20000"/>
              </a:spcBef>
              <a:buClr>
                <a:srgbClr val="990000"/>
              </a:buClr>
              <a:buSzPct val="60000"/>
              <a:buFont typeface="Wingdings 2" pitchFamily="18" charset="2"/>
              <a:buChar char="¢"/>
              <a:defRPr/>
            </a:pPr>
            <a:endParaRPr lang="en-US" sz="2003" b="0" kern="0" dirty="0">
              <a:latin typeface="Calibri" pitchFamily="34" charset="0"/>
            </a:endParaRPr>
          </a:p>
        </p:txBody>
      </p:sp>
    </p:spTree>
    <p:extLst>
      <p:ext uri="{BB962C8B-B14F-4D97-AF65-F5344CB8AC3E}">
        <p14:creationId xmlns:p14="http://schemas.microsoft.com/office/powerpoint/2010/main" val="810013507"/>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396875" y="1210704"/>
            <a:ext cx="7896225" cy="3056108"/>
          </a:xfrm>
        </p:spPr>
        <p:txBody>
          <a:bodyPr/>
          <a:lstStyle/>
          <a:p>
            <a:r>
              <a:rPr lang="en-US" dirty="0"/>
              <a:t>Assume: </a:t>
            </a:r>
          </a:p>
          <a:p>
            <a:pPr lvl="1"/>
            <a:r>
              <a:rPr lang="en-US" dirty="0"/>
              <a:t>Matrix elements are doubles</a:t>
            </a:r>
          </a:p>
          <a:p>
            <a:pPr lvl="1"/>
            <a:r>
              <a:rPr lang="en-US" dirty="0"/>
              <a:t>Cache block = 8 doubles</a:t>
            </a:r>
          </a:p>
          <a:p>
            <a:pPr lvl="1"/>
            <a:r>
              <a:rPr lang="en-US" dirty="0"/>
              <a:t>Cache size C &lt;&lt; n (much smaller than n)</a:t>
            </a:r>
          </a:p>
          <a:p>
            <a:endParaRPr lang="en-US" dirty="0"/>
          </a:p>
          <a:p>
            <a:r>
              <a:rPr lang="en-US" dirty="0"/>
              <a:t>First iteration:</a:t>
            </a:r>
          </a:p>
          <a:p>
            <a:pPr lvl="1"/>
            <a:r>
              <a:rPr lang="en-US" dirty="0"/>
              <a:t>n/8 + n = 9n/8 misses</a:t>
            </a:r>
          </a:p>
          <a:p>
            <a:pPr lvl="1"/>
            <a:endParaRPr lang="en-US" dirty="0"/>
          </a:p>
          <a:p>
            <a:pPr lvl="1"/>
            <a:endParaRPr lang="en-US" dirty="0"/>
          </a:p>
          <a:p>
            <a:pPr lvl="1"/>
            <a:r>
              <a:rPr lang="en-US" dirty="0"/>
              <a:t>Afterwards </a:t>
            </a:r>
            <a:r>
              <a:rPr lang="en-US" dirty="0">
                <a:solidFill>
                  <a:srgbClr val="C00000"/>
                </a:solidFill>
              </a:rPr>
              <a:t>in cache:</a:t>
            </a:r>
            <a:br>
              <a:rPr lang="en-US" dirty="0"/>
            </a:br>
            <a:r>
              <a:rPr lang="en-US" dirty="0"/>
              <a:t>(schematic)</a:t>
            </a:r>
          </a:p>
        </p:txBody>
      </p:sp>
      <p:sp>
        <p:nvSpPr>
          <p:cNvPr id="4" name="Rectangle 3"/>
          <p:cNvSpPr/>
          <p:nvPr/>
        </p:nvSpPr>
        <p:spPr bwMode="auto">
          <a:xfrm>
            <a:off x="5710367" y="3657495"/>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5" name="Rectangle 4"/>
          <p:cNvSpPr/>
          <p:nvPr/>
        </p:nvSpPr>
        <p:spPr bwMode="auto">
          <a:xfrm>
            <a:off x="7310567" y="3657495"/>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cxnSp>
        <p:nvCxnSpPr>
          <p:cNvPr id="6" name="Straight Connector 5"/>
          <p:cNvCxnSpPr/>
          <p:nvPr/>
        </p:nvCxnSpPr>
        <p:spPr bwMode="auto">
          <a:xfrm>
            <a:off x="5710367" y="3657496"/>
            <a:ext cx="1143001" cy="1587"/>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7" name="Straight Connector 6"/>
          <p:cNvCxnSpPr/>
          <p:nvPr/>
        </p:nvCxnSpPr>
        <p:spPr bwMode="auto">
          <a:xfrm rot="5400000">
            <a:off x="6741462" y="4227935"/>
            <a:ext cx="114247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10" name="TextBox 9"/>
          <p:cNvSpPr txBox="1"/>
          <p:nvPr/>
        </p:nvSpPr>
        <p:spPr>
          <a:xfrm>
            <a:off x="6895976" y="4071595"/>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1" name="Rectangle 10"/>
          <p:cNvSpPr/>
          <p:nvPr/>
        </p:nvSpPr>
        <p:spPr bwMode="auto">
          <a:xfrm>
            <a:off x="3925234" y="3657495"/>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12" name="TextBox 11"/>
          <p:cNvSpPr txBox="1"/>
          <p:nvPr/>
        </p:nvSpPr>
        <p:spPr>
          <a:xfrm>
            <a:off x="5191761" y="3962154"/>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3" name="Rectangle 12"/>
          <p:cNvSpPr/>
          <p:nvPr/>
        </p:nvSpPr>
        <p:spPr bwMode="auto">
          <a:xfrm>
            <a:off x="3925234" y="3657496"/>
            <a:ext cx="76200" cy="76165"/>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4" name="AutoShape 16"/>
          <p:cNvSpPr>
            <a:spLocks/>
          </p:cNvSpPr>
          <p:nvPr/>
        </p:nvSpPr>
        <p:spPr bwMode="auto">
          <a:xfrm rot="5400000" flipV="1">
            <a:off x="7755519" y="2819418"/>
            <a:ext cx="228494" cy="11430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403" dirty="0">
              <a:latin typeface="Calibri" pitchFamily="34" charset="0"/>
            </a:endParaRPr>
          </a:p>
        </p:txBody>
      </p:sp>
      <p:sp>
        <p:nvSpPr>
          <p:cNvPr id="15" name="TextBox 14"/>
          <p:cNvSpPr txBox="1"/>
          <p:nvPr/>
        </p:nvSpPr>
        <p:spPr>
          <a:xfrm>
            <a:off x="7721317" y="2907510"/>
            <a:ext cx="349967" cy="462610"/>
          </a:xfrm>
          <a:prstGeom prst="rect">
            <a:avLst/>
          </a:prstGeom>
          <a:noFill/>
        </p:spPr>
        <p:txBody>
          <a:bodyPr wrap="none" lIns="91421" tIns="45710" rIns="91421" bIns="45710" rtlCol="0">
            <a:spAutoFit/>
          </a:bodyPr>
          <a:lstStyle/>
          <a:p>
            <a:r>
              <a:rPr lang="en-US" sz="2403" dirty="0">
                <a:latin typeface="Calibri" pitchFamily="34" charset="0"/>
              </a:rPr>
              <a:t>n</a:t>
            </a:r>
          </a:p>
        </p:txBody>
      </p:sp>
      <p:sp>
        <p:nvSpPr>
          <p:cNvPr id="16" name="Rectangle 15"/>
          <p:cNvSpPr/>
          <p:nvPr/>
        </p:nvSpPr>
        <p:spPr bwMode="auto">
          <a:xfrm>
            <a:off x="5715000" y="5256953"/>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17" name="Rectangle 16"/>
          <p:cNvSpPr/>
          <p:nvPr/>
        </p:nvSpPr>
        <p:spPr bwMode="auto">
          <a:xfrm>
            <a:off x="7315200" y="5256953"/>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cxnSp>
        <p:nvCxnSpPr>
          <p:cNvPr id="18" name="Straight Connector 17"/>
          <p:cNvCxnSpPr/>
          <p:nvPr/>
        </p:nvCxnSpPr>
        <p:spPr bwMode="auto">
          <a:xfrm>
            <a:off x="5715000" y="5256953"/>
            <a:ext cx="1143001" cy="1587"/>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6746095" y="5827393"/>
            <a:ext cx="114247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6900610" y="5671053"/>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21" name="Rectangle 20"/>
          <p:cNvSpPr/>
          <p:nvPr/>
        </p:nvSpPr>
        <p:spPr bwMode="auto">
          <a:xfrm>
            <a:off x="3929867" y="5256953"/>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22" name="TextBox 21"/>
          <p:cNvSpPr txBox="1"/>
          <p:nvPr/>
        </p:nvSpPr>
        <p:spPr>
          <a:xfrm>
            <a:off x="5196395" y="5561611"/>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23" name="Rectangle 22"/>
          <p:cNvSpPr/>
          <p:nvPr/>
        </p:nvSpPr>
        <p:spPr bwMode="auto">
          <a:xfrm>
            <a:off x="3929867" y="5256953"/>
            <a:ext cx="76200" cy="76165"/>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24" name="Straight Connector 23"/>
          <p:cNvCxnSpPr/>
          <p:nvPr/>
        </p:nvCxnSpPr>
        <p:spPr bwMode="auto">
          <a:xfrm>
            <a:off x="6477000" y="5256953"/>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7298267" y="6154578"/>
            <a:ext cx="245534" cy="253308"/>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27" name="TextBox 26"/>
          <p:cNvSpPr txBox="1"/>
          <p:nvPr/>
        </p:nvSpPr>
        <p:spPr>
          <a:xfrm>
            <a:off x="7092331" y="6399423"/>
            <a:ext cx="682250" cy="308378"/>
          </a:xfrm>
          <a:prstGeom prst="rect">
            <a:avLst/>
          </a:prstGeom>
          <a:noFill/>
        </p:spPr>
        <p:txBody>
          <a:bodyPr wrap="none" lIns="91421" tIns="45710" rIns="91421" bIns="45710" rtlCol="0">
            <a:spAutoFit/>
          </a:bodyPr>
          <a:lstStyle/>
          <a:p>
            <a:r>
              <a:rPr lang="en-US" sz="1402" dirty="0">
                <a:solidFill>
                  <a:srgbClr val="C00000"/>
                </a:solidFill>
                <a:latin typeface="Calibri" pitchFamily="34" charset="0"/>
              </a:rPr>
              <a:t>8 wide</a:t>
            </a:r>
          </a:p>
        </p:txBody>
      </p:sp>
    </p:spTree>
    <p:extLst>
      <p:ext uri="{BB962C8B-B14F-4D97-AF65-F5344CB8AC3E}">
        <p14:creationId xmlns:p14="http://schemas.microsoft.com/office/powerpoint/2010/main" val="9981738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p:bldP spid="21" grpId="0" animBg="1"/>
      <p:bldP spid="22" grpId="0"/>
      <p:bldP spid="23" grpId="0" animBg="1"/>
      <p:bldP spid="26" grpId="0" animBg="1"/>
      <p:bldP spid="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396875" y="1210704"/>
            <a:ext cx="7896225" cy="3056108"/>
          </a:xfrm>
        </p:spPr>
        <p:txBody>
          <a:bodyPr/>
          <a:lstStyle/>
          <a:p>
            <a:r>
              <a:rPr lang="en-US" dirty="0"/>
              <a:t>Assume: </a:t>
            </a:r>
          </a:p>
          <a:p>
            <a:pPr lvl="1"/>
            <a:r>
              <a:rPr lang="en-US" dirty="0"/>
              <a:t>Matrix elements are doubles</a:t>
            </a:r>
          </a:p>
          <a:p>
            <a:pPr lvl="1"/>
            <a:r>
              <a:rPr lang="en-US" dirty="0"/>
              <a:t>Cache block = 8 doubles</a:t>
            </a:r>
          </a:p>
          <a:p>
            <a:pPr lvl="1"/>
            <a:r>
              <a:rPr lang="en-US" dirty="0"/>
              <a:t>Cache size C &lt;&lt; n (much smaller than n)</a:t>
            </a:r>
          </a:p>
          <a:p>
            <a:endParaRPr lang="en-US" dirty="0"/>
          </a:p>
          <a:p>
            <a:r>
              <a:rPr lang="en-US" dirty="0"/>
              <a:t>Second iteration:</a:t>
            </a:r>
          </a:p>
          <a:p>
            <a:pPr lvl="1"/>
            <a:r>
              <a:rPr lang="en-US" dirty="0"/>
              <a:t>Again:</a:t>
            </a:r>
            <a:br>
              <a:rPr lang="en-US" dirty="0"/>
            </a:br>
            <a:r>
              <a:rPr lang="en-US" dirty="0"/>
              <a:t>n/8 + n = 9n/8 misses</a:t>
            </a:r>
          </a:p>
          <a:p>
            <a:pPr lvl="1"/>
            <a:endParaRPr lang="en-US" dirty="0"/>
          </a:p>
          <a:p>
            <a:pPr lvl="1"/>
            <a:endParaRPr lang="en-US" dirty="0"/>
          </a:p>
          <a:p>
            <a:r>
              <a:rPr lang="en-US" dirty="0"/>
              <a:t>Total misses:</a:t>
            </a:r>
          </a:p>
          <a:p>
            <a:pPr lvl="1"/>
            <a:r>
              <a:rPr lang="en-US" dirty="0"/>
              <a:t>9n/8 * n</a:t>
            </a:r>
            <a:r>
              <a:rPr lang="en-US" baseline="30000" dirty="0"/>
              <a:t>2</a:t>
            </a:r>
            <a:r>
              <a:rPr lang="en-US" dirty="0"/>
              <a:t> = (9/8) * n</a:t>
            </a:r>
            <a:r>
              <a:rPr lang="en-US" baseline="30000" dirty="0"/>
              <a:t>3</a:t>
            </a:r>
            <a:r>
              <a:rPr lang="en-US" dirty="0"/>
              <a:t> </a:t>
            </a:r>
          </a:p>
        </p:txBody>
      </p:sp>
      <p:sp>
        <p:nvSpPr>
          <p:cNvPr id="14" name="AutoShape 16"/>
          <p:cNvSpPr>
            <a:spLocks/>
          </p:cNvSpPr>
          <p:nvPr/>
        </p:nvSpPr>
        <p:spPr bwMode="auto">
          <a:xfrm rot="5400000" flipV="1">
            <a:off x="7755519" y="2819418"/>
            <a:ext cx="228494" cy="11430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403" dirty="0">
              <a:latin typeface="Calibri" pitchFamily="34" charset="0"/>
            </a:endParaRPr>
          </a:p>
        </p:txBody>
      </p:sp>
      <p:sp>
        <p:nvSpPr>
          <p:cNvPr id="15" name="TextBox 14"/>
          <p:cNvSpPr txBox="1"/>
          <p:nvPr/>
        </p:nvSpPr>
        <p:spPr>
          <a:xfrm>
            <a:off x="7721317" y="2907510"/>
            <a:ext cx="349967" cy="462610"/>
          </a:xfrm>
          <a:prstGeom prst="rect">
            <a:avLst/>
          </a:prstGeom>
          <a:noFill/>
        </p:spPr>
        <p:txBody>
          <a:bodyPr wrap="none" lIns="91421" tIns="45710" rIns="91421" bIns="45710" rtlCol="0">
            <a:spAutoFit/>
          </a:bodyPr>
          <a:lstStyle/>
          <a:p>
            <a:r>
              <a:rPr lang="en-US" sz="2403" dirty="0">
                <a:latin typeface="Calibri" pitchFamily="34" charset="0"/>
              </a:rPr>
              <a:t>n</a:t>
            </a:r>
          </a:p>
        </p:txBody>
      </p:sp>
      <p:sp>
        <p:nvSpPr>
          <p:cNvPr id="16" name="Rectangle 15"/>
          <p:cNvSpPr/>
          <p:nvPr/>
        </p:nvSpPr>
        <p:spPr bwMode="auto">
          <a:xfrm>
            <a:off x="5715000" y="3654519"/>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17" name="Rectangle 16"/>
          <p:cNvSpPr/>
          <p:nvPr/>
        </p:nvSpPr>
        <p:spPr bwMode="auto">
          <a:xfrm>
            <a:off x="7315200" y="3654519"/>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cxnSp>
        <p:nvCxnSpPr>
          <p:cNvPr id="18" name="Straight Connector 17"/>
          <p:cNvCxnSpPr/>
          <p:nvPr/>
        </p:nvCxnSpPr>
        <p:spPr bwMode="auto">
          <a:xfrm>
            <a:off x="5715000" y="3654520"/>
            <a:ext cx="1143001" cy="1587"/>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6836304" y="4224960"/>
            <a:ext cx="114247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6900610" y="4068620"/>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21" name="Rectangle 20"/>
          <p:cNvSpPr/>
          <p:nvPr/>
        </p:nvSpPr>
        <p:spPr bwMode="auto">
          <a:xfrm>
            <a:off x="3929867" y="3654519"/>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22" name="TextBox 21"/>
          <p:cNvSpPr txBox="1"/>
          <p:nvPr/>
        </p:nvSpPr>
        <p:spPr>
          <a:xfrm>
            <a:off x="5196395" y="3959178"/>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23" name="Rectangle 22"/>
          <p:cNvSpPr/>
          <p:nvPr/>
        </p:nvSpPr>
        <p:spPr bwMode="auto">
          <a:xfrm>
            <a:off x="4004732" y="3654520"/>
            <a:ext cx="76200" cy="76165"/>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24" name="Straight Connector 23"/>
          <p:cNvCxnSpPr/>
          <p:nvPr/>
        </p:nvCxnSpPr>
        <p:spPr bwMode="auto">
          <a:xfrm>
            <a:off x="6477000" y="3654519"/>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7298267" y="4552144"/>
            <a:ext cx="245534" cy="253308"/>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27" name="TextBox 26"/>
          <p:cNvSpPr txBox="1"/>
          <p:nvPr/>
        </p:nvSpPr>
        <p:spPr>
          <a:xfrm>
            <a:off x="7092331" y="4796989"/>
            <a:ext cx="682250" cy="308378"/>
          </a:xfrm>
          <a:prstGeom prst="rect">
            <a:avLst/>
          </a:prstGeom>
          <a:noFill/>
        </p:spPr>
        <p:txBody>
          <a:bodyPr wrap="none" lIns="91421" tIns="45710" rIns="91421" bIns="45710" rtlCol="0">
            <a:spAutoFit/>
          </a:bodyPr>
          <a:lstStyle/>
          <a:p>
            <a:r>
              <a:rPr lang="en-US" sz="1402" dirty="0">
                <a:solidFill>
                  <a:srgbClr val="C00000"/>
                </a:solidFill>
                <a:latin typeface="Calibri" pitchFamily="34" charset="0"/>
              </a:rPr>
              <a:t>8 wide</a:t>
            </a:r>
          </a:p>
        </p:txBody>
      </p:sp>
    </p:spTree>
    <p:extLst>
      <p:ext uri="{BB962C8B-B14F-4D97-AF65-F5344CB8AC3E}">
        <p14:creationId xmlns:p14="http://schemas.microsoft.com/office/powerpoint/2010/main" val="1650751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017C-7953-6742-9DAA-48B988C9A29D}"/>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3A37CA0E-164D-5F4E-9471-686252CC5231}"/>
              </a:ext>
            </a:extLst>
          </p:cNvPr>
          <p:cNvSpPr>
            <a:spLocks noGrp="1"/>
          </p:cNvSpPr>
          <p:nvPr>
            <p:ph idx="1"/>
          </p:nvPr>
        </p:nvSpPr>
        <p:spPr/>
        <p:txBody>
          <a:bodyPr/>
          <a:lstStyle/>
          <a:p>
            <a:endParaRPr lang="tr-TR"/>
          </a:p>
        </p:txBody>
      </p:sp>
      <p:sp>
        <p:nvSpPr>
          <p:cNvPr id="4" name="Slide Number Placeholder 3">
            <a:extLst>
              <a:ext uri="{FF2B5EF4-FFF2-40B4-BE49-F238E27FC236}">
                <a16:creationId xmlns:a16="http://schemas.microsoft.com/office/drawing/2014/main" id="{DA5E60F6-4BA2-DA4C-9238-3EBF627AD749}"/>
              </a:ext>
            </a:extLst>
          </p:cNvPr>
          <p:cNvSpPr>
            <a:spLocks noGrp="1"/>
          </p:cNvSpPr>
          <p:nvPr>
            <p:ph type="sldNum" sz="quarter" idx="10"/>
          </p:nvPr>
        </p:nvSpPr>
        <p:spPr/>
        <p:txBody>
          <a:bodyPr/>
          <a:lstStyle/>
          <a:p>
            <a:pPr>
              <a:defRPr/>
            </a:pPr>
            <a:fld id="{7142D0FF-28DA-4C73-BF5F-423BAD45C139}" type="slidenum">
              <a:rPr lang="en-US" smtClean="0"/>
              <a:pPr>
                <a:defRPr/>
              </a:pPr>
              <a:t>66</a:t>
            </a:fld>
            <a:endParaRPr lang="en-US"/>
          </a:p>
        </p:txBody>
      </p:sp>
    </p:spTree>
    <p:extLst>
      <p:ext uri="{BB962C8B-B14F-4D97-AF65-F5344CB8AC3E}">
        <p14:creationId xmlns:p14="http://schemas.microsoft.com/office/powerpoint/2010/main" val="2546242943"/>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Blocked Matrix Multiplication</a:t>
            </a:r>
          </a:p>
        </p:txBody>
      </p:sp>
      <p:sp>
        <p:nvSpPr>
          <p:cNvPr id="4" name="Rectangle 7"/>
          <p:cNvSpPr>
            <a:spLocks noChangeArrowheads="1"/>
          </p:cNvSpPr>
          <p:nvPr/>
        </p:nvSpPr>
        <p:spPr bwMode="auto">
          <a:xfrm>
            <a:off x="499532" y="1333441"/>
            <a:ext cx="7958668" cy="3104538"/>
          </a:xfrm>
          <a:prstGeom prst="rect">
            <a:avLst/>
          </a:prstGeom>
          <a:solidFill>
            <a:srgbClr val="F6F5BD"/>
          </a:solidFill>
          <a:ln w="12700" cmpd="thickThin">
            <a:solidFill>
              <a:schemeClr val="tx1"/>
            </a:solidFill>
            <a:miter lim="800000"/>
            <a:headEnd/>
            <a:tailEnd/>
          </a:ln>
          <a:effectLst/>
        </p:spPr>
        <p:txBody>
          <a:bodyPr wrap="square" lIns="90468" tIns="44441" rIns="90468" bIns="44441">
            <a:spAutoFit/>
          </a:bodyPr>
          <a:lstStyle/>
          <a:p>
            <a:pPr algn="l">
              <a:lnSpc>
                <a:spcPct val="100000"/>
              </a:lnSpc>
            </a:pPr>
            <a:r>
              <a:rPr lang="en-US" sz="1402" dirty="0">
                <a:latin typeface="Courier New" pitchFamily="49" charset="0"/>
              </a:rPr>
              <a:t>c = (double *) </a:t>
            </a:r>
            <a:r>
              <a:rPr lang="en-US" sz="1402" dirty="0" err="1">
                <a:latin typeface="Courier New" pitchFamily="49" charset="0"/>
              </a:rPr>
              <a:t>calloc</a:t>
            </a:r>
            <a:r>
              <a:rPr lang="en-US" sz="1402" dirty="0">
                <a:latin typeface="Courier New" pitchFamily="49" charset="0"/>
              </a:rPr>
              <a:t>(</a:t>
            </a:r>
            <a:r>
              <a:rPr lang="en-US" sz="1402" dirty="0" err="1">
                <a:latin typeface="Courier New" pitchFamily="49" charset="0"/>
              </a:rPr>
              <a:t>sizeof</a:t>
            </a:r>
            <a:r>
              <a:rPr lang="en-US" sz="1402" dirty="0">
                <a:latin typeface="Courier New" pitchFamily="49" charset="0"/>
              </a:rPr>
              <a:t>(double), n*n);</a:t>
            </a:r>
          </a:p>
          <a:p>
            <a:pPr algn="l">
              <a:lnSpc>
                <a:spcPct val="100000"/>
              </a:lnSpc>
            </a:pPr>
            <a:endParaRPr lang="en-US" sz="1402" dirty="0">
              <a:latin typeface="Courier New" pitchFamily="49" charset="0"/>
            </a:endParaRPr>
          </a:p>
          <a:p>
            <a:pPr algn="l">
              <a:lnSpc>
                <a:spcPct val="100000"/>
              </a:lnSpc>
            </a:pPr>
            <a:r>
              <a:rPr lang="en-US" sz="1402" dirty="0">
                <a:solidFill>
                  <a:srgbClr val="990000"/>
                </a:solidFill>
                <a:latin typeface="Courier New" pitchFamily="49" charset="0"/>
              </a:rPr>
              <a:t>/* Multiply n x n matrices a and b  */</a:t>
            </a:r>
          </a:p>
          <a:p>
            <a:pPr algn="l">
              <a:lnSpc>
                <a:spcPct val="100000"/>
              </a:lnSpc>
            </a:pPr>
            <a:r>
              <a:rPr lang="en-US" sz="1402" dirty="0">
                <a:latin typeface="Courier New" pitchFamily="49" charset="0"/>
              </a:rPr>
              <a:t>void </a:t>
            </a:r>
            <a:r>
              <a:rPr lang="en-US" sz="1402" dirty="0" err="1">
                <a:latin typeface="Courier New" pitchFamily="49" charset="0"/>
              </a:rPr>
              <a:t>mmm</a:t>
            </a:r>
            <a:r>
              <a:rPr lang="en-US" sz="1402" dirty="0">
                <a:latin typeface="Courier New" pitchFamily="49" charset="0"/>
              </a:rPr>
              <a:t>(double *a, double *b, double *c, </a:t>
            </a:r>
            <a:r>
              <a:rPr lang="en-US" sz="1402" dirty="0" err="1">
                <a:latin typeface="Courier New" pitchFamily="49" charset="0"/>
              </a:rPr>
              <a:t>int</a:t>
            </a:r>
            <a:r>
              <a:rPr lang="en-US" sz="1402" dirty="0">
                <a:latin typeface="Courier New" pitchFamily="49" charset="0"/>
              </a:rPr>
              <a:t> n) {</a:t>
            </a:r>
          </a:p>
          <a:p>
            <a:pPr algn="l">
              <a:lnSpc>
                <a:spcPct val="100000"/>
              </a:lnSpc>
            </a:pPr>
            <a:r>
              <a:rPr lang="en-US" sz="1402" dirty="0">
                <a:latin typeface="Courier New" pitchFamily="49" charset="0"/>
              </a:rPr>
              <a:t>    </a:t>
            </a:r>
            <a:r>
              <a:rPr lang="en-US" sz="1402" dirty="0" err="1">
                <a:latin typeface="Courier New" pitchFamily="49" charset="0"/>
              </a:rPr>
              <a:t>int</a:t>
            </a:r>
            <a:r>
              <a:rPr lang="en-US" sz="1402" dirty="0">
                <a:latin typeface="Courier New" pitchFamily="49" charset="0"/>
              </a:rPr>
              <a:t> </a:t>
            </a:r>
            <a:r>
              <a:rPr lang="en-US" sz="1402" dirty="0" err="1">
                <a:latin typeface="Courier New" pitchFamily="49" charset="0"/>
              </a:rPr>
              <a:t>i</a:t>
            </a:r>
            <a:r>
              <a:rPr lang="en-US" sz="1402" dirty="0">
                <a:latin typeface="Courier New" pitchFamily="49" charset="0"/>
              </a:rPr>
              <a:t>, j, k;</a:t>
            </a:r>
          </a:p>
          <a:p>
            <a:pPr algn="l">
              <a:lnSpc>
                <a:spcPct val="100000"/>
              </a:lnSpc>
            </a:pPr>
            <a:r>
              <a:rPr lang="en-US" sz="1402" dirty="0">
                <a:latin typeface="Courier New" pitchFamily="49" charset="0"/>
              </a:rPr>
              <a:t>    for (</a:t>
            </a:r>
            <a:r>
              <a:rPr lang="en-US" sz="1402" dirty="0" err="1">
                <a:latin typeface="Courier New" pitchFamily="49" charset="0"/>
              </a:rPr>
              <a:t>i</a:t>
            </a:r>
            <a:r>
              <a:rPr lang="en-US" sz="1402" dirty="0">
                <a:latin typeface="Courier New" pitchFamily="49" charset="0"/>
              </a:rPr>
              <a:t> = 0; </a:t>
            </a:r>
            <a:r>
              <a:rPr lang="en-US" sz="1402" dirty="0" err="1">
                <a:latin typeface="Courier New" pitchFamily="49" charset="0"/>
              </a:rPr>
              <a:t>i</a:t>
            </a:r>
            <a:r>
              <a:rPr lang="en-US" sz="1402" dirty="0">
                <a:latin typeface="Courier New" pitchFamily="49" charset="0"/>
              </a:rPr>
              <a:t> &lt; n; </a:t>
            </a:r>
            <a:r>
              <a:rPr lang="en-US" sz="1402" dirty="0" err="1">
                <a:latin typeface="Courier New" pitchFamily="49" charset="0"/>
              </a:rPr>
              <a:t>i</a:t>
            </a:r>
            <a:r>
              <a:rPr lang="en-US" sz="1402" dirty="0">
                <a:latin typeface="Courier New" pitchFamily="49" charset="0"/>
              </a:rPr>
              <a:t>+=B)</a:t>
            </a:r>
          </a:p>
          <a:p>
            <a:pPr algn="l">
              <a:lnSpc>
                <a:spcPct val="100000"/>
              </a:lnSpc>
            </a:pPr>
            <a:r>
              <a:rPr lang="en-US" sz="1402" dirty="0">
                <a:latin typeface="Courier New" pitchFamily="49" charset="0"/>
              </a:rPr>
              <a:t>	for (j = 0; j &lt; n; j+=B)</a:t>
            </a:r>
          </a:p>
          <a:p>
            <a:pPr algn="l">
              <a:lnSpc>
                <a:spcPct val="100000"/>
              </a:lnSpc>
            </a:pPr>
            <a:r>
              <a:rPr lang="en-US" sz="1402" dirty="0">
                <a:latin typeface="Courier New" pitchFamily="49" charset="0"/>
              </a:rPr>
              <a:t>             for (k = 0; k &lt; n; k+=B)</a:t>
            </a:r>
          </a:p>
          <a:p>
            <a:pPr algn="l">
              <a:lnSpc>
                <a:spcPct val="100000"/>
              </a:lnSpc>
            </a:pPr>
            <a:r>
              <a:rPr lang="en-US" sz="1402" dirty="0">
                <a:latin typeface="Courier New" pitchFamily="49" charset="0"/>
              </a:rPr>
              <a:t>		 </a:t>
            </a:r>
            <a:r>
              <a:rPr lang="en-US" sz="1402" dirty="0">
                <a:solidFill>
                  <a:srgbClr val="990000"/>
                </a:solidFill>
                <a:latin typeface="Courier New" pitchFamily="49" charset="0"/>
              </a:rPr>
              <a:t>/* B x B mini matrix multiplications */</a:t>
            </a:r>
          </a:p>
          <a:p>
            <a:pPr algn="l">
              <a:lnSpc>
                <a:spcPct val="100000"/>
              </a:lnSpc>
            </a:pPr>
            <a:r>
              <a:rPr lang="en-US" sz="1402" dirty="0">
                <a:latin typeface="Courier New" pitchFamily="49" charset="0"/>
              </a:rPr>
              <a:t>                  for (i1 = </a:t>
            </a:r>
            <a:r>
              <a:rPr lang="en-US" sz="1402" dirty="0" err="1">
                <a:latin typeface="Courier New" pitchFamily="49" charset="0"/>
              </a:rPr>
              <a:t>i</a:t>
            </a:r>
            <a:r>
              <a:rPr lang="en-US" sz="1402" dirty="0">
                <a:latin typeface="Courier New" pitchFamily="49" charset="0"/>
              </a:rPr>
              <a:t>; i1 &lt; </a:t>
            </a:r>
            <a:r>
              <a:rPr lang="en-US" sz="1402" dirty="0" err="1">
                <a:latin typeface="Courier New" pitchFamily="49" charset="0"/>
              </a:rPr>
              <a:t>i+B</a:t>
            </a:r>
            <a:r>
              <a:rPr lang="en-US" sz="1402" dirty="0">
                <a:latin typeface="Courier New" pitchFamily="49" charset="0"/>
              </a:rPr>
              <a:t>; </a:t>
            </a:r>
            <a:r>
              <a:rPr lang="en-US" sz="1402" dirty="0" err="1">
                <a:latin typeface="Courier New" pitchFamily="49" charset="0"/>
              </a:rPr>
              <a:t>i</a:t>
            </a:r>
            <a:r>
              <a:rPr lang="en-US" sz="1402" dirty="0">
                <a:latin typeface="Courier New" pitchFamily="49" charset="0"/>
              </a:rPr>
              <a:t>++)</a:t>
            </a:r>
          </a:p>
          <a:p>
            <a:r>
              <a:rPr lang="en-US" sz="1402" dirty="0">
                <a:latin typeface="Courier New" pitchFamily="49" charset="0"/>
              </a:rPr>
              <a:t>                      for (j1 = j; j1 &lt; </a:t>
            </a:r>
            <a:r>
              <a:rPr lang="en-US" sz="1402" dirty="0" err="1">
                <a:latin typeface="Courier New" pitchFamily="49" charset="0"/>
              </a:rPr>
              <a:t>j+B</a:t>
            </a:r>
            <a:r>
              <a:rPr lang="en-US" sz="1402" dirty="0">
                <a:latin typeface="Courier New" pitchFamily="49" charset="0"/>
              </a:rPr>
              <a:t>; j++)</a:t>
            </a:r>
          </a:p>
          <a:p>
            <a:r>
              <a:rPr lang="en-US" sz="1402" dirty="0">
                <a:latin typeface="Courier New" pitchFamily="49" charset="0"/>
              </a:rPr>
              <a:t>                          for (k1 = k; k1 &lt; </a:t>
            </a:r>
            <a:r>
              <a:rPr lang="en-US" sz="1402" dirty="0" err="1">
                <a:latin typeface="Courier New" pitchFamily="49" charset="0"/>
              </a:rPr>
              <a:t>k+B</a:t>
            </a:r>
            <a:r>
              <a:rPr lang="en-US" sz="1402" dirty="0">
                <a:latin typeface="Courier New" pitchFamily="49" charset="0"/>
              </a:rPr>
              <a:t>; k++)</a:t>
            </a:r>
          </a:p>
          <a:p>
            <a:pPr algn="l">
              <a:lnSpc>
                <a:spcPct val="100000"/>
              </a:lnSpc>
            </a:pPr>
            <a:r>
              <a:rPr lang="en-US" sz="1402" dirty="0">
                <a:latin typeface="Courier New" pitchFamily="49" charset="0"/>
              </a:rPr>
              <a:t>	                      c[i1*n+j1] += a[i1*n + k1]*b[k1*n + j1];</a:t>
            </a:r>
          </a:p>
          <a:p>
            <a:pPr algn="l">
              <a:lnSpc>
                <a:spcPct val="100000"/>
              </a:lnSpc>
            </a:pPr>
            <a:r>
              <a:rPr lang="en-US" sz="1402" dirty="0">
                <a:latin typeface="Courier New" pitchFamily="49" charset="0"/>
              </a:rPr>
              <a:t>}</a:t>
            </a:r>
          </a:p>
        </p:txBody>
      </p:sp>
      <p:sp>
        <p:nvSpPr>
          <p:cNvPr id="5" name="Rectangle 4"/>
          <p:cNvSpPr/>
          <p:nvPr/>
        </p:nvSpPr>
        <p:spPr bwMode="auto">
          <a:xfrm>
            <a:off x="2284665" y="4799964"/>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a</a:t>
            </a:r>
          </a:p>
        </p:txBody>
      </p:sp>
      <p:sp>
        <p:nvSpPr>
          <p:cNvPr id="6" name="Rectangle 5"/>
          <p:cNvSpPr/>
          <p:nvPr/>
        </p:nvSpPr>
        <p:spPr bwMode="auto">
          <a:xfrm>
            <a:off x="3884865" y="4799964"/>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b</a:t>
            </a:r>
          </a:p>
        </p:txBody>
      </p:sp>
      <p:sp>
        <p:nvSpPr>
          <p:cNvPr id="9" name="TextBox 8"/>
          <p:cNvSpPr txBox="1"/>
          <p:nvPr/>
        </p:nvSpPr>
        <p:spPr>
          <a:xfrm>
            <a:off x="1980816" y="5470226"/>
            <a:ext cx="376988" cy="400089"/>
          </a:xfrm>
          <a:prstGeom prst="rect">
            <a:avLst/>
          </a:prstGeom>
          <a:noFill/>
        </p:spPr>
        <p:txBody>
          <a:bodyPr wrap="none" lIns="91421" tIns="45710" rIns="91421" bIns="45710" rtlCol="0">
            <a:spAutoFit/>
          </a:bodyPr>
          <a:lstStyle/>
          <a:p>
            <a:r>
              <a:rPr lang="en-US" sz="2000" dirty="0">
                <a:latin typeface="Calibri" pitchFamily="34" charset="0"/>
              </a:rPr>
              <a:t>i1</a:t>
            </a:r>
          </a:p>
        </p:txBody>
      </p:sp>
      <p:sp>
        <p:nvSpPr>
          <p:cNvPr id="10" name="TextBox 9"/>
          <p:cNvSpPr txBox="1"/>
          <p:nvPr/>
        </p:nvSpPr>
        <p:spPr>
          <a:xfrm>
            <a:off x="4387866" y="4419141"/>
            <a:ext cx="380194" cy="400089"/>
          </a:xfrm>
          <a:prstGeom prst="rect">
            <a:avLst/>
          </a:prstGeom>
          <a:noFill/>
        </p:spPr>
        <p:txBody>
          <a:bodyPr wrap="none" lIns="91421" tIns="45710" rIns="91421" bIns="45710" rtlCol="0">
            <a:spAutoFit/>
          </a:bodyPr>
          <a:lstStyle/>
          <a:p>
            <a:r>
              <a:rPr lang="en-US" sz="2000" dirty="0">
                <a:latin typeface="Calibri" pitchFamily="34" charset="0"/>
              </a:rPr>
              <a:t>j1</a:t>
            </a:r>
          </a:p>
        </p:txBody>
      </p:sp>
      <p:sp>
        <p:nvSpPr>
          <p:cNvPr id="12" name="TextBox 11"/>
          <p:cNvSpPr txBox="1"/>
          <p:nvPr/>
        </p:nvSpPr>
        <p:spPr>
          <a:xfrm>
            <a:off x="3470274" y="5214065"/>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3" name="Rectangle 12"/>
          <p:cNvSpPr/>
          <p:nvPr/>
        </p:nvSpPr>
        <p:spPr bwMode="auto">
          <a:xfrm>
            <a:off x="499532" y="4799964"/>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c</a:t>
            </a:r>
          </a:p>
        </p:txBody>
      </p:sp>
      <p:sp>
        <p:nvSpPr>
          <p:cNvPr id="14" name="TextBox 13"/>
          <p:cNvSpPr txBox="1"/>
          <p:nvPr/>
        </p:nvSpPr>
        <p:spPr>
          <a:xfrm>
            <a:off x="1766059" y="5104624"/>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6" name="Rectangle 15"/>
          <p:cNvSpPr/>
          <p:nvPr/>
        </p:nvSpPr>
        <p:spPr bwMode="auto">
          <a:xfrm>
            <a:off x="1143001" y="5587001"/>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17" name="Rectangle 16"/>
          <p:cNvSpPr/>
          <p:nvPr/>
        </p:nvSpPr>
        <p:spPr bwMode="auto">
          <a:xfrm>
            <a:off x="5528732" y="4799964"/>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r>
              <a:rPr lang="en-US" sz="2003" dirty="0">
                <a:latin typeface="Courier New" pitchFamily="49" charset="0"/>
                <a:cs typeface="Courier New" pitchFamily="49" charset="0"/>
              </a:rPr>
              <a:t>c</a:t>
            </a:r>
          </a:p>
        </p:txBody>
      </p:sp>
      <p:sp>
        <p:nvSpPr>
          <p:cNvPr id="18" name="TextBox 17"/>
          <p:cNvSpPr txBox="1"/>
          <p:nvPr/>
        </p:nvSpPr>
        <p:spPr>
          <a:xfrm>
            <a:off x="5113741" y="5104624"/>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19" name="Rectangle 18"/>
          <p:cNvSpPr/>
          <p:nvPr/>
        </p:nvSpPr>
        <p:spPr bwMode="auto">
          <a:xfrm>
            <a:off x="2284665" y="5561612"/>
            <a:ext cx="1143001" cy="228494"/>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20" name="Rectangle 19"/>
          <p:cNvSpPr/>
          <p:nvPr/>
        </p:nvSpPr>
        <p:spPr bwMode="auto">
          <a:xfrm rot="5400000">
            <a:off x="3996533" y="5256899"/>
            <a:ext cx="1142470" cy="228601"/>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23" name="Straight Connector 22"/>
          <p:cNvCxnSpPr/>
          <p:nvPr/>
        </p:nvCxnSpPr>
        <p:spPr bwMode="auto">
          <a:xfrm rot="5400000">
            <a:off x="2848296" y="5666601"/>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24" name="Straight Connector 23"/>
          <p:cNvCxnSpPr/>
          <p:nvPr/>
        </p:nvCxnSpPr>
        <p:spPr bwMode="auto">
          <a:xfrm rot="5400000">
            <a:off x="3085363" y="5666601"/>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25" name="Straight Connector 24"/>
          <p:cNvCxnSpPr/>
          <p:nvPr/>
        </p:nvCxnSpPr>
        <p:spPr bwMode="auto">
          <a:xfrm rot="5400000">
            <a:off x="2384216" y="5666601"/>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26" name="Straight Connector 25"/>
          <p:cNvCxnSpPr/>
          <p:nvPr/>
        </p:nvCxnSpPr>
        <p:spPr bwMode="auto">
          <a:xfrm rot="5400000">
            <a:off x="2612817" y="5666601"/>
            <a:ext cx="228494" cy="1588"/>
          </a:xfrm>
          <a:prstGeom prst="line">
            <a:avLst/>
          </a:prstGeom>
          <a:noFill/>
          <a:ln w="25400" cap="flat" cmpd="sng" algn="ctr">
            <a:solidFill>
              <a:schemeClr val="bg1"/>
            </a:solidFill>
            <a:prstDash val="solid"/>
            <a:round/>
            <a:headEnd type="none" w="med" len="med"/>
            <a:tailEnd type="none" w="med" len="med"/>
          </a:ln>
          <a:effectLst/>
        </p:spPr>
      </p:cxnSp>
      <p:grpSp>
        <p:nvGrpSpPr>
          <p:cNvPr id="3" name="Group 30"/>
          <p:cNvGrpSpPr/>
          <p:nvPr/>
        </p:nvGrpSpPr>
        <p:grpSpPr>
          <a:xfrm rot="5400000">
            <a:off x="4208097" y="5265362"/>
            <a:ext cx="702409" cy="228601"/>
            <a:chOff x="2650069" y="6316133"/>
            <a:chExt cx="702734" cy="228600"/>
          </a:xfrm>
        </p:grpSpPr>
        <p:cxnSp>
          <p:nvCxnSpPr>
            <p:cNvPr id="27" name="Straight Connector 26"/>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8" name="Straight Connector 27"/>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9" name="Straight Connector 28"/>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30" name="Straight Connector 29"/>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32" name="TextBox 31"/>
          <p:cNvSpPr txBox="1"/>
          <p:nvPr/>
        </p:nvSpPr>
        <p:spPr>
          <a:xfrm>
            <a:off x="3753595" y="6323258"/>
            <a:ext cx="1791029" cy="400089"/>
          </a:xfrm>
          <a:prstGeom prst="rect">
            <a:avLst/>
          </a:prstGeom>
          <a:noFill/>
        </p:spPr>
        <p:txBody>
          <a:bodyPr wrap="none" lIns="91421" tIns="45710" rIns="91421" bIns="45710" rtlCol="0">
            <a:spAutoFit/>
          </a:bodyPr>
          <a:lstStyle/>
          <a:p>
            <a:r>
              <a:rPr lang="en-US" sz="2000" dirty="0">
                <a:solidFill>
                  <a:schemeClr val="tx1">
                    <a:lumMod val="65000"/>
                    <a:lumOff val="35000"/>
                  </a:schemeClr>
                </a:solidFill>
                <a:latin typeface="Calibri" pitchFamily="34" charset="0"/>
              </a:rPr>
              <a:t>Block size B x B</a:t>
            </a:r>
          </a:p>
        </p:txBody>
      </p:sp>
      <p:cxnSp>
        <p:nvCxnSpPr>
          <p:cNvPr id="34" name="Straight Arrow Connector 33"/>
          <p:cNvCxnSpPr>
            <a:stCxn id="32" idx="0"/>
            <a:endCxn id="20" idx="3"/>
          </p:cNvCxnSpPr>
          <p:nvPr/>
        </p:nvCxnSpPr>
        <p:spPr bwMode="auto">
          <a:xfrm flipH="1" flipV="1">
            <a:off x="4567768" y="5942435"/>
            <a:ext cx="81342" cy="380823"/>
          </a:xfrm>
          <a:prstGeom prst="straightConnector1">
            <a:avLst/>
          </a:prstGeom>
          <a:noFill/>
          <a:ln w="2540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01662415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396875" y="1210704"/>
            <a:ext cx="7896225" cy="3056108"/>
          </a:xfrm>
        </p:spPr>
        <p:txBody>
          <a:bodyPr/>
          <a:lstStyle/>
          <a:p>
            <a:r>
              <a:rPr lang="en-US" dirty="0"/>
              <a:t>Assume: </a:t>
            </a:r>
          </a:p>
          <a:p>
            <a:pPr lvl="1"/>
            <a:r>
              <a:rPr lang="en-US" dirty="0"/>
              <a:t>Cache block = 8 doubles</a:t>
            </a:r>
          </a:p>
          <a:p>
            <a:pPr lvl="1"/>
            <a:r>
              <a:rPr lang="en-US" dirty="0"/>
              <a:t>Cache size C &lt;&lt; n (much smaller than n)</a:t>
            </a:r>
          </a:p>
          <a:p>
            <a:pPr lvl="1"/>
            <a:r>
              <a:rPr lang="en-US" dirty="0"/>
              <a:t>Three blocks       fit into cache: 3B</a:t>
            </a:r>
            <a:r>
              <a:rPr lang="en-US" baseline="30000" dirty="0"/>
              <a:t>2</a:t>
            </a:r>
            <a:r>
              <a:rPr lang="en-US" dirty="0"/>
              <a:t> &lt; C</a:t>
            </a:r>
          </a:p>
          <a:p>
            <a:endParaRPr lang="en-US" dirty="0"/>
          </a:p>
          <a:p>
            <a:r>
              <a:rPr lang="en-US" dirty="0"/>
              <a:t>First (block) iteration:</a:t>
            </a:r>
          </a:p>
          <a:p>
            <a:pPr lvl="1"/>
            <a:r>
              <a:rPr lang="en-US" dirty="0"/>
              <a:t>B</a:t>
            </a:r>
            <a:r>
              <a:rPr lang="en-US" baseline="30000" dirty="0"/>
              <a:t>2</a:t>
            </a:r>
            <a:r>
              <a:rPr lang="en-US" dirty="0"/>
              <a:t>/8 misses for each block</a:t>
            </a:r>
          </a:p>
          <a:p>
            <a:pPr lvl="1"/>
            <a:r>
              <a:rPr lang="en-US" dirty="0"/>
              <a:t>2n/B * B</a:t>
            </a:r>
            <a:r>
              <a:rPr lang="en-US" baseline="30000" dirty="0"/>
              <a:t>2</a:t>
            </a:r>
            <a:r>
              <a:rPr lang="en-US" dirty="0"/>
              <a:t>/8 = </a:t>
            </a:r>
            <a:r>
              <a:rPr lang="en-US" dirty="0" err="1"/>
              <a:t>nB</a:t>
            </a:r>
            <a:r>
              <a:rPr lang="en-US" dirty="0"/>
              <a:t>/4</a:t>
            </a:r>
            <a:br>
              <a:rPr lang="en-US" dirty="0"/>
            </a:br>
            <a:r>
              <a:rPr lang="en-US" dirty="0"/>
              <a:t>(omitting matrix c)</a:t>
            </a:r>
          </a:p>
          <a:p>
            <a:pPr lvl="1"/>
            <a:endParaRPr lang="en-US" dirty="0"/>
          </a:p>
          <a:p>
            <a:pPr lvl="1"/>
            <a:endParaRPr lang="en-US" dirty="0"/>
          </a:p>
          <a:p>
            <a:pPr lvl="1"/>
            <a:r>
              <a:rPr lang="en-US" dirty="0"/>
              <a:t>Afterwards in cache</a:t>
            </a:r>
            <a:br>
              <a:rPr lang="en-US" dirty="0"/>
            </a:br>
            <a:r>
              <a:rPr lang="en-US" dirty="0"/>
              <a:t>(schematic)</a:t>
            </a:r>
          </a:p>
        </p:txBody>
      </p:sp>
      <p:sp>
        <p:nvSpPr>
          <p:cNvPr id="25" name="Rectangle 24"/>
          <p:cNvSpPr/>
          <p:nvPr/>
        </p:nvSpPr>
        <p:spPr bwMode="auto">
          <a:xfrm>
            <a:off x="5899933" y="5561611"/>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28" name="Rectangle 27"/>
          <p:cNvSpPr/>
          <p:nvPr/>
        </p:nvSpPr>
        <p:spPr bwMode="auto">
          <a:xfrm>
            <a:off x="7500133" y="5561611"/>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31" name="TextBox 30"/>
          <p:cNvSpPr txBox="1"/>
          <p:nvPr/>
        </p:nvSpPr>
        <p:spPr>
          <a:xfrm>
            <a:off x="7085542" y="5975712"/>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32" name="Rectangle 31"/>
          <p:cNvSpPr/>
          <p:nvPr/>
        </p:nvSpPr>
        <p:spPr bwMode="auto">
          <a:xfrm>
            <a:off x="4114800" y="5561611"/>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33" name="TextBox 32"/>
          <p:cNvSpPr txBox="1"/>
          <p:nvPr/>
        </p:nvSpPr>
        <p:spPr>
          <a:xfrm>
            <a:off x="5381327" y="5866271"/>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34" name="Rectangle 33"/>
          <p:cNvSpPr/>
          <p:nvPr/>
        </p:nvSpPr>
        <p:spPr bwMode="auto">
          <a:xfrm>
            <a:off x="4114800" y="5561611"/>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37" name="Rectangle 36"/>
          <p:cNvSpPr/>
          <p:nvPr/>
        </p:nvSpPr>
        <p:spPr bwMode="auto">
          <a:xfrm>
            <a:off x="5899933" y="5559746"/>
            <a:ext cx="1143001" cy="228494"/>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38" name="Rectangle 37"/>
          <p:cNvSpPr/>
          <p:nvPr/>
        </p:nvSpPr>
        <p:spPr bwMode="auto">
          <a:xfrm rot="5400000">
            <a:off x="7029883" y="6018546"/>
            <a:ext cx="1142470" cy="228601"/>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39" name="Straight Connector 38"/>
          <p:cNvCxnSpPr/>
          <p:nvPr/>
        </p:nvCxnSpPr>
        <p:spPr bwMode="auto">
          <a:xfrm rot="5400000">
            <a:off x="6463564" y="566473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6700630" y="566473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5999484" y="566473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6228085" y="5664735"/>
            <a:ext cx="228494"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7241447" y="6027009"/>
            <a:ext cx="702409" cy="228601"/>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50" name="Rectangle 49"/>
          <p:cNvSpPr/>
          <p:nvPr/>
        </p:nvSpPr>
        <p:spPr bwMode="auto">
          <a:xfrm>
            <a:off x="2650067" y="2481172"/>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3" name="Rectangle 52"/>
          <p:cNvSpPr/>
          <p:nvPr/>
        </p:nvSpPr>
        <p:spPr bwMode="auto">
          <a:xfrm>
            <a:off x="6578605" y="5561453"/>
            <a:ext cx="464329" cy="226788"/>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4" name="Rectangle 53"/>
          <p:cNvSpPr/>
          <p:nvPr/>
        </p:nvSpPr>
        <p:spPr bwMode="auto">
          <a:xfrm rot="5400000">
            <a:off x="7367630" y="6358578"/>
            <a:ext cx="464114"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5" name="Rectangle 54"/>
          <p:cNvSpPr/>
          <p:nvPr/>
        </p:nvSpPr>
        <p:spPr bwMode="auto">
          <a:xfrm>
            <a:off x="5899933"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56" name="Rectangle 55"/>
          <p:cNvSpPr/>
          <p:nvPr/>
        </p:nvSpPr>
        <p:spPr bwMode="auto">
          <a:xfrm>
            <a:off x="7500133"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57" name="TextBox 56"/>
          <p:cNvSpPr txBox="1"/>
          <p:nvPr/>
        </p:nvSpPr>
        <p:spPr>
          <a:xfrm>
            <a:off x="7085542" y="4147760"/>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58" name="Rectangle 57"/>
          <p:cNvSpPr/>
          <p:nvPr/>
        </p:nvSpPr>
        <p:spPr bwMode="auto">
          <a:xfrm>
            <a:off x="4114800"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59" name="TextBox 58"/>
          <p:cNvSpPr txBox="1"/>
          <p:nvPr/>
        </p:nvSpPr>
        <p:spPr>
          <a:xfrm>
            <a:off x="5381327" y="4038319"/>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60" name="Rectangle 59"/>
          <p:cNvSpPr/>
          <p:nvPr/>
        </p:nvSpPr>
        <p:spPr bwMode="auto">
          <a:xfrm>
            <a:off x="4114800" y="3733659"/>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61" name="Rectangle 60"/>
          <p:cNvSpPr/>
          <p:nvPr/>
        </p:nvSpPr>
        <p:spPr bwMode="auto">
          <a:xfrm>
            <a:off x="5899933" y="3731794"/>
            <a:ext cx="1143001" cy="228494"/>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62" name="Rectangle 61"/>
          <p:cNvSpPr/>
          <p:nvPr/>
        </p:nvSpPr>
        <p:spPr bwMode="auto">
          <a:xfrm rot="5400000">
            <a:off x="7298375" y="4190594"/>
            <a:ext cx="1142470" cy="228601"/>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63" name="Straight Connector 62"/>
          <p:cNvCxnSpPr/>
          <p:nvPr/>
        </p:nvCxnSpPr>
        <p:spPr bwMode="auto">
          <a:xfrm rot="5400000">
            <a:off x="6463564" y="3836783"/>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64" name="Straight Connector 63"/>
          <p:cNvCxnSpPr/>
          <p:nvPr/>
        </p:nvCxnSpPr>
        <p:spPr bwMode="auto">
          <a:xfrm rot="5400000">
            <a:off x="6700630" y="3836783"/>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65" name="Straight Connector 64"/>
          <p:cNvCxnSpPr/>
          <p:nvPr/>
        </p:nvCxnSpPr>
        <p:spPr bwMode="auto">
          <a:xfrm rot="5400000">
            <a:off x="5999484" y="3836783"/>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66" name="Straight Connector 65"/>
          <p:cNvCxnSpPr/>
          <p:nvPr/>
        </p:nvCxnSpPr>
        <p:spPr bwMode="auto">
          <a:xfrm rot="5400000">
            <a:off x="6228085" y="3836783"/>
            <a:ext cx="228494" cy="1588"/>
          </a:xfrm>
          <a:prstGeom prst="line">
            <a:avLst/>
          </a:prstGeom>
          <a:noFill/>
          <a:ln w="25400" cap="flat" cmpd="sng" algn="ctr">
            <a:solidFill>
              <a:schemeClr val="bg1"/>
            </a:solidFill>
            <a:prstDash val="solid"/>
            <a:round/>
            <a:headEnd type="none" w="med" len="med"/>
            <a:tailEnd type="none" w="med" len="med"/>
          </a:ln>
          <a:effectLst/>
        </p:spPr>
      </p:cxnSp>
      <p:grpSp>
        <p:nvGrpSpPr>
          <p:cNvPr id="5" name="Group 30"/>
          <p:cNvGrpSpPr/>
          <p:nvPr/>
        </p:nvGrpSpPr>
        <p:grpSpPr>
          <a:xfrm rot="5400000">
            <a:off x="7518565" y="4199057"/>
            <a:ext cx="702409" cy="228601"/>
            <a:chOff x="2650069" y="6316133"/>
            <a:chExt cx="702734" cy="228600"/>
          </a:xfrm>
        </p:grpSpPr>
        <p:cxnSp>
          <p:nvCxnSpPr>
            <p:cNvPr id="68" name="Straight Connector 67"/>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9" name="Straight Connector 68"/>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0" name="Straight Connector 69"/>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1" name="Straight Connector 70"/>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72" name="TextBox 71"/>
          <p:cNvSpPr txBox="1"/>
          <p:nvPr/>
        </p:nvSpPr>
        <p:spPr>
          <a:xfrm>
            <a:off x="7055596" y="5251689"/>
            <a:ext cx="1791029" cy="400089"/>
          </a:xfrm>
          <a:prstGeom prst="rect">
            <a:avLst/>
          </a:prstGeom>
          <a:noFill/>
        </p:spPr>
        <p:txBody>
          <a:bodyPr wrap="none" lIns="91421" tIns="45710" rIns="91421" bIns="45710" rtlCol="0">
            <a:spAutoFit/>
          </a:bodyPr>
          <a:lstStyle/>
          <a:p>
            <a:r>
              <a:rPr lang="en-US" sz="2000" dirty="0">
                <a:solidFill>
                  <a:schemeClr val="tx1">
                    <a:lumMod val="65000"/>
                    <a:lumOff val="35000"/>
                  </a:schemeClr>
                </a:solidFill>
                <a:latin typeface="Calibri" pitchFamily="34" charset="0"/>
              </a:rPr>
              <a:t>Block size B x B</a:t>
            </a:r>
          </a:p>
        </p:txBody>
      </p:sp>
      <p:cxnSp>
        <p:nvCxnSpPr>
          <p:cNvPr id="73" name="Straight Arrow Connector 72"/>
          <p:cNvCxnSpPr>
            <a:stCxn id="72" idx="0"/>
          </p:cNvCxnSpPr>
          <p:nvPr/>
        </p:nvCxnSpPr>
        <p:spPr bwMode="auto">
          <a:xfrm flipH="1" flipV="1">
            <a:off x="7869770" y="4870867"/>
            <a:ext cx="81341" cy="380822"/>
          </a:xfrm>
          <a:prstGeom prst="straightConnector1">
            <a:avLst/>
          </a:prstGeom>
          <a:noFill/>
          <a:ln w="25400" cap="flat" cmpd="sng" algn="ctr">
            <a:solidFill>
              <a:schemeClr val="tx1"/>
            </a:solidFill>
            <a:prstDash val="solid"/>
            <a:round/>
            <a:headEnd type="none" w="med" len="med"/>
            <a:tailEnd type="arrow"/>
          </a:ln>
          <a:effectLst/>
        </p:spPr>
      </p:cxnSp>
      <p:sp>
        <p:nvSpPr>
          <p:cNvPr id="74" name="AutoShape 16"/>
          <p:cNvSpPr>
            <a:spLocks/>
          </p:cNvSpPr>
          <p:nvPr/>
        </p:nvSpPr>
        <p:spPr bwMode="auto">
          <a:xfrm rot="5400000" flipV="1">
            <a:off x="7941788" y="2960084"/>
            <a:ext cx="228494" cy="11430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403" dirty="0">
              <a:latin typeface="Calibri" pitchFamily="34" charset="0"/>
            </a:endParaRPr>
          </a:p>
        </p:txBody>
      </p:sp>
      <p:sp>
        <p:nvSpPr>
          <p:cNvPr id="75" name="TextBox 74"/>
          <p:cNvSpPr txBox="1"/>
          <p:nvPr/>
        </p:nvSpPr>
        <p:spPr>
          <a:xfrm>
            <a:off x="7820515" y="3048177"/>
            <a:ext cx="1304678" cy="400089"/>
          </a:xfrm>
          <a:prstGeom prst="rect">
            <a:avLst/>
          </a:prstGeom>
          <a:noFill/>
        </p:spPr>
        <p:txBody>
          <a:bodyPr wrap="none" lIns="91421" tIns="45710" rIns="91421" bIns="45710" rtlCol="0">
            <a:spAutoFit/>
          </a:bodyPr>
          <a:lstStyle/>
          <a:p>
            <a:r>
              <a:rPr lang="en-US" sz="2000" dirty="0">
                <a:latin typeface="Calibri" pitchFamily="34" charset="0"/>
              </a:rPr>
              <a:t>n/B blocks</a:t>
            </a:r>
          </a:p>
        </p:txBody>
      </p:sp>
    </p:spTree>
    <p:extLst>
      <p:ext uri="{BB962C8B-B14F-4D97-AF65-F5344CB8AC3E}">
        <p14:creationId xmlns:p14="http://schemas.microsoft.com/office/powerpoint/2010/main" val="18153233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1" grpId="0"/>
      <p:bldP spid="32" grpId="0" animBg="1"/>
      <p:bldP spid="33" grpId="0"/>
      <p:bldP spid="34" grpId="0" animBg="1"/>
      <p:bldP spid="37" grpId="0" animBg="1"/>
      <p:bldP spid="38" grpId="0" animBg="1"/>
      <p:bldP spid="53" grpId="0" animBg="1"/>
      <p:bldP spid="5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Miss Analysis</a:t>
            </a:r>
          </a:p>
        </p:txBody>
      </p:sp>
      <p:sp>
        <p:nvSpPr>
          <p:cNvPr id="3" name="Content Placeholder 2"/>
          <p:cNvSpPr>
            <a:spLocks noGrp="1"/>
          </p:cNvSpPr>
          <p:nvPr>
            <p:ph idx="1"/>
          </p:nvPr>
        </p:nvSpPr>
        <p:spPr>
          <a:xfrm>
            <a:off x="396875" y="1210704"/>
            <a:ext cx="7896225" cy="5341048"/>
          </a:xfrm>
        </p:spPr>
        <p:txBody>
          <a:bodyPr/>
          <a:lstStyle/>
          <a:p>
            <a:r>
              <a:rPr lang="en-US" dirty="0"/>
              <a:t>Assume: </a:t>
            </a:r>
          </a:p>
          <a:p>
            <a:pPr lvl="1"/>
            <a:r>
              <a:rPr lang="en-US" dirty="0"/>
              <a:t>Cache block = 8 doubles</a:t>
            </a:r>
          </a:p>
          <a:p>
            <a:pPr lvl="1"/>
            <a:r>
              <a:rPr lang="en-US" dirty="0"/>
              <a:t>Cache size C &lt;&lt; n (much smaller than n)</a:t>
            </a:r>
          </a:p>
          <a:p>
            <a:pPr lvl="1"/>
            <a:r>
              <a:rPr lang="en-US" dirty="0"/>
              <a:t>Three blocks       fit into cache: 3B</a:t>
            </a:r>
            <a:r>
              <a:rPr lang="en-US" baseline="30000" dirty="0"/>
              <a:t>2</a:t>
            </a:r>
            <a:r>
              <a:rPr lang="en-US" dirty="0"/>
              <a:t> &lt; C</a:t>
            </a:r>
          </a:p>
          <a:p>
            <a:endParaRPr lang="en-US" dirty="0"/>
          </a:p>
          <a:p>
            <a:r>
              <a:rPr lang="en-US" dirty="0"/>
              <a:t>Second (block) iteration:</a:t>
            </a:r>
          </a:p>
          <a:p>
            <a:pPr lvl="1"/>
            <a:r>
              <a:rPr lang="en-US" dirty="0"/>
              <a:t>Same as first iteration</a:t>
            </a:r>
          </a:p>
          <a:p>
            <a:pPr lvl="1"/>
            <a:r>
              <a:rPr lang="en-US" dirty="0"/>
              <a:t>2n/B * B</a:t>
            </a:r>
            <a:r>
              <a:rPr lang="en-US" baseline="30000" dirty="0"/>
              <a:t>2</a:t>
            </a:r>
            <a:r>
              <a:rPr lang="en-US" dirty="0"/>
              <a:t>/8 = </a:t>
            </a:r>
            <a:r>
              <a:rPr lang="en-US" dirty="0" err="1"/>
              <a:t>nB</a:t>
            </a:r>
            <a:r>
              <a:rPr lang="en-US" dirty="0"/>
              <a:t>/4</a:t>
            </a:r>
          </a:p>
          <a:p>
            <a:pPr lvl="1"/>
            <a:endParaRPr lang="en-US" dirty="0"/>
          </a:p>
          <a:p>
            <a:pPr lvl="1">
              <a:buNone/>
            </a:pPr>
            <a:endParaRPr lang="en-US" dirty="0"/>
          </a:p>
          <a:p>
            <a:r>
              <a:rPr lang="en-US" dirty="0"/>
              <a:t>Total misses:</a:t>
            </a:r>
          </a:p>
          <a:p>
            <a:pPr lvl="1"/>
            <a:r>
              <a:rPr lang="en-US" dirty="0" err="1"/>
              <a:t>nB</a:t>
            </a:r>
            <a:r>
              <a:rPr lang="en-US" dirty="0"/>
              <a:t>/4 * (n/B)</a:t>
            </a:r>
            <a:r>
              <a:rPr lang="en-US" baseline="30000" dirty="0"/>
              <a:t>2</a:t>
            </a:r>
            <a:r>
              <a:rPr lang="en-US" dirty="0"/>
              <a:t> = n</a:t>
            </a:r>
            <a:r>
              <a:rPr lang="en-US" baseline="30000" dirty="0"/>
              <a:t>3</a:t>
            </a:r>
            <a:r>
              <a:rPr lang="en-US" dirty="0"/>
              <a:t>/(4B)</a:t>
            </a:r>
          </a:p>
        </p:txBody>
      </p:sp>
      <p:sp>
        <p:nvSpPr>
          <p:cNvPr id="25" name="Rectangle 24"/>
          <p:cNvSpPr/>
          <p:nvPr/>
        </p:nvSpPr>
        <p:spPr bwMode="auto">
          <a:xfrm>
            <a:off x="5899933"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28" name="Rectangle 27"/>
          <p:cNvSpPr/>
          <p:nvPr/>
        </p:nvSpPr>
        <p:spPr bwMode="auto">
          <a:xfrm>
            <a:off x="7500133"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31" name="TextBox 30"/>
          <p:cNvSpPr txBox="1"/>
          <p:nvPr/>
        </p:nvSpPr>
        <p:spPr>
          <a:xfrm>
            <a:off x="7085542" y="4147760"/>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32" name="Rectangle 31"/>
          <p:cNvSpPr/>
          <p:nvPr/>
        </p:nvSpPr>
        <p:spPr bwMode="auto">
          <a:xfrm>
            <a:off x="4114800" y="3733660"/>
            <a:ext cx="1143001" cy="114247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21" tIns="45710" rIns="91421" bIns="45710" numCol="1" rtlCol="0" anchor="t" anchorCtr="0" compatLnSpc="1">
            <a:prstTxWarp prst="textNoShape">
              <a:avLst/>
            </a:prstTxWarp>
          </a:bodyPr>
          <a:lstStyle/>
          <a:p>
            <a:pPr defTabSz="914215"/>
            <a:endParaRPr lang="en-US" sz="2003" dirty="0">
              <a:latin typeface="Courier New" pitchFamily="49" charset="0"/>
              <a:cs typeface="Courier New" pitchFamily="49" charset="0"/>
            </a:endParaRPr>
          </a:p>
        </p:txBody>
      </p:sp>
      <p:sp>
        <p:nvSpPr>
          <p:cNvPr id="33" name="TextBox 32"/>
          <p:cNvSpPr txBox="1"/>
          <p:nvPr/>
        </p:nvSpPr>
        <p:spPr>
          <a:xfrm>
            <a:off x="5381327" y="4038319"/>
            <a:ext cx="390097" cy="586083"/>
          </a:xfrm>
          <a:prstGeom prst="rect">
            <a:avLst/>
          </a:prstGeom>
          <a:noFill/>
        </p:spPr>
        <p:txBody>
          <a:bodyPr wrap="none" lIns="91421" tIns="45710" rIns="91421" bIns="45710" rtlCol="0">
            <a:spAutoFit/>
          </a:bodyPr>
          <a:lstStyle/>
          <a:p>
            <a:r>
              <a:rPr lang="en-US" sz="3204" dirty="0">
                <a:latin typeface="Calibri" pitchFamily="34" charset="0"/>
              </a:rPr>
              <a:t>=</a:t>
            </a:r>
          </a:p>
        </p:txBody>
      </p:sp>
      <p:sp>
        <p:nvSpPr>
          <p:cNvPr id="34" name="Rectangle 33"/>
          <p:cNvSpPr/>
          <p:nvPr/>
        </p:nvSpPr>
        <p:spPr bwMode="auto">
          <a:xfrm>
            <a:off x="4114800" y="3733659"/>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37" name="Rectangle 36"/>
          <p:cNvSpPr/>
          <p:nvPr/>
        </p:nvSpPr>
        <p:spPr bwMode="auto">
          <a:xfrm>
            <a:off x="5899933" y="3740416"/>
            <a:ext cx="1143001" cy="228494"/>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38" name="Rectangle 37"/>
          <p:cNvSpPr/>
          <p:nvPr/>
        </p:nvSpPr>
        <p:spPr bwMode="auto">
          <a:xfrm rot="5400000">
            <a:off x="7264666" y="4190594"/>
            <a:ext cx="1142470" cy="228601"/>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cxnSp>
        <p:nvCxnSpPr>
          <p:cNvPr id="39" name="Straight Connector 38"/>
          <p:cNvCxnSpPr/>
          <p:nvPr/>
        </p:nvCxnSpPr>
        <p:spPr bwMode="auto">
          <a:xfrm rot="5400000">
            <a:off x="6463564" y="384540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6700630" y="384540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5999484" y="3845405"/>
            <a:ext cx="228494"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6228085" y="3845405"/>
            <a:ext cx="228494"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7476230" y="4199057"/>
            <a:ext cx="702409" cy="228601"/>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48" name="TextBox 47"/>
          <p:cNvSpPr txBox="1"/>
          <p:nvPr/>
        </p:nvSpPr>
        <p:spPr>
          <a:xfrm>
            <a:off x="7013261" y="5251689"/>
            <a:ext cx="1791029" cy="400089"/>
          </a:xfrm>
          <a:prstGeom prst="rect">
            <a:avLst/>
          </a:prstGeom>
          <a:noFill/>
        </p:spPr>
        <p:txBody>
          <a:bodyPr wrap="none" lIns="91421" tIns="45710" rIns="91421" bIns="45710" rtlCol="0">
            <a:spAutoFit/>
          </a:bodyPr>
          <a:lstStyle/>
          <a:p>
            <a:r>
              <a:rPr lang="en-US" sz="2000" dirty="0">
                <a:solidFill>
                  <a:schemeClr val="tx1">
                    <a:lumMod val="65000"/>
                    <a:lumOff val="35000"/>
                  </a:schemeClr>
                </a:solidFill>
                <a:latin typeface="Calibri" pitchFamily="34" charset="0"/>
              </a:rPr>
              <a:t>Block size B x B</a:t>
            </a:r>
          </a:p>
        </p:txBody>
      </p:sp>
      <p:cxnSp>
        <p:nvCxnSpPr>
          <p:cNvPr id="49" name="Straight Arrow Connector 48"/>
          <p:cNvCxnSpPr>
            <a:stCxn id="48" idx="0"/>
          </p:cNvCxnSpPr>
          <p:nvPr/>
        </p:nvCxnSpPr>
        <p:spPr bwMode="auto">
          <a:xfrm flipH="1" flipV="1">
            <a:off x="7827435" y="4870867"/>
            <a:ext cx="81341" cy="380822"/>
          </a:xfrm>
          <a:prstGeom prst="straightConnector1">
            <a:avLst/>
          </a:prstGeom>
          <a:noFill/>
          <a:ln w="25400" cap="flat" cmpd="sng" algn="ctr">
            <a:solidFill>
              <a:schemeClr val="tx1"/>
            </a:solidFill>
            <a:prstDash val="solid"/>
            <a:round/>
            <a:headEnd type="none" w="med" len="med"/>
            <a:tailEnd type="arrow"/>
          </a:ln>
          <a:effectLst/>
        </p:spPr>
      </p:cxnSp>
      <p:sp>
        <p:nvSpPr>
          <p:cNvPr id="50" name="Rectangle 49"/>
          <p:cNvSpPr/>
          <p:nvPr/>
        </p:nvSpPr>
        <p:spPr bwMode="auto">
          <a:xfrm>
            <a:off x="2650067" y="2481172"/>
            <a:ext cx="186268" cy="186182"/>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51" name="AutoShape 16"/>
          <p:cNvSpPr>
            <a:spLocks/>
          </p:cNvSpPr>
          <p:nvPr/>
        </p:nvSpPr>
        <p:spPr bwMode="auto">
          <a:xfrm rot="5400000" flipV="1">
            <a:off x="7941788" y="2960084"/>
            <a:ext cx="228494" cy="1143001"/>
          </a:xfrm>
          <a:prstGeom prst="leftBrace">
            <a:avLst>
              <a:gd name="adj1" fmla="val 75000"/>
              <a:gd name="adj2" fmla="val 50000"/>
            </a:avLst>
          </a:prstGeom>
          <a:noFill/>
          <a:ln w="25400">
            <a:solidFill>
              <a:schemeClr val="tx1"/>
            </a:solidFill>
            <a:round/>
            <a:headEnd/>
            <a:tailEnd/>
          </a:ln>
          <a:effectLst/>
        </p:spPr>
        <p:txBody>
          <a:bodyPr wrap="none" lIns="91421" tIns="45710" rIns="91421" bIns="45710" anchor="ctr"/>
          <a:lstStyle/>
          <a:p>
            <a:endParaRPr lang="en-US" sz="2403" dirty="0">
              <a:latin typeface="Calibri" pitchFamily="34" charset="0"/>
            </a:endParaRPr>
          </a:p>
        </p:txBody>
      </p:sp>
      <p:sp>
        <p:nvSpPr>
          <p:cNvPr id="52" name="TextBox 51"/>
          <p:cNvSpPr txBox="1"/>
          <p:nvPr/>
        </p:nvSpPr>
        <p:spPr>
          <a:xfrm>
            <a:off x="7820515" y="3048177"/>
            <a:ext cx="1304678" cy="400089"/>
          </a:xfrm>
          <a:prstGeom prst="rect">
            <a:avLst/>
          </a:prstGeom>
          <a:noFill/>
        </p:spPr>
        <p:txBody>
          <a:bodyPr wrap="none" lIns="91421" tIns="45710" rIns="91421" bIns="45710" rtlCol="0">
            <a:spAutoFit/>
          </a:bodyPr>
          <a:lstStyle/>
          <a:p>
            <a:r>
              <a:rPr lang="en-US" sz="2000" dirty="0">
                <a:latin typeface="Calibri" pitchFamily="34" charset="0"/>
              </a:rPr>
              <a:t>n/B blocks</a:t>
            </a:r>
          </a:p>
        </p:txBody>
      </p:sp>
      <p:sp>
        <p:nvSpPr>
          <p:cNvPr id="26" name="Rectangle 25"/>
          <p:cNvSpPr/>
          <p:nvPr/>
        </p:nvSpPr>
        <p:spPr bwMode="auto">
          <a:xfrm>
            <a:off x="6578605" y="3742122"/>
            <a:ext cx="464329" cy="226788"/>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
        <p:nvSpPr>
          <p:cNvPr id="27" name="Rectangle 26"/>
          <p:cNvSpPr/>
          <p:nvPr/>
        </p:nvSpPr>
        <p:spPr bwMode="auto">
          <a:xfrm rot="5400000">
            <a:off x="7604698" y="4522163"/>
            <a:ext cx="464114"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21" tIns="45710" rIns="91421" bIns="45710" numCol="1" rtlCol="0" anchor="ctr" anchorCtr="1" compatLnSpc="1">
            <a:prstTxWarp prst="textNoShape">
              <a:avLst/>
            </a:prstTxWarp>
          </a:bodyPr>
          <a:lstStyle/>
          <a:p>
            <a:pPr defTabSz="914215"/>
            <a:endParaRPr lang="en-US" sz="2403" dirty="0">
              <a:latin typeface="Calibri" pitchFamily="34" charset="0"/>
            </a:endParaRPr>
          </a:p>
        </p:txBody>
      </p:sp>
    </p:spTree>
    <p:extLst>
      <p:ext uri="{BB962C8B-B14F-4D97-AF65-F5344CB8AC3E}">
        <p14:creationId xmlns:p14="http://schemas.microsoft.com/office/powerpoint/2010/main" val="8395217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No blocking: (9/8) * n</a:t>
            </a:r>
            <a:r>
              <a:rPr lang="en-US" baseline="30000" dirty="0"/>
              <a:t>3</a:t>
            </a:r>
          </a:p>
          <a:p>
            <a:r>
              <a:rPr lang="en-US" dirty="0"/>
              <a:t>Blocking: 1/(4B) * n</a:t>
            </a:r>
            <a:r>
              <a:rPr lang="en-US" baseline="30000" dirty="0"/>
              <a:t>3</a:t>
            </a:r>
            <a:endParaRPr lang="en-US" dirty="0"/>
          </a:p>
          <a:p>
            <a:endParaRPr lang="en-US" dirty="0"/>
          </a:p>
          <a:p>
            <a:r>
              <a:rPr lang="en-US" dirty="0"/>
              <a:t>Suggest largest possible block size B, but limit 3B</a:t>
            </a:r>
            <a:r>
              <a:rPr lang="en-US" baseline="30000" dirty="0"/>
              <a:t>2</a:t>
            </a:r>
            <a:r>
              <a:rPr lang="en-US" dirty="0"/>
              <a:t> &lt; C!</a:t>
            </a:r>
            <a:endParaRPr lang="en-US" sz="2003" b="0" dirty="0"/>
          </a:p>
          <a:p>
            <a:endParaRPr lang="en-US" dirty="0"/>
          </a:p>
          <a:p>
            <a:r>
              <a:rPr lang="en-US" dirty="0"/>
              <a:t>Reason for dramatic difference:</a:t>
            </a:r>
          </a:p>
          <a:p>
            <a:pPr lvl="1"/>
            <a:r>
              <a:rPr lang="en-US" dirty="0"/>
              <a:t>Matrix multiplication has inherent temporal locality:</a:t>
            </a:r>
          </a:p>
          <a:p>
            <a:pPr lvl="2"/>
            <a:r>
              <a:rPr lang="en-US" dirty="0"/>
              <a:t>Input data: 3n</a:t>
            </a:r>
            <a:r>
              <a:rPr lang="en-US" baseline="30000" dirty="0"/>
              <a:t>2</a:t>
            </a:r>
            <a:r>
              <a:rPr lang="en-US" dirty="0"/>
              <a:t>, computation 2n</a:t>
            </a:r>
            <a:r>
              <a:rPr lang="en-US" baseline="30000" dirty="0"/>
              <a:t>3</a:t>
            </a:r>
          </a:p>
          <a:p>
            <a:pPr lvl="2"/>
            <a:r>
              <a:rPr lang="en-US" dirty="0"/>
              <a:t>Every array elements used O(n) times!</a:t>
            </a:r>
          </a:p>
          <a:p>
            <a:pPr lvl="1"/>
            <a:r>
              <a:rPr lang="en-US" dirty="0"/>
              <a:t>But program has to be written properly</a:t>
            </a:r>
          </a:p>
        </p:txBody>
      </p:sp>
    </p:spTree>
    <p:extLst>
      <p:ext uri="{BB962C8B-B14F-4D97-AF65-F5344CB8AC3E}">
        <p14:creationId xmlns:p14="http://schemas.microsoft.com/office/powerpoint/2010/main" val="8750628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Grp="1" noChangeArrowheads="1"/>
          </p:cNvSpPr>
          <p:nvPr>
            <p:ph type="title"/>
          </p:nvPr>
        </p:nvSpPr>
        <p:spPr/>
        <p:txBody>
          <a:bodyPr/>
          <a:lstStyle/>
          <a:p>
            <a:r>
              <a:rPr lang="en-US"/>
              <a:t>Concluding Observations</a:t>
            </a:r>
          </a:p>
        </p:txBody>
      </p:sp>
      <p:sp>
        <p:nvSpPr>
          <p:cNvPr id="183301" name="Rectangle 5"/>
          <p:cNvSpPr>
            <a:spLocks noGrp="1" noChangeArrowheads="1"/>
          </p:cNvSpPr>
          <p:nvPr>
            <p:ph type="body" idx="1"/>
          </p:nvPr>
        </p:nvSpPr>
        <p:spPr/>
        <p:txBody>
          <a:bodyPr/>
          <a:lstStyle/>
          <a:p>
            <a:r>
              <a:rPr lang="en-US" dirty="0"/>
              <a:t>Programmer can optimize for cache performance</a:t>
            </a:r>
          </a:p>
          <a:p>
            <a:pPr lvl="1"/>
            <a:r>
              <a:rPr lang="en-US" dirty="0"/>
              <a:t>How data structures are organized</a:t>
            </a:r>
          </a:p>
          <a:p>
            <a:pPr lvl="1"/>
            <a:r>
              <a:rPr lang="en-US" dirty="0"/>
              <a:t>How data are accessed</a:t>
            </a:r>
          </a:p>
          <a:p>
            <a:pPr lvl="2"/>
            <a:r>
              <a:rPr lang="en-US" dirty="0"/>
              <a:t>Nested loop structure</a:t>
            </a:r>
          </a:p>
          <a:p>
            <a:pPr lvl="2"/>
            <a:r>
              <a:rPr lang="en-US" dirty="0"/>
              <a:t>Blocking is a general technique</a:t>
            </a:r>
          </a:p>
          <a:p>
            <a:r>
              <a:rPr lang="en-US" dirty="0"/>
              <a:t>All systems favor “cache friendly code”</a:t>
            </a:r>
          </a:p>
          <a:p>
            <a:pPr lvl="1"/>
            <a:r>
              <a:rPr lang="en-US" dirty="0"/>
              <a:t>Getting absolute optimum performance is very platform specific</a:t>
            </a:r>
          </a:p>
          <a:p>
            <a:pPr lvl="2"/>
            <a:r>
              <a:rPr lang="en-US" dirty="0"/>
              <a:t>Cache sizes, line sizes, </a:t>
            </a:r>
            <a:r>
              <a:rPr lang="en-US" dirty="0" err="1"/>
              <a:t>associativities</a:t>
            </a:r>
            <a:r>
              <a:rPr lang="en-US" dirty="0"/>
              <a:t>, etc.</a:t>
            </a:r>
          </a:p>
          <a:p>
            <a:pPr lvl="1"/>
            <a:r>
              <a:rPr lang="en-US" dirty="0"/>
              <a:t>Can get most of the advantage with generic code</a:t>
            </a:r>
          </a:p>
          <a:p>
            <a:pPr lvl="2"/>
            <a:r>
              <a:rPr lang="en-US" dirty="0"/>
              <a:t>Keep working set reasonably small (temporal locality)</a:t>
            </a:r>
          </a:p>
          <a:p>
            <a:pPr lvl="2"/>
            <a:r>
              <a:rPr lang="en-US" dirty="0"/>
              <a:t>Use small strides (spatial locality)</a:t>
            </a:r>
          </a:p>
        </p:txBody>
      </p:sp>
    </p:spTree>
    <p:extLst>
      <p:ext uri="{BB962C8B-B14F-4D97-AF65-F5344CB8AC3E}">
        <p14:creationId xmlns:p14="http://schemas.microsoft.com/office/powerpoint/2010/main" val="121411203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85000"/>
          </a:schemeClr>
        </a:solidFill>
        <a:ln w="25400" cap="flat" cmpd="sng" algn="ctr">
          <a:noFill/>
          <a:prstDash val="solid"/>
          <a:round/>
          <a:headEnd type="none" w="med" len="med"/>
          <a:tailEnd type="triangle" w="med" len="med"/>
        </a:ln>
        <a:effectLst/>
      </a:spPr>
      <a:bodyPr vert="horz" wrap="square" lIns="91440" tIns="45720" rIns="91440" bIns="45720" numCol="1" rtlCol="0"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dirty="0" smtClean="0">
            <a:latin typeface="Calibri" pitchFamily="34" charset="0"/>
          </a:defRPr>
        </a:defPPr>
      </a:lstStyle>
    </a:spDef>
    <a:lnDef>
      <a:spPr bwMode="auto">
        <a:noFill/>
        <a:ln w="25400" cap="flat" cmpd="sng" algn="ctr">
          <a:solidFill>
            <a:schemeClr val="tx1">
              <a:lumMod val="50000"/>
              <a:lumOff val="50000"/>
            </a:schemeClr>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20691</TotalTime>
  <Words>6056</Words>
  <Application>Microsoft Macintosh PowerPoint</Application>
  <PresentationFormat>On-screen Show (4:3)</PresentationFormat>
  <Paragraphs>1371</Paragraphs>
  <Slides>71</Slides>
  <Notes>51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Arial</vt:lpstr>
      <vt:lpstr>Arial Narrow</vt:lpstr>
      <vt:lpstr>Calibri</vt:lpstr>
      <vt:lpstr>Comic Sans MS</vt:lpstr>
      <vt:lpstr>Courier New</vt:lpstr>
      <vt:lpstr>Helvetica</vt:lpstr>
      <vt:lpstr>Times New Roman</vt:lpstr>
      <vt:lpstr>Wingdings</vt:lpstr>
      <vt:lpstr>Wingdings 2</vt:lpstr>
      <vt:lpstr>template2007</vt:lpstr>
      <vt:lpstr>The Memory Hierarchy : Memory Hierarchy - Cache  </vt:lpstr>
      <vt:lpstr>Storage Trends</vt:lpstr>
      <vt:lpstr>CPU Clock Rates</vt:lpstr>
      <vt:lpstr>The CPU-Memory Gap</vt:lpstr>
      <vt:lpstr>Locality to the Rescue! </vt:lpstr>
      <vt:lpstr>Locality</vt:lpstr>
      <vt:lpstr>Locality Example</vt:lpstr>
      <vt:lpstr>Qualitative Estimates of Locality</vt:lpstr>
      <vt:lpstr>Locality Example</vt:lpstr>
      <vt:lpstr>Locality Example</vt:lpstr>
      <vt:lpstr>Memory Hierarchies</vt:lpstr>
      <vt:lpstr>An Example Memory Hierarchy</vt:lpstr>
      <vt:lpstr>Caches</vt:lpstr>
      <vt:lpstr>General Cache Concepts</vt:lpstr>
      <vt:lpstr>General Cache Concepts: Hit</vt:lpstr>
      <vt:lpstr>General Cache Concepts: Miss</vt:lpstr>
      <vt:lpstr>Examples of Caching in the Hierarchy</vt:lpstr>
      <vt:lpstr>Summary</vt:lpstr>
      <vt:lpstr>Cache</vt:lpstr>
      <vt:lpstr>Cache Memories</vt:lpstr>
      <vt:lpstr>General Cache Organization (S, E, B)</vt:lpstr>
      <vt:lpstr>Cache Read</vt:lpstr>
      <vt:lpstr>Example: Direct Mapped Cache (E = 1)</vt:lpstr>
      <vt:lpstr>Example: Direct Mapped Cache (E = 1)</vt:lpstr>
      <vt:lpstr>Example: Direct Mapped Cache (E = 1)</vt:lpstr>
      <vt:lpstr>Direct-Mapped Cache Simulation</vt:lpstr>
      <vt:lpstr>A Higher Level Example</vt:lpstr>
      <vt:lpstr>E-way Set Associative Cache (Here: E = 2)</vt:lpstr>
      <vt:lpstr>E-way Set Associative Cache (Here: E = 2)</vt:lpstr>
      <vt:lpstr>E-way Set Associative Cache (Here: E = 2)</vt:lpstr>
      <vt:lpstr>2-Way Set Associative Cache Simulation</vt:lpstr>
      <vt:lpstr>A Higher Level Example</vt:lpstr>
      <vt:lpstr>What about writes?</vt:lpstr>
      <vt:lpstr>Intel Core i7 Cache Hierarchy</vt:lpstr>
      <vt:lpstr>PowerPoint Presentation</vt:lpstr>
      <vt:lpstr>General Cache Organization (S, E, B)</vt:lpstr>
      <vt:lpstr>Cache Read</vt:lpstr>
      <vt:lpstr>PowerPoint Presentation</vt:lpstr>
      <vt:lpstr>PowerPoint Presentation</vt:lpstr>
      <vt:lpstr>General Caching Concepts:  Types of Cache Misses</vt:lpstr>
      <vt:lpstr>Cache Performance Metrics</vt:lpstr>
      <vt:lpstr>Lets think about those numbers</vt:lpstr>
      <vt:lpstr>Writing Cache Friendly Code</vt:lpstr>
      <vt:lpstr>Today</vt:lpstr>
      <vt:lpstr>The Memory Mountain</vt:lpstr>
      <vt:lpstr>Memory Mountain Test Function</vt:lpstr>
      <vt:lpstr>The Memory Mountain</vt:lpstr>
      <vt:lpstr>The Memory Mountain</vt:lpstr>
      <vt:lpstr>The Memory Mountain</vt:lpstr>
      <vt:lpstr>Today</vt:lpstr>
      <vt:lpstr>Miss Rate Analysis for Matrix Multiply</vt:lpstr>
      <vt:lpstr>Matrix Multiplication Example</vt:lpstr>
      <vt:lpstr>Layout of C Arrays in Memory (review)</vt:lpstr>
      <vt:lpstr>Matrix Multiplication (ijk)</vt:lpstr>
      <vt:lpstr>Matrix Multiplication (jik)</vt:lpstr>
      <vt:lpstr>Matrix Multiplication (kij)</vt:lpstr>
      <vt:lpstr>Matrix Multiplication (ikj)</vt:lpstr>
      <vt:lpstr>Matrix Multiplication (jki)</vt:lpstr>
      <vt:lpstr>Matrix Multiplication (kji)</vt:lpstr>
      <vt:lpstr>Summary of Matrix Multiplication</vt:lpstr>
      <vt:lpstr>Core i7 Matrix Multiply Performance</vt:lpstr>
      <vt:lpstr>Today</vt:lpstr>
      <vt:lpstr>Example: Matrix Multiplication</vt:lpstr>
      <vt:lpstr>Cache Miss Analysis</vt:lpstr>
      <vt:lpstr>Cache Miss Analysis</vt:lpstr>
      <vt:lpstr>PowerPoint Presentation</vt:lpstr>
      <vt:lpstr>Blocked Matrix Multiplication</vt:lpstr>
      <vt:lpstr>Cache Miss Analysis</vt:lpstr>
      <vt:lpstr>Cache Miss Analysis</vt:lpstr>
      <vt:lpstr>Summary</vt:lpstr>
      <vt:lpstr>Concluding Observations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Erol Sahin</cp:lastModifiedBy>
  <cp:revision>771</cp:revision>
  <cp:lastPrinted>2014-09-18T08:14:12Z</cp:lastPrinted>
  <dcterms:created xsi:type="dcterms:W3CDTF">2012-09-20T14:26:38Z</dcterms:created>
  <dcterms:modified xsi:type="dcterms:W3CDTF">2023-12-07T09:25:34Z</dcterms:modified>
</cp:coreProperties>
</file>